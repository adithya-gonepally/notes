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CBC295-01FF-40CD-90CC-18858EE71C6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1FEB81-FC4C-47C1-9E49-EDE7F9DB3B5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computer systems designed to simulate human intelligence</a:t>
          </a:r>
          <a:endParaRPr lang="en-US" sz="2000" dirty="0"/>
        </a:p>
      </dgm:t>
    </dgm:pt>
    <dgm:pt modelId="{92C95EFE-0975-4343-91EE-9DE695EF1F34}" type="parTrans" cxnId="{B26F75DB-336C-4E2B-B16B-9DEFB8F13E73}">
      <dgm:prSet/>
      <dgm:spPr/>
      <dgm:t>
        <a:bodyPr/>
        <a:lstStyle/>
        <a:p>
          <a:endParaRPr lang="en-US"/>
        </a:p>
      </dgm:t>
    </dgm:pt>
    <dgm:pt modelId="{CE1F697E-C1FD-4ABF-B993-16859EB21646}" type="sibTrans" cxnId="{B26F75DB-336C-4E2B-B16B-9DEFB8F13E73}">
      <dgm:prSet/>
      <dgm:spPr/>
      <dgm:t>
        <a:bodyPr/>
        <a:lstStyle/>
        <a:p>
          <a:endParaRPr lang="en-US"/>
        </a:p>
      </dgm:t>
    </dgm:pt>
    <dgm:pt modelId="{DB388267-1410-4064-B589-3AE28E51DE1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analyse data, recognize patterns, and make decisions with minimal human intervention</a:t>
          </a:r>
          <a:endParaRPr lang="en-US" sz="2000" dirty="0"/>
        </a:p>
      </dgm:t>
    </dgm:pt>
    <dgm:pt modelId="{94195500-087E-41E1-98EB-A4506988EB69}" type="parTrans" cxnId="{D6103517-40BC-4C36-B66B-B9D13A0A8F57}">
      <dgm:prSet/>
      <dgm:spPr/>
      <dgm:t>
        <a:bodyPr/>
        <a:lstStyle/>
        <a:p>
          <a:endParaRPr lang="en-US"/>
        </a:p>
      </dgm:t>
    </dgm:pt>
    <dgm:pt modelId="{F902BFB9-CA98-4CA6-B6C7-194A795B9657}" type="sibTrans" cxnId="{D6103517-40BC-4C36-B66B-B9D13A0A8F57}">
      <dgm:prSet/>
      <dgm:spPr/>
      <dgm:t>
        <a:bodyPr/>
        <a:lstStyle/>
        <a:p>
          <a:endParaRPr lang="en-US"/>
        </a:p>
      </dgm:t>
    </dgm:pt>
    <dgm:pt modelId="{5F6A8F56-5379-4A61-B20A-6ADF77C1EDB2}" type="pres">
      <dgm:prSet presAssocID="{1DCBC295-01FF-40CD-90CC-18858EE71C6D}" presName="root" presStyleCnt="0">
        <dgm:presLayoutVars>
          <dgm:dir/>
          <dgm:resizeHandles val="exact"/>
        </dgm:presLayoutVars>
      </dgm:prSet>
      <dgm:spPr/>
    </dgm:pt>
    <dgm:pt modelId="{A4D92C5B-1980-42D5-A43D-6129E2019CCA}" type="pres">
      <dgm:prSet presAssocID="{8B1FEB81-FC4C-47C1-9E49-EDE7F9DB3B59}" presName="compNode" presStyleCnt="0"/>
      <dgm:spPr/>
    </dgm:pt>
    <dgm:pt modelId="{CDE85EFC-7DC0-4EB9-AF0E-C455C954A1F2}" type="pres">
      <dgm:prSet presAssocID="{8B1FEB81-FC4C-47C1-9E49-EDE7F9DB3B5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394A6D5-068E-42B8-BAF1-D6AF28320934}" type="pres">
      <dgm:prSet presAssocID="{8B1FEB81-FC4C-47C1-9E49-EDE7F9DB3B59}" presName="spaceRect" presStyleCnt="0"/>
      <dgm:spPr/>
    </dgm:pt>
    <dgm:pt modelId="{B960281E-9041-4BF1-9172-C2D7066BA94E}" type="pres">
      <dgm:prSet presAssocID="{8B1FEB81-FC4C-47C1-9E49-EDE7F9DB3B59}" presName="textRect" presStyleLbl="revTx" presStyleIdx="0" presStyleCnt="2">
        <dgm:presLayoutVars>
          <dgm:chMax val="1"/>
          <dgm:chPref val="1"/>
        </dgm:presLayoutVars>
      </dgm:prSet>
      <dgm:spPr/>
    </dgm:pt>
    <dgm:pt modelId="{C13E0C81-D506-4C2C-AB64-8C61C10147B9}" type="pres">
      <dgm:prSet presAssocID="{CE1F697E-C1FD-4ABF-B993-16859EB21646}" presName="sibTrans" presStyleCnt="0"/>
      <dgm:spPr/>
    </dgm:pt>
    <dgm:pt modelId="{046568ED-C25D-4A54-A533-162BC47554BA}" type="pres">
      <dgm:prSet presAssocID="{DB388267-1410-4064-B589-3AE28E51DE15}" presName="compNode" presStyleCnt="0"/>
      <dgm:spPr/>
    </dgm:pt>
    <dgm:pt modelId="{D3CB53C4-AEA0-43AC-B369-4ECB5E4FD08B}" type="pres">
      <dgm:prSet presAssocID="{DB388267-1410-4064-B589-3AE28E51DE1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E5FA527-1107-4893-92CA-DE1388DB6F8D}" type="pres">
      <dgm:prSet presAssocID="{DB388267-1410-4064-B589-3AE28E51DE15}" presName="spaceRect" presStyleCnt="0"/>
      <dgm:spPr/>
    </dgm:pt>
    <dgm:pt modelId="{3308E98D-5D5D-4FB5-B382-CA207647FE89}" type="pres">
      <dgm:prSet presAssocID="{DB388267-1410-4064-B589-3AE28E51DE1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117C10A-6958-4F5D-B158-60D9C6E418E6}" type="presOf" srcId="{8B1FEB81-FC4C-47C1-9E49-EDE7F9DB3B59}" destId="{B960281E-9041-4BF1-9172-C2D7066BA94E}" srcOrd="0" destOrd="0" presId="urn:microsoft.com/office/officeart/2018/2/layout/IconLabelList"/>
    <dgm:cxn modelId="{D6103517-40BC-4C36-B66B-B9D13A0A8F57}" srcId="{1DCBC295-01FF-40CD-90CC-18858EE71C6D}" destId="{DB388267-1410-4064-B589-3AE28E51DE15}" srcOrd="1" destOrd="0" parTransId="{94195500-087E-41E1-98EB-A4506988EB69}" sibTransId="{F902BFB9-CA98-4CA6-B6C7-194A795B9657}"/>
    <dgm:cxn modelId="{47E5B94F-8226-4FA5-8744-883811EF14F0}" type="presOf" srcId="{DB388267-1410-4064-B589-3AE28E51DE15}" destId="{3308E98D-5D5D-4FB5-B382-CA207647FE89}" srcOrd="0" destOrd="0" presId="urn:microsoft.com/office/officeart/2018/2/layout/IconLabelList"/>
    <dgm:cxn modelId="{7E7964A7-CDCD-4998-843C-A94401555B43}" type="presOf" srcId="{1DCBC295-01FF-40CD-90CC-18858EE71C6D}" destId="{5F6A8F56-5379-4A61-B20A-6ADF77C1EDB2}" srcOrd="0" destOrd="0" presId="urn:microsoft.com/office/officeart/2018/2/layout/IconLabelList"/>
    <dgm:cxn modelId="{B26F75DB-336C-4E2B-B16B-9DEFB8F13E73}" srcId="{1DCBC295-01FF-40CD-90CC-18858EE71C6D}" destId="{8B1FEB81-FC4C-47C1-9E49-EDE7F9DB3B59}" srcOrd="0" destOrd="0" parTransId="{92C95EFE-0975-4343-91EE-9DE695EF1F34}" sibTransId="{CE1F697E-C1FD-4ABF-B993-16859EB21646}"/>
    <dgm:cxn modelId="{DCAF50DE-756E-4D81-8096-9E19098AE084}" type="presParOf" srcId="{5F6A8F56-5379-4A61-B20A-6ADF77C1EDB2}" destId="{A4D92C5B-1980-42D5-A43D-6129E2019CCA}" srcOrd="0" destOrd="0" presId="urn:microsoft.com/office/officeart/2018/2/layout/IconLabelList"/>
    <dgm:cxn modelId="{CA7A0819-DA54-448F-9303-CE62CF7251DC}" type="presParOf" srcId="{A4D92C5B-1980-42D5-A43D-6129E2019CCA}" destId="{CDE85EFC-7DC0-4EB9-AF0E-C455C954A1F2}" srcOrd="0" destOrd="0" presId="urn:microsoft.com/office/officeart/2018/2/layout/IconLabelList"/>
    <dgm:cxn modelId="{A115BFBE-8755-410B-A900-52CE530465A9}" type="presParOf" srcId="{A4D92C5B-1980-42D5-A43D-6129E2019CCA}" destId="{F394A6D5-068E-42B8-BAF1-D6AF28320934}" srcOrd="1" destOrd="0" presId="urn:microsoft.com/office/officeart/2018/2/layout/IconLabelList"/>
    <dgm:cxn modelId="{34683019-04C3-497F-AAFB-2887E3AAEF9B}" type="presParOf" srcId="{A4D92C5B-1980-42D5-A43D-6129E2019CCA}" destId="{B960281E-9041-4BF1-9172-C2D7066BA94E}" srcOrd="2" destOrd="0" presId="urn:microsoft.com/office/officeart/2018/2/layout/IconLabelList"/>
    <dgm:cxn modelId="{FE083E55-9AA3-45F3-9438-7144BF0B9FD7}" type="presParOf" srcId="{5F6A8F56-5379-4A61-B20A-6ADF77C1EDB2}" destId="{C13E0C81-D506-4C2C-AB64-8C61C10147B9}" srcOrd="1" destOrd="0" presId="urn:microsoft.com/office/officeart/2018/2/layout/IconLabelList"/>
    <dgm:cxn modelId="{7B335D01-F3BF-45C8-A5A7-79B8A8F57348}" type="presParOf" srcId="{5F6A8F56-5379-4A61-B20A-6ADF77C1EDB2}" destId="{046568ED-C25D-4A54-A533-162BC47554BA}" srcOrd="2" destOrd="0" presId="urn:microsoft.com/office/officeart/2018/2/layout/IconLabelList"/>
    <dgm:cxn modelId="{34DF5E3D-D189-4E83-A80A-9022A84EAC9F}" type="presParOf" srcId="{046568ED-C25D-4A54-A533-162BC47554BA}" destId="{D3CB53C4-AEA0-43AC-B369-4ECB5E4FD08B}" srcOrd="0" destOrd="0" presId="urn:microsoft.com/office/officeart/2018/2/layout/IconLabelList"/>
    <dgm:cxn modelId="{58C0BA99-F52E-4481-A760-70FE2CC136FE}" type="presParOf" srcId="{046568ED-C25D-4A54-A533-162BC47554BA}" destId="{5E5FA527-1107-4893-92CA-DE1388DB6F8D}" srcOrd="1" destOrd="0" presId="urn:microsoft.com/office/officeart/2018/2/layout/IconLabelList"/>
    <dgm:cxn modelId="{9F817E0F-1C87-452E-BB76-A8D1F328BFCA}" type="presParOf" srcId="{046568ED-C25D-4A54-A533-162BC47554BA}" destId="{3308E98D-5D5D-4FB5-B382-CA207647FE8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BA9001-7945-4E2E-AA8C-9D3477A196F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DE12C13-20A7-49B9-96BC-5513DFF3B03A}">
      <dgm:prSet/>
      <dgm:spPr/>
      <dgm:t>
        <a:bodyPr/>
        <a:lstStyle/>
        <a:p>
          <a:r>
            <a:rPr lang="en-US" b="1" i="0" baseline="0"/>
            <a:t>Creativity Boost</a:t>
          </a:r>
          <a:r>
            <a:rPr lang="en-US" b="0" i="0" baseline="0"/>
            <a:t>: Helps artists, writers, and developers brainstorm ideas.</a:t>
          </a:r>
          <a:endParaRPr lang="en-US"/>
        </a:p>
      </dgm:t>
    </dgm:pt>
    <dgm:pt modelId="{30937730-4C29-4538-ADE6-1AE99C412F70}" type="parTrans" cxnId="{D4744131-E062-4167-AF6E-B7867A91E8D8}">
      <dgm:prSet/>
      <dgm:spPr/>
      <dgm:t>
        <a:bodyPr/>
        <a:lstStyle/>
        <a:p>
          <a:endParaRPr lang="en-US"/>
        </a:p>
      </dgm:t>
    </dgm:pt>
    <dgm:pt modelId="{307B30F2-E138-47CC-B585-6B8C3A8A6DE7}" type="sibTrans" cxnId="{D4744131-E062-4167-AF6E-B7867A91E8D8}">
      <dgm:prSet/>
      <dgm:spPr/>
      <dgm:t>
        <a:bodyPr/>
        <a:lstStyle/>
        <a:p>
          <a:endParaRPr lang="en-US"/>
        </a:p>
      </dgm:t>
    </dgm:pt>
    <dgm:pt modelId="{0E4FCBC8-2BAD-41AE-9CAB-69DDCA2B4CA0}">
      <dgm:prSet/>
      <dgm:spPr/>
      <dgm:t>
        <a:bodyPr/>
        <a:lstStyle/>
        <a:p>
          <a:r>
            <a:rPr lang="en-US" b="1" i="0" baseline="0"/>
            <a:t>Efficiency</a:t>
          </a:r>
          <a:r>
            <a:rPr lang="en-US" b="0" i="0" baseline="0"/>
            <a:t>: Automates repetitive tasks like drafting emails or generating reports.</a:t>
          </a:r>
          <a:endParaRPr lang="en-US"/>
        </a:p>
      </dgm:t>
    </dgm:pt>
    <dgm:pt modelId="{A8E58D43-40C4-4BFA-9A12-6EAD025568F1}" type="parTrans" cxnId="{F3EF44B2-7931-4735-BAF5-E43F96E00412}">
      <dgm:prSet/>
      <dgm:spPr/>
      <dgm:t>
        <a:bodyPr/>
        <a:lstStyle/>
        <a:p>
          <a:endParaRPr lang="en-US"/>
        </a:p>
      </dgm:t>
    </dgm:pt>
    <dgm:pt modelId="{17BC31FC-A67F-42B6-B96B-D669DB2A398E}" type="sibTrans" cxnId="{F3EF44B2-7931-4735-BAF5-E43F96E00412}">
      <dgm:prSet/>
      <dgm:spPr/>
      <dgm:t>
        <a:bodyPr/>
        <a:lstStyle/>
        <a:p>
          <a:endParaRPr lang="en-US"/>
        </a:p>
      </dgm:t>
    </dgm:pt>
    <dgm:pt modelId="{913F40B9-6671-4FC6-BF5B-A2C3A8E1B3D9}">
      <dgm:prSet/>
      <dgm:spPr/>
      <dgm:t>
        <a:bodyPr/>
        <a:lstStyle/>
        <a:p>
          <a:r>
            <a:rPr lang="en-US" b="1" i="0" baseline="0"/>
            <a:t>Accessibility</a:t>
          </a:r>
          <a:r>
            <a:rPr lang="en-US" b="0" i="0" baseline="0"/>
            <a:t>: Makes complex tools (design, coding) easier for non-experts.</a:t>
          </a:r>
          <a:endParaRPr lang="en-US"/>
        </a:p>
      </dgm:t>
    </dgm:pt>
    <dgm:pt modelId="{9D50485C-A046-438F-B819-79F2ABCF7ECE}" type="parTrans" cxnId="{8769CCF4-31C6-46A3-BE58-FD096600E002}">
      <dgm:prSet/>
      <dgm:spPr/>
      <dgm:t>
        <a:bodyPr/>
        <a:lstStyle/>
        <a:p>
          <a:endParaRPr lang="en-US"/>
        </a:p>
      </dgm:t>
    </dgm:pt>
    <dgm:pt modelId="{BDACEEDB-4F4E-4F35-B06D-42B3072E3768}" type="sibTrans" cxnId="{8769CCF4-31C6-46A3-BE58-FD096600E002}">
      <dgm:prSet/>
      <dgm:spPr/>
      <dgm:t>
        <a:bodyPr/>
        <a:lstStyle/>
        <a:p>
          <a:endParaRPr lang="en-US"/>
        </a:p>
      </dgm:t>
    </dgm:pt>
    <dgm:pt modelId="{22202130-4753-462D-8F09-018E7CC49625}">
      <dgm:prSet/>
      <dgm:spPr/>
      <dgm:t>
        <a:bodyPr/>
        <a:lstStyle/>
        <a:p>
          <a:r>
            <a:rPr lang="en-US" b="1" i="0" baseline="0"/>
            <a:t>Personalization</a:t>
          </a:r>
          <a:r>
            <a:rPr lang="en-US" b="0" i="0" baseline="0"/>
            <a:t>: Tailors recommendations, ads, and learning materials.</a:t>
          </a:r>
          <a:endParaRPr lang="en-US"/>
        </a:p>
      </dgm:t>
    </dgm:pt>
    <dgm:pt modelId="{81CB74D6-ADFD-4804-A866-3EE9E275427E}" type="parTrans" cxnId="{8BBC5835-78DA-43CE-9DBD-3A6A6A2EE1B5}">
      <dgm:prSet/>
      <dgm:spPr/>
      <dgm:t>
        <a:bodyPr/>
        <a:lstStyle/>
        <a:p>
          <a:endParaRPr lang="en-US"/>
        </a:p>
      </dgm:t>
    </dgm:pt>
    <dgm:pt modelId="{FDFB34C1-657C-4B3A-AC74-E41BFDA469ED}" type="sibTrans" cxnId="{8BBC5835-78DA-43CE-9DBD-3A6A6A2EE1B5}">
      <dgm:prSet/>
      <dgm:spPr/>
      <dgm:t>
        <a:bodyPr/>
        <a:lstStyle/>
        <a:p>
          <a:endParaRPr lang="en-US"/>
        </a:p>
      </dgm:t>
    </dgm:pt>
    <dgm:pt modelId="{E733D39C-9219-43EF-9F50-102639416912}" type="pres">
      <dgm:prSet presAssocID="{5DBA9001-7945-4E2E-AA8C-9D3477A196FD}" presName="linear" presStyleCnt="0">
        <dgm:presLayoutVars>
          <dgm:animLvl val="lvl"/>
          <dgm:resizeHandles val="exact"/>
        </dgm:presLayoutVars>
      </dgm:prSet>
      <dgm:spPr/>
    </dgm:pt>
    <dgm:pt modelId="{C16B0E61-DE6B-40E3-B9F4-3C2077DF9BE9}" type="pres">
      <dgm:prSet presAssocID="{4DE12C13-20A7-49B9-96BC-5513DFF3B0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CF2C32-4B95-410C-97AA-164FBE0C5126}" type="pres">
      <dgm:prSet presAssocID="{307B30F2-E138-47CC-B585-6B8C3A8A6DE7}" presName="spacer" presStyleCnt="0"/>
      <dgm:spPr/>
    </dgm:pt>
    <dgm:pt modelId="{E782D9A0-AE2B-413E-AD2F-40B72B7993F2}" type="pres">
      <dgm:prSet presAssocID="{0E4FCBC8-2BAD-41AE-9CAB-69DDCA2B4C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C9B59A6-8FB7-4427-A531-7994AA3C5867}" type="pres">
      <dgm:prSet presAssocID="{17BC31FC-A67F-42B6-B96B-D669DB2A398E}" presName="spacer" presStyleCnt="0"/>
      <dgm:spPr/>
    </dgm:pt>
    <dgm:pt modelId="{2F54115D-6B42-4E6D-BB7D-9DE80E97BE11}" type="pres">
      <dgm:prSet presAssocID="{913F40B9-6671-4FC6-BF5B-A2C3A8E1B3D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E38C88-523A-4698-8271-F82A7F8E370F}" type="pres">
      <dgm:prSet presAssocID="{BDACEEDB-4F4E-4F35-B06D-42B3072E3768}" presName="spacer" presStyleCnt="0"/>
      <dgm:spPr/>
    </dgm:pt>
    <dgm:pt modelId="{DEE27725-4D2F-4534-89DC-B5E32C1238A1}" type="pres">
      <dgm:prSet presAssocID="{22202130-4753-462D-8F09-018E7CC496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4744131-E062-4167-AF6E-B7867A91E8D8}" srcId="{5DBA9001-7945-4E2E-AA8C-9D3477A196FD}" destId="{4DE12C13-20A7-49B9-96BC-5513DFF3B03A}" srcOrd="0" destOrd="0" parTransId="{30937730-4C29-4538-ADE6-1AE99C412F70}" sibTransId="{307B30F2-E138-47CC-B585-6B8C3A8A6DE7}"/>
    <dgm:cxn modelId="{8BBC5835-78DA-43CE-9DBD-3A6A6A2EE1B5}" srcId="{5DBA9001-7945-4E2E-AA8C-9D3477A196FD}" destId="{22202130-4753-462D-8F09-018E7CC49625}" srcOrd="3" destOrd="0" parTransId="{81CB74D6-ADFD-4804-A866-3EE9E275427E}" sibTransId="{FDFB34C1-657C-4B3A-AC74-E41BFDA469ED}"/>
    <dgm:cxn modelId="{105E3873-CAAA-420C-BC45-29E02B598C35}" type="presOf" srcId="{5DBA9001-7945-4E2E-AA8C-9D3477A196FD}" destId="{E733D39C-9219-43EF-9F50-102639416912}" srcOrd="0" destOrd="0" presId="urn:microsoft.com/office/officeart/2005/8/layout/vList2"/>
    <dgm:cxn modelId="{1BC38BAC-697C-443C-8E6F-A195633CA5B3}" type="presOf" srcId="{913F40B9-6671-4FC6-BF5B-A2C3A8E1B3D9}" destId="{2F54115D-6B42-4E6D-BB7D-9DE80E97BE11}" srcOrd="0" destOrd="0" presId="urn:microsoft.com/office/officeart/2005/8/layout/vList2"/>
    <dgm:cxn modelId="{F3EF44B2-7931-4735-BAF5-E43F96E00412}" srcId="{5DBA9001-7945-4E2E-AA8C-9D3477A196FD}" destId="{0E4FCBC8-2BAD-41AE-9CAB-69DDCA2B4CA0}" srcOrd="1" destOrd="0" parTransId="{A8E58D43-40C4-4BFA-9A12-6EAD025568F1}" sibTransId="{17BC31FC-A67F-42B6-B96B-D669DB2A398E}"/>
    <dgm:cxn modelId="{476331C6-0E7A-4F80-A76B-69C958E178E8}" type="presOf" srcId="{0E4FCBC8-2BAD-41AE-9CAB-69DDCA2B4CA0}" destId="{E782D9A0-AE2B-413E-AD2F-40B72B7993F2}" srcOrd="0" destOrd="0" presId="urn:microsoft.com/office/officeart/2005/8/layout/vList2"/>
    <dgm:cxn modelId="{C24BE3D3-DD54-48C5-965C-E683BBC0C312}" type="presOf" srcId="{22202130-4753-462D-8F09-018E7CC49625}" destId="{DEE27725-4D2F-4534-89DC-B5E32C1238A1}" srcOrd="0" destOrd="0" presId="urn:microsoft.com/office/officeart/2005/8/layout/vList2"/>
    <dgm:cxn modelId="{09FFFBEC-BB09-4597-AA56-7C9F469326BD}" type="presOf" srcId="{4DE12C13-20A7-49B9-96BC-5513DFF3B03A}" destId="{C16B0E61-DE6B-40E3-B9F4-3C2077DF9BE9}" srcOrd="0" destOrd="0" presId="urn:microsoft.com/office/officeart/2005/8/layout/vList2"/>
    <dgm:cxn modelId="{8769CCF4-31C6-46A3-BE58-FD096600E002}" srcId="{5DBA9001-7945-4E2E-AA8C-9D3477A196FD}" destId="{913F40B9-6671-4FC6-BF5B-A2C3A8E1B3D9}" srcOrd="2" destOrd="0" parTransId="{9D50485C-A046-438F-B819-79F2ABCF7ECE}" sibTransId="{BDACEEDB-4F4E-4F35-B06D-42B3072E3768}"/>
    <dgm:cxn modelId="{900AAE8B-5FB1-4FD4-9C6B-5D68436636B4}" type="presParOf" srcId="{E733D39C-9219-43EF-9F50-102639416912}" destId="{C16B0E61-DE6B-40E3-B9F4-3C2077DF9BE9}" srcOrd="0" destOrd="0" presId="urn:microsoft.com/office/officeart/2005/8/layout/vList2"/>
    <dgm:cxn modelId="{5340459A-055F-4C44-AE65-8F077D3F5088}" type="presParOf" srcId="{E733D39C-9219-43EF-9F50-102639416912}" destId="{E0CF2C32-4B95-410C-97AA-164FBE0C5126}" srcOrd="1" destOrd="0" presId="urn:microsoft.com/office/officeart/2005/8/layout/vList2"/>
    <dgm:cxn modelId="{8A1A71DB-EAD0-4074-8CE3-7BBBB43167FC}" type="presParOf" srcId="{E733D39C-9219-43EF-9F50-102639416912}" destId="{E782D9A0-AE2B-413E-AD2F-40B72B7993F2}" srcOrd="2" destOrd="0" presId="urn:microsoft.com/office/officeart/2005/8/layout/vList2"/>
    <dgm:cxn modelId="{CB4EF8B4-788B-4862-8B8C-E60B2A135EFE}" type="presParOf" srcId="{E733D39C-9219-43EF-9F50-102639416912}" destId="{0C9B59A6-8FB7-4427-A531-7994AA3C5867}" srcOrd="3" destOrd="0" presId="urn:microsoft.com/office/officeart/2005/8/layout/vList2"/>
    <dgm:cxn modelId="{3C2954C2-98BD-4144-B6D5-51C005F32161}" type="presParOf" srcId="{E733D39C-9219-43EF-9F50-102639416912}" destId="{2F54115D-6B42-4E6D-BB7D-9DE80E97BE11}" srcOrd="4" destOrd="0" presId="urn:microsoft.com/office/officeart/2005/8/layout/vList2"/>
    <dgm:cxn modelId="{870CC0CF-7E47-4F26-97A7-12EAE53C99CF}" type="presParOf" srcId="{E733D39C-9219-43EF-9F50-102639416912}" destId="{FBE38C88-523A-4698-8271-F82A7F8E370F}" srcOrd="5" destOrd="0" presId="urn:microsoft.com/office/officeart/2005/8/layout/vList2"/>
    <dgm:cxn modelId="{2CFBA60B-D869-41C7-868E-7BF5ECA2F83B}" type="presParOf" srcId="{E733D39C-9219-43EF-9F50-102639416912}" destId="{DEE27725-4D2F-4534-89DC-B5E32C1238A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774DD2-DB40-42B0-A576-4B64D4B7CFB0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0BDEB77-DEAA-4FCB-921C-E9A760F6BA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Productivity Gains</a:t>
          </a:r>
          <a:r>
            <a:rPr lang="en-US" b="0" i="0" baseline="0" dirty="0"/>
            <a:t>: reduces the time needed for tasks like writing, coding, and designing</a:t>
          </a:r>
          <a:endParaRPr lang="en-US" dirty="0"/>
        </a:p>
      </dgm:t>
    </dgm:pt>
    <dgm:pt modelId="{31182DE3-4186-4827-8C3E-6CF8A171F04E}" type="parTrans" cxnId="{23253943-038D-4047-8497-0887C36D0ACB}">
      <dgm:prSet/>
      <dgm:spPr/>
      <dgm:t>
        <a:bodyPr/>
        <a:lstStyle/>
        <a:p>
          <a:endParaRPr lang="en-US"/>
        </a:p>
      </dgm:t>
    </dgm:pt>
    <dgm:pt modelId="{B3743470-AB2B-4AEE-92AB-117FB8BFE94A}" type="sibTrans" cxnId="{23253943-038D-4047-8497-0887C36D0AC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176707-3F0C-48B5-9E35-098AB31110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Creativity &amp; Innovation</a:t>
          </a:r>
          <a:r>
            <a:rPr lang="en-US" b="0" i="0" baseline="0" dirty="0"/>
            <a:t>: empowers creators to explore new ideas</a:t>
          </a:r>
          <a:endParaRPr lang="en-US" dirty="0"/>
        </a:p>
      </dgm:t>
    </dgm:pt>
    <dgm:pt modelId="{D7A7C973-6AAA-4B0D-96DC-9301A0688876}" type="parTrans" cxnId="{BAC0890F-C8E1-4384-8667-9E4B17CC0A50}">
      <dgm:prSet/>
      <dgm:spPr/>
      <dgm:t>
        <a:bodyPr/>
        <a:lstStyle/>
        <a:p>
          <a:endParaRPr lang="en-US"/>
        </a:p>
      </dgm:t>
    </dgm:pt>
    <dgm:pt modelId="{E92A4729-026E-4A84-AAC5-A9495A0416AE}" type="sibTrans" cxnId="{BAC0890F-C8E1-4384-8667-9E4B17CC0A5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B22116-5A9F-4E38-9C0B-F4E6964DDC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Accessibility</a:t>
          </a:r>
          <a:r>
            <a:rPr lang="en-US" b="0" i="0" baseline="0" dirty="0"/>
            <a:t>: Tools like ChatGPT or image generators make complex skills (writing, coding, design) accessible to non-experts, democratizing creativity</a:t>
          </a:r>
          <a:endParaRPr lang="en-US" dirty="0"/>
        </a:p>
      </dgm:t>
    </dgm:pt>
    <dgm:pt modelId="{49C8D476-4C01-4001-A912-0B84FBB1BA92}" type="parTrans" cxnId="{84C51536-220C-4C46-9C35-25B9FEB95277}">
      <dgm:prSet/>
      <dgm:spPr/>
      <dgm:t>
        <a:bodyPr/>
        <a:lstStyle/>
        <a:p>
          <a:endParaRPr lang="en-US"/>
        </a:p>
      </dgm:t>
    </dgm:pt>
    <dgm:pt modelId="{AE4ABDBD-31DD-47E0-A15E-F99D101BCAF0}" type="sibTrans" cxnId="{84C51536-220C-4C46-9C35-25B9FEB9527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0085E69-3498-4984-9264-C16CA34983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Business Transformation</a:t>
          </a:r>
          <a:r>
            <a:rPr lang="en-US" b="0" i="0" baseline="0" dirty="0"/>
            <a:t>: Organizations are using GenAI to streamline workflows, personalize customer experiences, and innovate in areas like healthcare, finance, and education</a:t>
          </a:r>
          <a:endParaRPr lang="en-US" dirty="0"/>
        </a:p>
      </dgm:t>
    </dgm:pt>
    <dgm:pt modelId="{B9BA479A-6F02-438C-91EA-6AFFCD4EA0C1}" type="parTrans" cxnId="{8421153F-1EDA-4F4D-A1DB-29D5C4FF22A6}">
      <dgm:prSet/>
      <dgm:spPr/>
      <dgm:t>
        <a:bodyPr/>
        <a:lstStyle/>
        <a:p>
          <a:endParaRPr lang="en-US"/>
        </a:p>
      </dgm:t>
    </dgm:pt>
    <dgm:pt modelId="{CE7C47BA-21CC-4771-81E6-36CB38E3EF70}" type="sibTrans" cxnId="{8421153F-1EDA-4F4D-A1DB-29D5C4FF22A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761774-9A8E-418B-9BAE-E50EE9DCED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Technology Evolution</a:t>
          </a:r>
          <a:r>
            <a:rPr lang="en-US" b="0" i="0" baseline="0" dirty="0"/>
            <a:t>: GenAI is driving advancements in embedded systems, IoT, and digital innovation, making it a catalyst for the next wave of technological progress</a:t>
          </a:r>
          <a:endParaRPr lang="en-US" dirty="0"/>
        </a:p>
      </dgm:t>
    </dgm:pt>
    <dgm:pt modelId="{8F5DFCE8-1CCE-42F9-9787-12F2F74B8BEF}" type="parTrans" cxnId="{16F805AC-5973-49D1-9834-D67C3E46B56B}">
      <dgm:prSet/>
      <dgm:spPr/>
      <dgm:t>
        <a:bodyPr/>
        <a:lstStyle/>
        <a:p>
          <a:endParaRPr lang="en-US"/>
        </a:p>
      </dgm:t>
    </dgm:pt>
    <dgm:pt modelId="{5A9AD872-845D-4FE8-964B-0BD97E185C41}" type="sibTrans" cxnId="{16F805AC-5973-49D1-9834-D67C3E46B56B}">
      <dgm:prSet/>
      <dgm:spPr/>
      <dgm:t>
        <a:bodyPr/>
        <a:lstStyle/>
        <a:p>
          <a:endParaRPr lang="en-US"/>
        </a:p>
      </dgm:t>
    </dgm:pt>
    <dgm:pt modelId="{ABBBFA6D-59E2-4E31-8CB0-C7431D4E820C}" type="pres">
      <dgm:prSet presAssocID="{30774DD2-DB40-42B0-A576-4B64D4B7CFB0}" presName="diagram" presStyleCnt="0">
        <dgm:presLayoutVars>
          <dgm:dir/>
          <dgm:resizeHandles val="exact"/>
        </dgm:presLayoutVars>
      </dgm:prSet>
      <dgm:spPr/>
    </dgm:pt>
    <dgm:pt modelId="{68CFD325-44C3-4875-8589-6BF348FDD7F4}" type="pres">
      <dgm:prSet presAssocID="{A0BDEB77-DEAA-4FCB-921C-E9A760F6BA2E}" presName="node" presStyleLbl="node1" presStyleIdx="0" presStyleCnt="5">
        <dgm:presLayoutVars>
          <dgm:bulletEnabled val="1"/>
        </dgm:presLayoutVars>
      </dgm:prSet>
      <dgm:spPr/>
    </dgm:pt>
    <dgm:pt modelId="{43F39EE6-7862-491E-ADDB-A1C788958294}" type="pres">
      <dgm:prSet presAssocID="{B3743470-AB2B-4AEE-92AB-117FB8BFE94A}" presName="sibTrans" presStyleCnt="0"/>
      <dgm:spPr/>
    </dgm:pt>
    <dgm:pt modelId="{681AB9C2-A554-4EF2-ACB0-3E0F869190BD}" type="pres">
      <dgm:prSet presAssocID="{1F176707-3F0C-48B5-9E35-098AB31110C7}" presName="node" presStyleLbl="node1" presStyleIdx="1" presStyleCnt="5">
        <dgm:presLayoutVars>
          <dgm:bulletEnabled val="1"/>
        </dgm:presLayoutVars>
      </dgm:prSet>
      <dgm:spPr/>
    </dgm:pt>
    <dgm:pt modelId="{97CC0360-64DE-4975-B821-BF8DB822DC50}" type="pres">
      <dgm:prSet presAssocID="{E92A4729-026E-4A84-AAC5-A9495A0416AE}" presName="sibTrans" presStyleCnt="0"/>
      <dgm:spPr/>
    </dgm:pt>
    <dgm:pt modelId="{BEF5AF65-CA16-4446-BEA2-76BD0B0B9B40}" type="pres">
      <dgm:prSet presAssocID="{E8B22116-5A9F-4E38-9C0B-F4E6964DDCF6}" presName="node" presStyleLbl="node1" presStyleIdx="2" presStyleCnt="5">
        <dgm:presLayoutVars>
          <dgm:bulletEnabled val="1"/>
        </dgm:presLayoutVars>
      </dgm:prSet>
      <dgm:spPr/>
    </dgm:pt>
    <dgm:pt modelId="{2AC876FE-7413-484B-BB8E-CC55699D3E18}" type="pres">
      <dgm:prSet presAssocID="{AE4ABDBD-31DD-47E0-A15E-F99D101BCAF0}" presName="sibTrans" presStyleCnt="0"/>
      <dgm:spPr/>
    </dgm:pt>
    <dgm:pt modelId="{31FA687A-E6BF-4297-8DA4-CBB052834D1B}" type="pres">
      <dgm:prSet presAssocID="{50085E69-3498-4984-9264-C16CA3498389}" presName="node" presStyleLbl="node1" presStyleIdx="3" presStyleCnt="5">
        <dgm:presLayoutVars>
          <dgm:bulletEnabled val="1"/>
        </dgm:presLayoutVars>
      </dgm:prSet>
      <dgm:spPr/>
    </dgm:pt>
    <dgm:pt modelId="{1A620F7A-2CB2-48DA-A96D-9D8D15845AB3}" type="pres">
      <dgm:prSet presAssocID="{CE7C47BA-21CC-4771-81E6-36CB38E3EF70}" presName="sibTrans" presStyleCnt="0"/>
      <dgm:spPr/>
    </dgm:pt>
    <dgm:pt modelId="{7C466D55-2E77-46FF-B097-189FE3B098B0}" type="pres">
      <dgm:prSet presAssocID="{E5761774-9A8E-418B-9BAE-E50EE9DCED93}" presName="node" presStyleLbl="node1" presStyleIdx="4" presStyleCnt="5">
        <dgm:presLayoutVars>
          <dgm:bulletEnabled val="1"/>
        </dgm:presLayoutVars>
      </dgm:prSet>
      <dgm:spPr/>
    </dgm:pt>
  </dgm:ptLst>
  <dgm:cxnLst>
    <dgm:cxn modelId="{BAC0890F-C8E1-4384-8667-9E4B17CC0A50}" srcId="{30774DD2-DB40-42B0-A576-4B64D4B7CFB0}" destId="{1F176707-3F0C-48B5-9E35-098AB31110C7}" srcOrd="1" destOrd="0" parTransId="{D7A7C973-6AAA-4B0D-96DC-9301A0688876}" sibTransId="{E92A4729-026E-4A84-AAC5-A9495A0416AE}"/>
    <dgm:cxn modelId="{DD2F2327-A9EB-4D51-9CF0-2F7A5E5A31A6}" type="presOf" srcId="{A0BDEB77-DEAA-4FCB-921C-E9A760F6BA2E}" destId="{68CFD325-44C3-4875-8589-6BF348FDD7F4}" srcOrd="0" destOrd="0" presId="urn:microsoft.com/office/officeart/2005/8/layout/default"/>
    <dgm:cxn modelId="{84C51536-220C-4C46-9C35-25B9FEB95277}" srcId="{30774DD2-DB40-42B0-A576-4B64D4B7CFB0}" destId="{E8B22116-5A9F-4E38-9C0B-F4E6964DDCF6}" srcOrd="2" destOrd="0" parTransId="{49C8D476-4C01-4001-A912-0B84FBB1BA92}" sibTransId="{AE4ABDBD-31DD-47E0-A15E-F99D101BCAF0}"/>
    <dgm:cxn modelId="{4C0EFB3C-A812-4376-B635-771ABB3F880C}" type="presOf" srcId="{50085E69-3498-4984-9264-C16CA3498389}" destId="{31FA687A-E6BF-4297-8DA4-CBB052834D1B}" srcOrd="0" destOrd="0" presId="urn:microsoft.com/office/officeart/2005/8/layout/default"/>
    <dgm:cxn modelId="{8421153F-1EDA-4F4D-A1DB-29D5C4FF22A6}" srcId="{30774DD2-DB40-42B0-A576-4B64D4B7CFB0}" destId="{50085E69-3498-4984-9264-C16CA3498389}" srcOrd="3" destOrd="0" parTransId="{B9BA479A-6F02-438C-91EA-6AFFCD4EA0C1}" sibTransId="{CE7C47BA-21CC-4771-81E6-36CB38E3EF70}"/>
    <dgm:cxn modelId="{23253943-038D-4047-8497-0887C36D0ACB}" srcId="{30774DD2-DB40-42B0-A576-4B64D4B7CFB0}" destId="{A0BDEB77-DEAA-4FCB-921C-E9A760F6BA2E}" srcOrd="0" destOrd="0" parTransId="{31182DE3-4186-4827-8C3E-6CF8A171F04E}" sibTransId="{B3743470-AB2B-4AEE-92AB-117FB8BFE94A}"/>
    <dgm:cxn modelId="{EC2F9B66-0800-4E1E-A91D-12D1EF3D1010}" type="presOf" srcId="{E5761774-9A8E-418B-9BAE-E50EE9DCED93}" destId="{7C466D55-2E77-46FF-B097-189FE3B098B0}" srcOrd="0" destOrd="0" presId="urn:microsoft.com/office/officeart/2005/8/layout/default"/>
    <dgm:cxn modelId="{71452167-54D4-412E-A1D8-5B0EB5A7EF4F}" type="presOf" srcId="{30774DD2-DB40-42B0-A576-4B64D4B7CFB0}" destId="{ABBBFA6D-59E2-4E31-8CB0-C7431D4E820C}" srcOrd="0" destOrd="0" presId="urn:microsoft.com/office/officeart/2005/8/layout/default"/>
    <dgm:cxn modelId="{BF298071-FA4D-4F73-B547-8112345BE3C8}" type="presOf" srcId="{E8B22116-5A9F-4E38-9C0B-F4E6964DDCF6}" destId="{BEF5AF65-CA16-4446-BEA2-76BD0B0B9B40}" srcOrd="0" destOrd="0" presId="urn:microsoft.com/office/officeart/2005/8/layout/default"/>
    <dgm:cxn modelId="{FB0B9271-2038-4C00-8E8A-E933A1AE2594}" type="presOf" srcId="{1F176707-3F0C-48B5-9E35-098AB31110C7}" destId="{681AB9C2-A554-4EF2-ACB0-3E0F869190BD}" srcOrd="0" destOrd="0" presId="urn:microsoft.com/office/officeart/2005/8/layout/default"/>
    <dgm:cxn modelId="{16F805AC-5973-49D1-9834-D67C3E46B56B}" srcId="{30774DD2-DB40-42B0-A576-4B64D4B7CFB0}" destId="{E5761774-9A8E-418B-9BAE-E50EE9DCED93}" srcOrd="4" destOrd="0" parTransId="{8F5DFCE8-1CCE-42F9-9787-12F2F74B8BEF}" sibTransId="{5A9AD872-845D-4FE8-964B-0BD97E185C41}"/>
    <dgm:cxn modelId="{D3CDE948-EE0F-4D2C-9A68-A71A51FF6A55}" type="presParOf" srcId="{ABBBFA6D-59E2-4E31-8CB0-C7431D4E820C}" destId="{68CFD325-44C3-4875-8589-6BF348FDD7F4}" srcOrd="0" destOrd="0" presId="urn:microsoft.com/office/officeart/2005/8/layout/default"/>
    <dgm:cxn modelId="{36FAE0CC-0101-4B93-B7EE-C4C5C15AAAD8}" type="presParOf" srcId="{ABBBFA6D-59E2-4E31-8CB0-C7431D4E820C}" destId="{43F39EE6-7862-491E-ADDB-A1C788958294}" srcOrd="1" destOrd="0" presId="urn:microsoft.com/office/officeart/2005/8/layout/default"/>
    <dgm:cxn modelId="{FF777A76-CEF2-40E8-9583-184D5DDC1816}" type="presParOf" srcId="{ABBBFA6D-59E2-4E31-8CB0-C7431D4E820C}" destId="{681AB9C2-A554-4EF2-ACB0-3E0F869190BD}" srcOrd="2" destOrd="0" presId="urn:microsoft.com/office/officeart/2005/8/layout/default"/>
    <dgm:cxn modelId="{D58BF35B-9848-4C58-8F38-A7B89F1FBE14}" type="presParOf" srcId="{ABBBFA6D-59E2-4E31-8CB0-C7431D4E820C}" destId="{97CC0360-64DE-4975-B821-BF8DB822DC50}" srcOrd="3" destOrd="0" presId="urn:microsoft.com/office/officeart/2005/8/layout/default"/>
    <dgm:cxn modelId="{CEF45821-1192-45DD-8119-91FC1693BBA6}" type="presParOf" srcId="{ABBBFA6D-59E2-4E31-8CB0-C7431D4E820C}" destId="{BEF5AF65-CA16-4446-BEA2-76BD0B0B9B40}" srcOrd="4" destOrd="0" presId="urn:microsoft.com/office/officeart/2005/8/layout/default"/>
    <dgm:cxn modelId="{D930214B-3CCF-4481-9A87-3DCF9232ADAD}" type="presParOf" srcId="{ABBBFA6D-59E2-4E31-8CB0-C7431D4E820C}" destId="{2AC876FE-7413-484B-BB8E-CC55699D3E18}" srcOrd="5" destOrd="0" presId="urn:microsoft.com/office/officeart/2005/8/layout/default"/>
    <dgm:cxn modelId="{F1F8031C-D96F-4C2F-B534-9E4AD0553A6A}" type="presParOf" srcId="{ABBBFA6D-59E2-4E31-8CB0-C7431D4E820C}" destId="{31FA687A-E6BF-4297-8DA4-CBB052834D1B}" srcOrd="6" destOrd="0" presId="urn:microsoft.com/office/officeart/2005/8/layout/default"/>
    <dgm:cxn modelId="{39FD0FF0-F187-4757-AE40-CF865B676ED7}" type="presParOf" srcId="{ABBBFA6D-59E2-4E31-8CB0-C7431D4E820C}" destId="{1A620F7A-2CB2-48DA-A96D-9D8D15845AB3}" srcOrd="7" destOrd="0" presId="urn:microsoft.com/office/officeart/2005/8/layout/default"/>
    <dgm:cxn modelId="{FE84CFBD-7487-4DC8-8280-BC00826F2397}" type="presParOf" srcId="{ABBBFA6D-59E2-4E31-8CB0-C7431D4E820C}" destId="{7C466D55-2E77-46FF-B097-189FE3B098B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3B12E3-B803-4968-A3F8-CDF4A09EF16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3E0BDB4-68D8-48CB-AFCC-DA35E7EC71DD}">
      <dgm:prSet/>
      <dgm:spPr/>
      <dgm:t>
        <a:bodyPr/>
        <a:lstStyle/>
        <a:p>
          <a:r>
            <a:rPr lang="en-US" b="1" i="0" baseline="0"/>
            <a:t>Text:</a:t>
          </a:r>
          <a:r>
            <a:rPr lang="en-US" b="0" i="0" baseline="0"/>
            <a:t> ChatGPT, Microsoft Copilot, Google Gemini</a:t>
          </a:r>
          <a:endParaRPr lang="en-US"/>
        </a:p>
      </dgm:t>
    </dgm:pt>
    <dgm:pt modelId="{DDDD96DC-FEFD-434A-A764-0110746C9C98}" type="parTrans" cxnId="{6F9D312E-6AC1-494D-9293-5C9C599D7702}">
      <dgm:prSet/>
      <dgm:spPr/>
      <dgm:t>
        <a:bodyPr/>
        <a:lstStyle/>
        <a:p>
          <a:endParaRPr lang="en-US"/>
        </a:p>
      </dgm:t>
    </dgm:pt>
    <dgm:pt modelId="{56F7D381-DB2A-45E6-8315-8D1AB9DCEBB6}" type="sibTrans" cxnId="{6F9D312E-6AC1-494D-9293-5C9C599D7702}">
      <dgm:prSet/>
      <dgm:spPr/>
      <dgm:t>
        <a:bodyPr/>
        <a:lstStyle/>
        <a:p>
          <a:endParaRPr lang="en-US"/>
        </a:p>
      </dgm:t>
    </dgm:pt>
    <dgm:pt modelId="{75E80477-DC5B-4B4E-9ECF-D0FDA5274FC2}">
      <dgm:prSet/>
      <dgm:spPr/>
      <dgm:t>
        <a:bodyPr/>
        <a:lstStyle/>
        <a:p>
          <a:r>
            <a:rPr lang="en-US" b="1" i="0" baseline="0"/>
            <a:t>Code:</a:t>
          </a:r>
          <a:r>
            <a:rPr lang="en-US" b="0" i="0" baseline="0"/>
            <a:t> GitHub Copilot, Code4Eclipse</a:t>
          </a:r>
          <a:endParaRPr lang="en-US"/>
        </a:p>
      </dgm:t>
    </dgm:pt>
    <dgm:pt modelId="{F812A47A-1D3F-47BC-9B33-0D554D2A1D8B}" type="parTrans" cxnId="{C1566EEC-1A6D-4B67-B04C-20F9C9B7D980}">
      <dgm:prSet/>
      <dgm:spPr/>
      <dgm:t>
        <a:bodyPr/>
        <a:lstStyle/>
        <a:p>
          <a:endParaRPr lang="en-US"/>
        </a:p>
      </dgm:t>
    </dgm:pt>
    <dgm:pt modelId="{52CCBB73-8B07-4546-8DC2-E0A8B01F33B1}" type="sibTrans" cxnId="{C1566EEC-1A6D-4B67-B04C-20F9C9B7D980}">
      <dgm:prSet/>
      <dgm:spPr/>
      <dgm:t>
        <a:bodyPr/>
        <a:lstStyle/>
        <a:p>
          <a:endParaRPr lang="en-US"/>
        </a:p>
      </dgm:t>
    </dgm:pt>
    <dgm:pt modelId="{C55E68F3-F0EE-4602-A7FB-C224CB3619F8}">
      <dgm:prSet/>
      <dgm:spPr/>
      <dgm:t>
        <a:bodyPr/>
        <a:lstStyle/>
        <a:p>
          <a:r>
            <a:rPr lang="en-US" b="1" i="0" baseline="0"/>
            <a:t>Images:</a:t>
          </a:r>
          <a:r>
            <a:rPr lang="en-US" b="0" i="0" baseline="0"/>
            <a:t> DALL·E, Stable Diffusion</a:t>
          </a:r>
          <a:endParaRPr lang="en-US"/>
        </a:p>
      </dgm:t>
    </dgm:pt>
    <dgm:pt modelId="{E41EE519-E236-4F81-8B13-647544843A84}" type="parTrans" cxnId="{A5353B40-C807-40B3-8B80-3BF8FA22A69A}">
      <dgm:prSet/>
      <dgm:spPr/>
      <dgm:t>
        <a:bodyPr/>
        <a:lstStyle/>
        <a:p>
          <a:endParaRPr lang="en-US"/>
        </a:p>
      </dgm:t>
    </dgm:pt>
    <dgm:pt modelId="{A05E958A-9354-4662-BF9B-8599F99B5AD9}" type="sibTrans" cxnId="{A5353B40-C807-40B3-8B80-3BF8FA22A69A}">
      <dgm:prSet/>
      <dgm:spPr/>
      <dgm:t>
        <a:bodyPr/>
        <a:lstStyle/>
        <a:p>
          <a:endParaRPr lang="en-US"/>
        </a:p>
      </dgm:t>
    </dgm:pt>
    <dgm:pt modelId="{14DF3B95-2D31-4589-8A57-A1863BE993AB}">
      <dgm:prSet/>
      <dgm:spPr/>
      <dgm:t>
        <a:bodyPr/>
        <a:lstStyle/>
        <a:p>
          <a:r>
            <a:rPr lang="en-US" b="1" i="0" baseline="0"/>
            <a:t>Business Apps:</a:t>
          </a:r>
          <a:r>
            <a:rPr lang="en-US" b="0" i="0" baseline="0"/>
            <a:t> Copilot in Word, Excel, PowerPoint</a:t>
          </a:r>
          <a:endParaRPr lang="en-US"/>
        </a:p>
      </dgm:t>
    </dgm:pt>
    <dgm:pt modelId="{CF945386-12F5-45D4-82D2-18DEBA7003CA}" type="parTrans" cxnId="{E7031E6F-6C0A-4927-8225-232F7D1DB84D}">
      <dgm:prSet/>
      <dgm:spPr/>
      <dgm:t>
        <a:bodyPr/>
        <a:lstStyle/>
        <a:p>
          <a:endParaRPr lang="en-US"/>
        </a:p>
      </dgm:t>
    </dgm:pt>
    <dgm:pt modelId="{4C857107-AED5-40DA-A2DD-C70DBF262AE7}" type="sibTrans" cxnId="{E7031E6F-6C0A-4927-8225-232F7D1DB84D}">
      <dgm:prSet/>
      <dgm:spPr/>
      <dgm:t>
        <a:bodyPr/>
        <a:lstStyle/>
        <a:p>
          <a:endParaRPr lang="en-US"/>
        </a:p>
      </dgm:t>
    </dgm:pt>
    <dgm:pt modelId="{38CC0A11-F2D7-4DF4-9874-4E9A32B3C4E8}" type="pres">
      <dgm:prSet presAssocID="{F73B12E3-B803-4968-A3F8-CDF4A09EF163}" presName="root" presStyleCnt="0">
        <dgm:presLayoutVars>
          <dgm:dir/>
          <dgm:resizeHandles val="exact"/>
        </dgm:presLayoutVars>
      </dgm:prSet>
      <dgm:spPr/>
    </dgm:pt>
    <dgm:pt modelId="{9BCE008D-BD82-48CA-AA43-D9AC2D0D858E}" type="pres">
      <dgm:prSet presAssocID="{F73B12E3-B803-4968-A3F8-CDF4A09EF163}" presName="container" presStyleCnt="0">
        <dgm:presLayoutVars>
          <dgm:dir/>
          <dgm:resizeHandles val="exact"/>
        </dgm:presLayoutVars>
      </dgm:prSet>
      <dgm:spPr/>
    </dgm:pt>
    <dgm:pt modelId="{8D18E2F5-A498-4EAB-A7C1-76FF65810682}" type="pres">
      <dgm:prSet presAssocID="{03E0BDB4-68D8-48CB-AFCC-DA35E7EC71DD}" presName="compNode" presStyleCnt="0"/>
      <dgm:spPr/>
    </dgm:pt>
    <dgm:pt modelId="{5C78FD2F-F5CC-42C4-BC05-8724780F7E62}" type="pres">
      <dgm:prSet presAssocID="{03E0BDB4-68D8-48CB-AFCC-DA35E7EC71DD}" presName="iconBgRect" presStyleLbl="bgShp" presStyleIdx="0" presStyleCnt="4"/>
      <dgm:spPr/>
    </dgm:pt>
    <dgm:pt modelId="{7DF780EE-E509-4DA4-ADD9-E753D504A07C}" type="pres">
      <dgm:prSet presAssocID="{03E0BDB4-68D8-48CB-AFCC-DA35E7EC71D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364A1737-AF8F-4148-B620-B05BF6B08295}" type="pres">
      <dgm:prSet presAssocID="{03E0BDB4-68D8-48CB-AFCC-DA35E7EC71DD}" presName="spaceRect" presStyleCnt="0"/>
      <dgm:spPr/>
    </dgm:pt>
    <dgm:pt modelId="{A5E6FC4C-971F-4750-8154-C10FB3A72F69}" type="pres">
      <dgm:prSet presAssocID="{03E0BDB4-68D8-48CB-AFCC-DA35E7EC71DD}" presName="textRect" presStyleLbl="revTx" presStyleIdx="0" presStyleCnt="4">
        <dgm:presLayoutVars>
          <dgm:chMax val="1"/>
          <dgm:chPref val="1"/>
        </dgm:presLayoutVars>
      </dgm:prSet>
      <dgm:spPr/>
    </dgm:pt>
    <dgm:pt modelId="{A8F6A8C1-0DD1-42FF-9F79-160990E3CF5C}" type="pres">
      <dgm:prSet presAssocID="{56F7D381-DB2A-45E6-8315-8D1AB9DCEBB6}" presName="sibTrans" presStyleLbl="sibTrans2D1" presStyleIdx="0" presStyleCnt="0"/>
      <dgm:spPr/>
    </dgm:pt>
    <dgm:pt modelId="{C8450522-D90E-4E3C-ACE5-34D38ACA5A70}" type="pres">
      <dgm:prSet presAssocID="{75E80477-DC5B-4B4E-9ECF-D0FDA5274FC2}" presName="compNode" presStyleCnt="0"/>
      <dgm:spPr/>
    </dgm:pt>
    <dgm:pt modelId="{8DFEE77B-4761-4D93-A851-61F7F56AFE7C}" type="pres">
      <dgm:prSet presAssocID="{75E80477-DC5B-4B4E-9ECF-D0FDA5274FC2}" presName="iconBgRect" presStyleLbl="bgShp" presStyleIdx="1" presStyleCnt="4"/>
      <dgm:spPr/>
    </dgm:pt>
    <dgm:pt modelId="{3E0EDF90-1973-4C4F-BFF3-305AFB0B8E17}" type="pres">
      <dgm:prSet presAssocID="{75E80477-DC5B-4B4E-9ECF-D0FDA5274FC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CCC9635B-D3C7-465F-9045-93C19B71E30C}" type="pres">
      <dgm:prSet presAssocID="{75E80477-DC5B-4B4E-9ECF-D0FDA5274FC2}" presName="spaceRect" presStyleCnt="0"/>
      <dgm:spPr/>
    </dgm:pt>
    <dgm:pt modelId="{379150D1-C094-488C-8969-CC61917399F9}" type="pres">
      <dgm:prSet presAssocID="{75E80477-DC5B-4B4E-9ECF-D0FDA5274FC2}" presName="textRect" presStyleLbl="revTx" presStyleIdx="1" presStyleCnt="4">
        <dgm:presLayoutVars>
          <dgm:chMax val="1"/>
          <dgm:chPref val="1"/>
        </dgm:presLayoutVars>
      </dgm:prSet>
      <dgm:spPr/>
    </dgm:pt>
    <dgm:pt modelId="{9D5993A9-9C60-48C1-B6AF-7B2F966370FD}" type="pres">
      <dgm:prSet presAssocID="{52CCBB73-8B07-4546-8DC2-E0A8B01F33B1}" presName="sibTrans" presStyleLbl="sibTrans2D1" presStyleIdx="0" presStyleCnt="0"/>
      <dgm:spPr/>
    </dgm:pt>
    <dgm:pt modelId="{1C5B699C-051C-4C61-AE7B-8AD9795CC955}" type="pres">
      <dgm:prSet presAssocID="{C55E68F3-F0EE-4602-A7FB-C224CB3619F8}" presName="compNode" presStyleCnt="0"/>
      <dgm:spPr/>
    </dgm:pt>
    <dgm:pt modelId="{A57F8B73-16D5-4B95-A234-7DC7B307DD06}" type="pres">
      <dgm:prSet presAssocID="{C55E68F3-F0EE-4602-A7FB-C224CB3619F8}" presName="iconBgRect" presStyleLbl="bgShp" presStyleIdx="2" presStyleCnt="4"/>
      <dgm:spPr/>
    </dgm:pt>
    <dgm:pt modelId="{D08BD386-D35B-4A3E-B76E-7BECE7079B6F}" type="pres">
      <dgm:prSet presAssocID="{C55E68F3-F0EE-4602-A7FB-C224CB3619F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6C42452A-EBA9-4343-9049-06D68BDA09EA}" type="pres">
      <dgm:prSet presAssocID="{C55E68F3-F0EE-4602-A7FB-C224CB3619F8}" presName="spaceRect" presStyleCnt="0"/>
      <dgm:spPr/>
    </dgm:pt>
    <dgm:pt modelId="{70916910-DE69-4083-AB58-CC1A0644BADD}" type="pres">
      <dgm:prSet presAssocID="{C55E68F3-F0EE-4602-A7FB-C224CB3619F8}" presName="textRect" presStyleLbl="revTx" presStyleIdx="2" presStyleCnt="4">
        <dgm:presLayoutVars>
          <dgm:chMax val="1"/>
          <dgm:chPref val="1"/>
        </dgm:presLayoutVars>
      </dgm:prSet>
      <dgm:spPr/>
    </dgm:pt>
    <dgm:pt modelId="{A549C63E-F0CE-493C-A55D-5A5C0461D160}" type="pres">
      <dgm:prSet presAssocID="{A05E958A-9354-4662-BF9B-8599F99B5AD9}" presName="sibTrans" presStyleLbl="sibTrans2D1" presStyleIdx="0" presStyleCnt="0"/>
      <dgm:spPr/>
    </dgm:pt>
    <dgm:pt modelId="{401F7591-E894-4263-A1F2-4827671AF4DD}" type="pres">
      <dgm:prSet presAssocID="{14DF3B95-2D31-4589-8A57-A1863BE993AB}" presName="compNode" presStyleCnt="0"/>
      <dgm:spPr/>
    </dgm:pt>
    <dgm:pt modelId="{9E67A480-D658-49DD-B505-3A71C956E268}" type="pres">
      <dgm:prSet presAssocID="{14DF3B95-2D31-4589-8A57-A1863BE993AB}" presName="iconBgRect" presStyleLbl="bgShp" presStyleIdx="3" presStyleCnt="4"/>
      <dgm:spPr/>
    </dgm:pt>
    <dgm:pt modelId="{D2E2674C-3079-490C-B71A-739F1389B590}" type="pres">
      <dgm:prSet presAssocID="{14DF3B95-2D31-4589-8A57-A1863BE993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BDB92567-FA98-4731-ADD9-6EAAFF813981}" type="pres">
      <dgm:prSet presAssocID="{14DF3B95-2D31-4589-8A57-A1863BE993AB}" presName="spaceRect" presStyleCnt="0"/>
      <dgm:spPr/>
    </dgm:pt>
    <dgm:pt modelId="{B8FD657A-19B5-42F9-B75C-59ADB60AF73D}" type="pres">
      <dgm:prSet presAssocID="{14DF3B95-2D31-4589-8A57-A1863BE993A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834B525-C787-4C29-AFA6-E472863E565A}" type="presOf" srcId="{F73B12E3-B803-4968-A3F8-CDF4A09EF163}" destId="{38CC0A11-F2D7-4DF4-9874-4E9A32B3C4E8}" srcOrd="0" destOrd="0" presId="urn:microsoft.com/office/officeart/2018/2/layout/IconCircleList"/>
    <dgm:cxn modelId="{6F9D312E-6AC1-494D-9293-5C9C599D7702}" srcId="{F73B12E3-B803-4968-A3F8-CDF4A09EF163}" destId="{03E0BDB4-68D8-48CB-AFCC-DA35E7EC71DD}" srcOrd="0" destOrd="0" parTransId="{DDDD96DC-FEFD-434A-A764-0110746C9C98}" sibTransId="{56F7D381-DB2A-45E6-8315-8D1AB9DCEBB6}"/>
    <dgm:cxn modelId="{C0AEB535-1422-4D7A-BDD1-E1DDD3B7FE89}" type="presOf" srcId="{56F7D381-DB2A-45E6-8315-8D1AB9DCEBB6}" destId="{A8F6A8C1-0DD1-42FF-9F79-160990E3CF5C}" srcOrd="0" destOrd="0" presId="urn:microsoft.com/office/officeart/2018/2/layout/IconCircleList"/>
    <dgm:cxn modelId="{A5353B40-C807-40B3-8B80-3BF8FA22A69A}" srcId="{F73B12E3-B803-4968-A3F8-CDF4A09EF163}" destId="{C55E68F3-F0EE-4602-A7FB-C224CB3619F8}" srcOrd="2" destOrd="0" parTransId="{E41EE519-E236-4F81-8B13-647544843A84}" sibTransId="{A05E958A-9354-4662-BF9B-8599F99B5AD9}"/>
    <dgm:cxn modelId="{E7031E6F-6C0A-4927-8225-232F7D1DB84D}" srcId="{F73B12E3-B803-4968-A3F8-CDF4A09EF163}" destId="{14DF3B95-2D31-4589-8A57-A1863BE993AB}" srcOrd="3" destOrd="0" parTransId="{CF945386-12F5-45D4-82D2-18DEBA7003CA}" sibTransId="{4C857107-AED5-40DA-A2DD-C70DBF262AE7}"/>
    <dgm:cxn modelId="{AB25FA8E-1AC9-4CEF-9459-2D7C0E690E9C}" type="presOf" srcId="{C55E68F3-F0EE-4602-A7FB-C224CB3619F8}" destId="{70916910-DE69-4083-AB58-CC1A0644BADD}" srcOrd="0" destOrd="0" presId="urn:microsoft.com/office/officeart/2018/2/layout/IconCircleList"/>
    <dgm:cxn modelId="{B2C4799C-524D-45BC-A3BE-9FCEEC3D36C5}" type="presOf" srcId="{A05E958A-9354-4662-BF9B-8599F99B5AD9}" destId="{A549C63E-F0CE-493C-A55D-5A5C0461D160}" srcOrd="0" destOrd="0" presId="urn:microsoft.com/office/officeart/2018/2/layout/IconCircleList"/>
    <dgm:cxn modelId="{BB1B86A7-4581-4540-BECD-8D2FBE100C61}" type="presOf" srcId="{52CCBB73-8B07-4546-8DC2-E0A8B01F33B1}" destId="{9D5993A9-9C60-48C1-B6AF-7B2F966370FD}" srcOrd="0" destOrd="0" presId="urn:microsoft.com/office/officeart/2018/2/layout/IconCircleList"/>
    <dgm:cxn modelId="{6BC279CE-1361-40C9-9542-3238558AFFDF}" type="presOf" srcId="{75E80477-DC5B-4B4E-9ECF-D0FDA5274FC2}" destId="{379150D1-C094-488C-8969-CC61917399F9}" srcOrd="0" destOrd="0" presId="urn:microsoft.com/office/officeart/2018/2/layout/IconCircleList"/>
    <dgm:cxn modelId="{714D18EA-9882-46CC-9FA4-37322E04DCBE}" type="presOf" srcId="{03E0BDB4-68D8-48CB-AFCC-DA35E7EC71DD}" destId="{A5E6FC4C-971F-4750-8154-C10FB3A72F69}" srcOrd="0" destOrd="0" presId="urn:microsoft.com/office/officeart/2018/2/layout/IconCircleList"/>
    <dgm:cxn modelId="{C1566EEC-1A6D-4B67-B04C-20F9C9B7D980}" srcId="{F73B12E3-B803-4968-A3F8-CDF4A09EF163}" destId="{75E80477-DC5B-4B4E-9ECF-D0FDA5274FC2}" srcOrd="1" destOrd="0" parTransId="{F812A47A-1D3F-47BC-9B33-0D554D2A1D8B}" sibTransId="{52CCBB73-8B07-4546-8DC2-E0A8B01F33B1}"/>
    <dgm:cxn modelId="{8A7C91EC-27A8-4BB9-B80E-15AE416A14CA}" type="presOf" srcId="{14DF3B95-2D31-4589-8A57-A1863BE993AB}" destId="{B8FD657A-19B5-42F9-B75C-59ADB60AF73D}" srcOrd="0" destOrd="0" presId="urn:microsoft.com/office/officeart/2018/2/layout/IconCircleList"/>
    <dgm:cxn modelId="{876E0991-CDFB-47D1-98DD-AA5D32EE98AC}" type="presParOf" srcId="{38CC0A11-F2D7-4DF4-9874-4E9A32B3C4E8}" destId="{9BCE008D-BD82-48CA-AA43-D9AC2D0D858E}" srcOrd="0" destOrd="0" presId="urn:microsoft.com/office/officeart/2018/2/layout/IconCircleList"/>
    <dgm:cxn modelId="{669DC73C-A69A-4C48-AB44-315113D32AFB}" type="presParOf" srcId="{9BCE008D-BD82-48CA-AA43-D9AC2D0D858E}" destId="{8D18E2F5-A498-4EAB-A7C1-76FF65810682}" srcOrd="0" destOrd="0" presId="urn:microsoft.com/office/officeart/2018/2/layout/IconCircleList"/>
    <dgm:cxn modelId="{D71B2C50-0DF1-47F1-8495-8913820A4348}" type="presParOf" srcId="{8D18E2F5-A498-4EAB-A7C1-76FF65810682}" destId="{5C78FD2F-F5CC-42C4-BC05-8724780F7E62}" srcOrd="0" destOrd="0" presId="urn:microsoft.com/office/officeart/2018/2/layout/IconCircleList"/>
    <dgm:cxn modelId="{D3B72D25-024D-4008-9432-F17AB46E7C46}" type="presParOf" srcId="{8D18E2F5-A498-4EAB-A7C1-76FF65810682}" destId="{7DF780EE-E509-4DA4-ADD9-E753D504A07C}" srcOrd="1" destOrd="0" presId="urn:microsoft.com/office/officeart/2018/2/layout/IconCircleList"/>
    <dgm:cxn modelId="{50ED2D3A-5BEF-4CBE-8556-CFFDD5207F60}" type="presParOf" srcId="{8D18E2F5-A498-4EAB-A7C1-76FF65810682}" destId="{364A1737-AF8F-4148-B620-B05BF6B08295}" srcOrd="2" destOrd="0" presId="urn:microsoft.com/office/officeart/2018/2/layout/IconCircleList"/>
    <dgm:cxn modelId="{2B150B4C-3813-4566-8250-A5D4916501DB}" type="presParOf" srcId="{8D18E2F5-A498-4EAB-A7C1-76FF65810682}" destId="{A5E6FC4C-971F-4750-8154-C10FB3A72F69}" srcOrd="3" destOrd="0" presId="urn:microsoft.com/office/officeart/2018/2/layout/IconCircleList"/>
    <dgm:cxn modelId="{9C261176-FB52-48C9-8645-1494E9DD8179}" type="presParOf" srcId="{9BCE008D-BD82-48CA-AA43-D9AC2D0D858E}" destId="{A8F6A8C1-0DD1-42FF-9F79-160990E3CF5C}" srcOrd="1" destOrd="0" presId="urn:microsoft.com/office/officeart/2018/2/layout/IconCircleList"/>
    <dgm:cxn modelId="{76BA99B7-E2A7-4FE9-9D02-8649057CA4CC}" type="presParOf" srcId="{9BCE008D-BD82-48CA-AA43-D9AC2D0D858E}" destId="{C8450522-D90E-4E3C-ACE5-34D38ACA5A70}" srcOrd="2" destOrd="0" presId="urn:microsoft.com/office/officeart/2018/2/layout/IconCircleList"/>
    <dgm:cxn modelId="{708DBADF-3FED-4DEF-A989-AED195BCE023}" type="presParOf" srcId="{C8450522-D90E-4E3C-ACE5-34D38ACA5A70}" destId="{8DFEE77B-4761-4D93-A851-61F7F56AFE7C}" srcOrd="0" destOrd="0" presId="urn:microsoft.com/office/officeart/2018/2/layout/IconCircleList"/>
    <dgm:cxn modelId="{6EAF808A-B95A-436B-BFCF-A37221009A91}" type="presParOf" srcId="{C8450522-D90E-4E3C-ACE5-34D38ACA5A70}" destId="{3E0EDF90-1973-4C4F-BFF3-305AFB0B8E17}" srcOrd="1" destOrd="0" presId="urn:microsoft.com/office/officeart/2018/2/layout/IconCircleList"/>
    <dgm:cxn modelId="{90872795-FE2C-4962-8341-A645E9095A45}" type="presParOf" srcId="{C8450522-D90E-4E3C-ACE5-34D38ACA5A70}" destId="{CCC9635B-D3C7-465F-9045-93C19B71E30C}" srcOrd="2" destOrd="0" presId="urn:microsoft.com/office/officeart/2018/2/layout/IconCircleList"/>
    <dgm:cxn modelId="{438C201A-5DE9-4742-9680-CDE9270BBE0D}" type="presParOf" srcId="{C8450522-D90E-4E3C-ACE5-34D38ACA5A70}" destId="{379150D1-C094-488C-8969-CC61917399F9}" srcOrd="3" destOrd="0" presId="urn:microsoft.com/office/officeart/2018/2/layout/IconCircleList"/>
    <dgm:cxn modelId="{AA89B86C-1083-4D07-B2C7-42AD433AE331}" type="presParOf" srcId="{9BCE008D-BD82-48CA-AA43-D9AC2D0D858E}" destId="{9D5993A9-9C60-48C1-B6AF-7B2F966370FD}" srcOrd="3" destOrd="0" presId="urn:microsoft.com/office/officeart/2018/2/layout/IconCircleList"/>
    <dgm:cxn modelId="{6B7DFCB5-A126-46E9-BC36-D5AFC3774262}" type="presParOf" srcId="{9BCE008D-BD82-48CA-AA43-D9AC2D0D858E}" destId="{1C5B699C-051C-4C61-AE7B-8AD9795CC955}" srcOrd="4" destOrd="0" presId="urn:microsoft.com/office/officeart/2018/2/layout/IconCircleList"/>
    <dgm:cxn modelId="{A83D5965-BA20-438A-8C7B-56EC67E6F27A}" type="presParOf" srcId="{1C5B699C-051C-4C61-AE7B-8AD9795CC955}" destId="{A57F8B73-16D5-4B95-A234-7DC7B307DD06}" srcOrd="0" destOrd="0" presId="urn:microsoft.com/office/officeart/2018/2/layout/IconCircleList"/>
    <dgm:cxn modelId="{F29F5ED5-D2E2-4CE1-931E-EF237A1B39DF}" type="presParOf" srcId="{1C5B699C-051C-4C61-AE7B-8AD9795CC955}" destId="{D08BD386-D35B-4A3E-B76E-7BECE7079B6F}" srcOrd="1" destOrd="0" presId="urn:microsoft.com/office/officeart/2018/2/layout/IconCircleList"/>
    <dgm:cxn modelId="{9E40B75C-99F8-4BC9-8451-99C3211E4C3A}" type="presParOf" srcId="{1C5B699C-051C-4C61-AE7B-8AD9795CC955}" destId="{6C42452A-EBA9-4343-9049-06D68BDA09EA}" srcOrd="2" destOrd="0" presId="urn:microsoft.com/office/officeart/2018/2/layout/IconCircleList"/>
    <dgm:cxn modelId="{53AA20A8-C4FD-44E6-B678-597A6EF01CAC}" type="presParOf" srcId="{1C5B699C-051C-4C61-AE7B-8AD9795CC955}" destId="{70916910-DE69-4083-AB58-CC1A0644BADD}" srcOrd="3" destOrd="0" presId="urn:microsoft.com/office/officeart/2018/2/layout/IconCircleList"/>
    <dgm:cxn modelId="{3742B6AE-907C-4333-841B-E841203C3E80}" type="presParOf" srcId="{9BCE008D-BD82-48CA-AA43-D9AC2D0D858E}" destId="{A549C63E-F0CE-493C-A55D-5A5C0461D160}" srcOrd="5" destOrd="0" presId="urn:microsoft.com/office/officeart/2018/2/layout/IconCircleList"/>
    <dgm:cxn modelId="{6663BCAA-7A2E-4DB2-8F67-737FBEC8FD75}" type="presParOf" srcId="{9BCE008D-BD82-48CA-AA43-D9AC2D0D858E}" destId="{401F7591-E894-4263-A1F2-4827671AF4DD}" srcOrd="6" destOrd="0" presId="urn:microsoft.com/office/officeart/2018/2/layout/IconCircleList"/>
    <dgm:cxn modelId="{9CA68C3E-F601-4BA1-93D2-B2C157F1989E}" type="presParOf" srcId="{401F7591-E894-4263-A1F2-4827671AF4DD}" destId="{9E67A480-D658-49DD-B505-3A71C956E268}" srcOrd="0" destOrd="0" presId="urn:microsoft.com/office/officeart/2018/2/layout/IconCircleList"/>
    <dgm:cxn modelId="{E48BFD54-8275-40A0-81A4-D4366A9F5941}" type="presParOf" srcId="{401F7591-E894-4263-A1F2-4827671AF4DD}" destId="{D2E2674C-3079-490C-B71A-739F1389B590}" srcOrd="1" destOrd="0" presId="urn:microsoft.com/office/officeart/2018/2/layout/IconCircleList"/>
    <dgm:cxn modelId="{F144C26F-67EC-4EB1-A1DD-07ADDBCACA5A}" type="presParOf" srcId="{401F7591-E894-4263-A1F2-4827671AF4DD}" destId="{BDB92567-FA98-4731-ADD9-6EAAFF813981}" srcOrd="2" destOrd="0" presId="urn:microsoft.com/office/officeart/2018/2/layout/IconCircleList"/>
    <dgm:cxn modelId="{17BAAA8B-B968-4B86-82B8-A9EC4BC34A22}" type="presParOf" srcId="{401F7591-E894-4263-A1F2-4827671AF4DD}" destId="{B8FD657A-19B5-42F9-B75C-59ADB60AF73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0B9FAA-CC65-4CE1-A25C-4F564683D50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860521-79CB-40B4-BF54-708587F56250}">
      <dgm:prSet/>
      <dgm:spPr/>
      <dgm:t>
        <a:bodyPr/>
        <a:lstStyle/>
        <a:p>
          <a:r>
            <a:rPr lang="en-US" b="1" i="0" baseline="0" dirty="0"/>
            <a:t>Code Autocompletion</a:t>
          </a:r>
          <a:r>
            <a:rPr lang="en-US" b="0" i="0" baseline="0" dirty="0"/>
            <a:t>: Functions, loops, boilerplate code</a:t>
          </a:r>
          <a:endParaRPr lang="en-US" dirty="0"/>
        </a:p>
      </dgm:t>
    </dgm:pt>
    <dgm:pt modelId="{1FC3A7CB-F85E-422E-A1D7-CA50C0DF1BF8}" type="parTrans" cxnId="{E7DD0497-90DE-454C-A037-353B3F8AAB12}">
      <dgm:prSet/>
      <dgm:spPr/>
      <dgm:t>
        <a:bodyPr/>
        <a:lstStyle/>
        <a:p>
          <a:endParaRPr lang="en-US"/>
        </a:p>
      </dgm:t>
    </dgm:pt>
    <dgm:pt modelId="{43EDC172-AFEA-4E8B-B928-7E31D16F5A5C}" type="sibTrans" cxnId="{E7DD0497-90DE-454C-A037-353B3F8AAB12}">
      <dgm:prSet/>
      <dgm:spPr/>
      <dgm:t>
        <a:bodyPr/>
        <a:lstStyle/>
        <a:p>
          <a:endParaRPr lang="en-US"/>
        </a:p>
      </dgm:t>
    </dgm:pt>
    <dgm:pt modelId="{F34CF136-94E3-43CF-BA8A-404D4F7610E3}">
      <dgm:prSet/>
      <dgm:spPr/>
      <dgm:t>
        <a:bodyPr/>
        <a:lstStyle/>
        <a:p>
          <a:r>
            <a:rPr lang="en-US" b="1" i="0" baseline="0" dirty="0"/>
            <a:t>Documentation Generation</a:t>
          </a:r>
          <a:r>
            <a:rPr lang="en-US" b="0" i="0" baseline="0" dirty="0"/>
            <a:t>: Explains code snippets</a:t>
          </a:r>
          <a:endParaRPr lang="en-US" dirty="0"/>
        </a:p>
      </dgm:t>
    </dgm:pt>
    <dgm:pt modelId="{382599A3-295A-46B4-B90D-B1446470C2CD}" type="parTrans" cxnId="{6ECEAE9F-C173-4BC3-A408-A813C16E77C2}">
      <dgm:prSet/>
      <dgm:spPr/>
      <dgm:t>
        <a:bodyPr/>
        <a:lstStyle/>
        <a:p>
          <a:endParaRPr lang="en-US"/>
        </a:p>
      </dgm:t>
    </dgm:pt>
    <dgm:pt modelId="{037873DE-01CE-46F1-8DE0-58835CA842C4}" type="sibTrans" cxnId="{6ECEAE9F-C173-4BC3-A408-A813C16E77C2}">
      <dgm:prSet/>
      <dgm:spPr/>
      <dgm:t>
        <a:bodyPr/>
        <a:lstStyle/>
        <a:p>
          <a:endParaRPr lang="en-US"/>
        </a:p>
      </dgm:t>
    </dgm:pt>
    <dgm:pt modelId="{DF9C2D53-3001-4BDD-991D-E5C8C86AC11D}">
      <dgm:prSet/>
      <dgm:spPr/>
      <dgm:t>
        <a:bodyPr/>
        <a:lstStyle/>
        <a:p>
          <a:r>
            <a:rPr lang="en-US" b="1" i="0" baseline="0" dirty="0"/>
            <a:t>Test Creation</a:t>
          </a:r>
          <a:r>
            <a:rPr lang="en-US" b="0" i="0" baseline="0" dirty="0"/>
            <a:t>: Suggests unit tests automatically</a:t>
          </a:r>
          <a:endParaRPr lang="en-US" dirty="0"/>
        </a:p>
      </dgm:t>
    </dgm:pt>
    <dgm:pt modelId="{7255E07F-21BB-4F4E-95C4-EAC7B473DF7B}" type="parTrans" cxnId="{4700C5F2-5AF4-4E35-BFDF-CF5E465CF26B}">
      <dgm:prSet/>
      <dgm:spPr/>
      <dgm:t>
        <a:bodyPr/>
        <a:lstStyle/>
        <a:p>
          <a:endParaRPr lang="en-US"/>
        </a:p>
      </dgm:t>
    </dgm:pt>
    <dgm:pt modelId="{28188EC4-D632-41A1-BCFE-1DD8CFCCDD4E}" type="sibTrans" cxnId="{4700C5F2-5AF4-4E35-BFDF-CF5E465CF26B}">
      <dgm:prSet/>
      <dgm:spPr/>
      <dgm:t>
        <a:bodyPr/>
        <a:lstStyle/>
        <a:p>
          <a:endParaRPr lang="en-US"/>
        </a:p>
      </dgm:t>
    </dgm:pt>
    <dgm:pt modelId="{1CF6A625-8373-47D6-A688-4961DC97B514}">
      <dgm:prSet/>
      <dgm:spPr/>
      <dgm:t>
        <a:bodyPr/>
        <a:lstStyle/>
        <a:p>
          <a:r>
            <a:rPr lang="en-US" b="1" i="0" baseline="0" dirty="0"/>
            <a:t>Chat Interface</a:t>
          </a:r>
          <a:r>
            <a:rPr lang="en-US" b="0" i="0" baseline="0" dirty="0"/>
            <a:t>: Conversational coding support (Copilot Chat)</a:t>
          </a:r>
          <a:endParaRPr lang="en-US" dirty="0"/>
        </a:p>
      </dgm:t>
    </dgm:pt>
    <dgm:pt modelId="{32D2A7AF-9EC6-45F0-A419-11B26DBE8FF1}" type="parTrans" cxnId="{E5F97B69-DFAA-499E-BB21-084AD259E971}">
      <dgm:prSet/>
      <dgm:spPr/>
      <dgm:t>
        <a:bodyPr/>
        <a:lstStyle/>
        <a:p>
          <a:endParaRPr lang="en-US"/>
        </a:p>
      </dgm:t>
    </dgm:pt>
    <dgm:pt modelId="{39A98F73-066A-4271-B9FB-E52305C69BFA}" type="sibTrans" cxnId="{E5F97B69-DFAA-499E-BB21-084AD259E971}">
      <dgm:prSet/>
      <dgm:spPr/>
      <dgm:t>
        <a:bodyPr/>
        <a:lstStyle/>
        <a:p>
          <a:endParaRPr lang="en-US"/>
        </a:p>
      </dgm:t>
    </dgm:pt>
    <dgm:pt modelId="{1CCBDE4E-62A0-4A8C-9388-E6D08F643F6D}">
      <dgm:prSet/>
      <dgm:spPr/>
      <dgm:t>
        <a:bodyPr/>
        <a:lstStyle/>
        <a:p>
          <a:r>
            <a:rPr lang="en-US" b="1" i="0" baseline="0" dirty="0"/>
            <a:t>Multi-File Understanding</a:t>
          </a:r>
          <a:r>
            <a:rPr lang="en-US" b="0" i="0" baseline="0" dirty="0"/>
            <a:t>: Context across entire projects</a:t>
          </a:r>
          <a:endParaRPr lang="en-US" dirty="0"/>
        </a:p>
      </dgm:t>
    </dgm:pt>
    <dgm:pt modelId="{72DD3679-8D1F-49B9-B03C-2B516B510398}" type="parTrans" cxnId="{91C2CEF7-F7F2-419C-922C-08CBDF5E7572}">
      <dgm:prSet/>
      <dgm:spPr/>
      <dgm:t>
        <a:bodyPr/>
        <a:lstStyle/>
        <a:p>
          <a:endParaRPr lang="en-US"/>
        </a:p>
      </dgm:t>
    </dgm:pt>
    <dgm:pt modelId="{AFE0C731-2E9A-4B90-9490-C96832AD0571}" type="sibTrans" cxnId="{91C2CEF7-F7F2-419C-922C-08CBDF5E7572}">
      <dgm:prSet/>
      <dgm:spPr/>
      <dgm:t>
        <a:bodyPr/>
        <a:lstStyle/>
        <a:p>
          <a:endParaRPr lang="en-US"/>
        </a:p>
      </dgm:t>
    </dgm:pt>
    <dgm:pt modelId="{5328FFD9-F5E6-4AC5-8EDD-D2250358CE90}" type="pres">
      <dgm:prSet presAssocID="{380B9FAA-CC65-4CE1-A25C-4F564683D501}" presName="root" presStyleCnt="0">
        <dgm:presLayoutVars>
          <dgm:dir/>
          <dgm:resizeHandles val="exact"/>
        </dgm:presLayoutVars>
      </dgm:prSet>
      <dgm:spPr/>
    </dgm:pt>
    <dgm:pt modelId="{F3BB1888-4AA0-4794-990C-591B2545149E}" type="pres">
      <dgm:prSet presAssocID="{ED860521-79CB-40B4-BF54-708587F56250}" presName="compNode" presStyleCnt="0"/>
      <dgm:spPr/>
    </dgm:pt>
    <dgm:pt modelId="{78F13206-7C13-40C7-8E65-BB7BE641CDDD}" type="pres">
      <dgm:prSet presAssocID="{ED860521-79CB-40B4-BF54-708587F56250}" presName="bgRect" presStyleLbl="bgShp" presStyleIdx="0" presStyleCnt="5"/>
      <dgm:spPr/>
    </dgm:pt>
    <dgm:pt modelId="{193ED52B-B8DF-4243-9D62-953A6F6BB30F}" type="pres">
      <dgm:prSet presAssocID="{ED860521-79CB-40B4-BF54-708587F5625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CDEB706-4767-41AC-977B-F3844F05599A}" type="pres">
      <dgm:prSet presAssocID="{ED860521-79CB-40B4-BF54-708587F56250}" presName="spaceRect" presStyleCnt="0"/>
      <dgm:spPr/>
    </dgm:pt>
    <dgm:pt modelId="{C5019ED9-9E6B-4C1B-B74E-1986FF749E60}" type="pres">
      <dgm:prSet presAssocID="{ED860521-79CB-40B4-BF54-708587F56250}" presName="parTx" presStyleLbl="revTx" presStyleIdx="0" presStyleCnt="5">
        <dgm:presLayoutVars>
          <dgm:chMax val="0"/>
          <dgm:chPref val="0"/>
        </dgm:presLayoutVars>
      </dgm:prSet>
      <dgm:spPr/>
    </dgm:pt>
    <dgm:pt modelId="{824A2566-2515-457F-AEB4-6273F35051FC}" type="pres">
      <dgm:prSet presAssocID="{43EDC172-AFEA-4E8B-B928-7E31D16F5A5C}" presName="sibTrans" presStyleCnt="0"/>
      <dgm:spPr/>
    </dgm:pt>
    <dgm:pt modelId="{63A33373-CBD0-4B63-9B03-9E7900994E91}" type="pres">
      <dgm:prSet presAssocID="{F34CF136-94E3-43CF-BA8A-404D4F7610E3}" presName="compNode" presStyleCnt="0"/>
      <dgm:spPr/>
    </dgm:pt>
    <dgm:pt modelId="{8FBF227A-14F9-4B65-A49B-2B5EF5D1B367}" type="pres">
      <dgm:prSet presAssocID="{F34CF136-94E3-43CF-BA8A-404D4F7610E3}" presName="bgRect" presStyleLbl="bgShp" presStyleIdx="1" presStyleCnt="5"/>
      <dgm:spPr/>
    </dgm:pt>
    <dgm:pt modelId="{B3F5F2A8-D7A0-4A37-8F88-4C5A007A8578}" type="pres">
      <dgm:prSet presAssocID="{F34CF136-94E3-43CF-BA8A-404D4F7610E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17EC687-E9A9-47D2-959E-BF2D0B6DD541}" type="pres">
      <dgm:prSet presAssocID="{F34CF136-94E3-43CF-BA8A-404D4F7610E3}" presName="spaceRect" presStyleCnt="0"/>
      <dgm:spPr/>
    </dgm:pt>
    <dgm:pt modelId="{B2C5BE30-2B29-4F61-AF08-092428768FA7}" type="pres">
      <dgm:prSet presAssocID="{F34CF136-94E3-43CF-BA8A-404D4F7610E3}" presName="parTx" presStyleLbl="revTx" presStyleIdx="1" presStyleCnt="5">
        <dgm:presLayoutVars>
          <dgm:chMax val="0"/>
          <dgm:chPref val="0"/>
        </dgm:presLayoutVars>
      </dgm:prSet>
      <dgm:spPr/>
    </dgm:pt>
    <dgm:pt modelId="{5A612FD5-FA88-4B33-9B7A-572F8CFB6CCA}" type="pres">
      <dgm:prSet presAssocID="{037873DE-01CE-46F1-8DE0-58835CA842C4}" presName="sibTrans" presStyleCnt="0"/>
      <dgm:spPr/>
    </dgm:pt>
    <dgm:pt modelId="{F40DFC79-4050-44B0-956F-1C7C1294F1B7}" type="pres">
      <dgm:prSet presAssocID="{DF9C2D53-3001-4BDD-991D-E5C8C86AC11D}" presName="compNode" presStyleCnt="0"/>
      <dgm:spPr/>
    </dgm:pt>
    <dgm:pt modelId="{0D0EAB0A-051D-439C-8699-E960D1B7E037}" type="pres">
      <dgm:prSet presAssocID="{DF9C2D53-3001-4BDD-991D-E5C8C86AC11D}" presName="bgRect" presStyleLbl="bgShp" presStyleIdx="2" presStyleCnt="5"/>
      <dgm:spPr/>
    </dgm:pt>
    <dgm:pt modelId="{C34E7328-577C-4637-9035-852F76D10F59}" type="pres">
      <dgm:prSet presAssocID="{DF9C2D53-3001-4BDD-991D-E5C8C86AC11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2336C0D0-A506-4151-8272-1BDDC7B3E673}" type="pres">
      <dgm:prSet presAssocID="{DF9C2D53-3001-4BDD-991D-E5C8C86AC11D}" presName="spaceRect" presStyleCnt="0"/>
      <dgm:spPr/>
    </dgm:pt>
    <dgm:pt modelId="{095D8898-A82A-46E6-AF59-C4272E31F2C2}" type="pres">
      <dgm:prSet presAssocID="{DF9C2D53-3001-4BDD-991D-E5C8C86AC11D}" presName="parTx" presStyleLbl="revTx" presStyleIdx="2" presStyleCnt="5">
        <dgm:presLayoutVars>
          <dgm:chMax val="0"/>
          <dgm:chPref val="0"/>
        </dgm:presLayoutVars>
      </dgm:prSet>
      <dgm:spPr/>
    </dgm:pt>
    <dgm:pt modelId="{DC8292A0-7ECB-4286-A7DA-9D41DE3251E7}" type="pres">
      <dgm:prSet presAssocID="{28188EC4-D632-41A1-BCFE-1DD8CFCCDD4E}" presName="sibTrans" presStyleCnt="0"/>
      <dgm:spPr/>
    </dgm:pt>
    <dgm:pt modelId="{E77B7C01-4579-4781-BDBD-F586C357D930}" type="pres">
      <dgm:prSet presAssocID="{1CF6A625-8373-47D6-A688-4961DC97B514}" presName="compNode" presStyleCnt="0"/>
      <dgm:spPr/>
    </dgm:pt>
    <dgm:pt modelId="{01A56148-B53B-434F-8948-2C729BA23466}" type="pres">
      <dgm:prSet presAssocID="{1CF6A625-8373-47D6-A688-4961DC97B514}" presName="bgRect" presStyleLbl="bgShp" presStyleIdx="3" presStyleCnt="5"/>
      <dgm:spPr/>
    </dgm:pt>
    <dgm:pt modelId="{FCC12117-0005-4032-9509-052D4F827B99}" type="pres">
      <dgm:prSet presAssocID="{1CF6A625-8373-47D6-A688-4961DC97B51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7692533B-5E87-4C1C-8F63-D07695752585}" type="pres">
      <dgm:prSet presAssocID="{1CF6A625-8373-47D6-A688-4961DC97B514}" presName="spaceRect" presStyleCnt="0"/>
      <dgm:spPr/>
    </dgm:pt>
    <dgm:pt modelId="{4603B15A-4D32-4C9B-8945-6FE70476D163}" type="pres">
      <dgm:prSet presAssocID="{1CF6A625-8373-47D6-A688-4961DC97B514}" presName="parTx" presStyleLbl="revTx" presStyleIdx="3" presStyleCnt="5">
        <dgm:presLayoutVars>
          <dgm:chMax val="0"/>
          <dgm:chPref val="0"/>
        </dgm:presLayoutVars>
      </dgm:prSet>
      <dgm:spPr/>
    </dgm:pt>
    <dgm:pt modelId="{93DCBF27-98CE-4570-83BA-1BE2D6E5EDEB}" type="pres">
      <dgm:prSet presAssocID="{39A98F73-066A-4271-B9FB-E52305C69BFA}" presName="sibTrans" presStyleCnt="0"/>
      <dgm:spPr/>
    </dgm:pt>
    <dgm:pt modelId="{461067CC-AAF2-4694-A3AC-C258927DE20C}" type="pres">
      <dgm:prSet presAssocID="{1CCBDE4E-62A0-4A8C-9388-E6D08F643F6D}" presName="compNode" presStyleCnt="0"/>
      <dgm:spPr/>
    </dgm:pt>
    <dgm:pt modelId="{D71DC7E8-A18E-457F-91F3-BD669713D1FC}" type="pres">
      <dgm:prSet presAssocID="{1CCBDE4E-62A0-4A8C-9388-E6D08F643F6D}" presName="bgRect" presStyleLbl="bgShp" presStyleIdx="4" presStyleCnt="5"/>
      <dgm:spPr/>
    </dgm:pt>
    <dgm:pt modelId="{E25E0EEC-D180-4422-B516-92C581F56964}" type="pres">
      <dgm:prSet presAssocID="{1CCBDE4E-62A0-4A8C-9388-E6D08F643F6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85710FA-FFB0-4F33-8091-B251DC99A2B8}" type="pres">
      <dgm:prSet presAssocID="{1CCBDE4E-62A0-4A8C-9388-E6D08F643F6D}" presName="spaceRect" presStyleCnt="0"/>
      <dgm:spPr/>
    </dgm:pt>
    <dgm:pt modelId="{51023FB9-5DC4-41F3-8812-C097076CDE4E}" type="pres">
      <dgm:prSet presAssocID="{1CCBDE4E-62A0-4A8C-9388-E6D08F643F6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5F97B69-DFAA-499E-BB21-084AD259E971}" srcId="{380B9FAA-CC65-4CE1-A25C-4F564683D501}" destId="{1CF6A625-8373-47D6-A688-4961DC97B514}" srcOrd="3" destOrd="0" parTransId="{32D2A7AF-9EC6-45F0-A419-11B26DBE8FF1}" sibTransId="{39A98F73-066A-4271-B9FB-E52305C69BFA}"/>
    <dgm:cxn modelId="{4A137B8A-B385-40EE-AD52-D37F26DD1C85}" type="presOf" srcId="{F34CF136-94E3-43CF-BA8A-404D4F7610E3}" destId="{B2C5BE30-2B29-4F61-AF08-092428768FA7}" srcOrd="0" destOrd="0" presId="urn:microsoft.com/office/officeart/2018/2/layout/IconVerticalSolidList"/>
    <dgm:cxn modelId="{A60D3591-49DE-4CD9-A674-62F13FF445C5}" type="presOf" srcId="{ED860521-79CB-40B4-BF54-708587F56250}" destId="{C5019ED9-9E6B-4C1B-B74E-1986FF749E60}" srcOrd="0" destOrd="0" presId="urn:microsoft.com/office/officeart/2018/2/layout/IconVerticalSolidList"/>
    <dgm:cxn modelId="{6A302693-AC97-4044-B545-B314DD079BD0}" type="presOf" srcId="{DF9C2D53-3001-4BDD-991D-E5C8C86AC11D}" destId="{095D8898-A82A-46E6-AF59-C4272E31F2C2}" srcOrd="0" destOrd="0" presId="urn:microsoft.com/office/officeart/2018/2/layout/IconVerticalSolidList"/>
    <dgm:cxn modelId="{E7DD0497-90DE-454C-A037-353B3F8AAB12}" srcId="{380B9FAA-CC65-4CE1-A25C-4F564683D501}" destId="{ED860521-79CB-40B4-BF54-708587F56250}" srcOrd="0" destOrd="0" parTransId="{1FC3A7CB-F85E-422E-A1D7-CA50C0DF1BF8}" sibTransId="{43EDC172-AFEA-4E8B-B928-7E31D16F5A5C}"/>
    <dgm:cxn modelId="{6ECEAE9F-C173-4BC3-A408-A813C16E77C2}" srcId="{380B9FAA-CC65-4CE1-A25C-4F564683D501}" destId="{F34CF136-94E3-43CF-BA8A-404D4F7610E3}" srcOrd="1" destOrd="0" parTransId="{382599A3-295A-46B4-B90D-B1446470C2CD}" sibTransId="{037873DE-01CE-46F1-8DE0-58835CA842C4}"/>
    <dgm:cxn modelId="{2B58D1A8-A666-4A2C-B627-42E6635449E1}" type="presOf" srcId="{380B9FAA-CC65-4CE1-A25C-4F564683D501}" destId="{5328FFD9-F5E6-4AC5-8EDD-D2250358CE90}" srcOrd="0" destOrd="0" presId="urn:microsoft.com/office/officeart/2018/2/layout/IconVerticalSolidList"/>
    <dgm:cxn modelId="{2957F0C5-6A1A-4317-8012-39DF0687A04E}" type="presOf" srcId="{1CF6A625-8373-47D6-A688-4961DC97B514}" destId="{4603B15A-4D32-4C9B-8945-6FE70476D163}" srcOrd="0" destOrd="0" presId="urn:microsoft.com/office/officeart/2018/2/layout/IconVerticalSolidList"/>
    <dgm:cxn modelId="{3A5583F0-B61C-4E02-AC6F-21448F2D4038}" type="presOf" srcId="{1CCBDE4E-62A0-4A8C-9388-E6D08F643F6D}" destId="{51023FB9-5DC4-41F3-8812-C097076CDE4E}" srcOrd="0" destOrd="0" presId="urn:microsoft.com/office/officeart/2018/2/layout/IconVerticalSolidList"/>
    <dgm:cxn modelId="{4700C5F2-5AF4-4E35-BFDF-CF5E465CF26B}" srcId="{380B9FAA-CC65-4CE1-A25C-4F564683D501}" destId="{DF9C2D53-3001-4BDD-991D-E5C8C86AC11D}" srcOrd="2" destOrd="0" parTransId="{7255E07F-21BB-4F4E-95C4-EAC7B473DF7B}" sibTransId="{28188EC4-D632-41A1-BCFE-1DD8CFCCDD4E}"/>
    <dgm:cxn modelId="{91C2CEF7-F7F2-419C-922C-08CBDF5E7572}" srcId="{380B9FAA-CC65-4CE1-A25C-4F564683D501}" destId="{1CCBDE4E-62A0-4A8C-9388-E6D08F643F6D}" srcOrd="4" destOrd="0" parTransId="{72DD3679-8D1F-49B9-B03C-2B516B510398}" sibTransId="{AFE0C731-2E9A-4B90-9490-C96832AD0571}"/>
    <dgm:cxn modelId="{06F4F763-7BBD-4374-9EC3-E241E6D74445}" type="presParOf" srcId="{5328FFD9-F5E6-4AC5-8EDD-D2250358CE90}" destId="{F3BB1888-4AA0-4794-990C-591B2545149E}" srcOrd="0" destOrd="0" presId="urn:microsoft.com/office/officeart/2018/2/layout/IconVerticalSolidList"/>
    <dgm:cxn modelId="{6C43A7A5-180E-4BEB-812D-CD7816BA74D7}" type="presParOf" srcId="{F3BB1888-4AA0-4794-990C-591B2545149E}" destId="{78F13206-7C13-40C7-8E65-BB7BE641CDDD}" srcOrd="0" destOrd="0" presId="urn:microsoft.com/office/officeart/2018/2/layout/IconVerticalSolidList"/>
    <dgm:cxn modelId="{F2907881-344C-40B9-909C-76D10782C2BD}" type="presParOf" srcId="{F3BB1888-4AA0-4794-990C-591B2545149E}" destId="{193ED52B-B8DF-4243-9D62-953A6F6BB30F}" srcOrd="1" destOrd="0" presId="urn:microsoft.com/office/officeart/2018/2/layout/IconVerticalSolidList"/>
    <dgm:cxn modelId="{0C774A59-657D-47CE-AC0C-D2DCD293910F}" type="presParOf" srcId="{F3BB1888-4AA0-4794-990C-591B2545149E}" destId="{6CDEB706-4767-41AC-977B-F3844F05599A}" srcOrd="2" destOrd="0" presId="urn:microsoft.com/office/officeart/2018/2/layout/IconVerticalSolidList"/>
    <dgm:cxn modelId="{A114F9F9-2A6F-42A8-AB30-0ACDB61845BF}" type="presParOf" srcId="{F3BB1888-4AA0-4794-990C-591B2545149E}" destId="{C5019ED9-9E6B-4C1B-B74E-1986FF749E60}" srcOrd="3" destOrd="0" presId="urn:microsoft.com/office/officeart/2018/2/layout/IconVerticalSolidList"/>
    <dgm:cxn modelId="{D6CF02F6-C3B9-457A-B027-B33ABF47E5AA}" type="presParOf" srcId="{5328FFD9-F5E6-4AC5-8EDD-D2250358CE90}" destId="{824A2566-2515-457F-AEB4-6273F35051FC}" srcOrd="1" destOrd="0" presId="urn:microsoft.com/office/officeart/2018/2/layout/IconVerticalSolidList"/>
    <dgm:cxn modelId="{97590549-D027-453B-91F0-73B339E88AE7}" type="presParOf" srcId="{5328FFD9-F5E6-4AC5-8EDD-D2250358CE90}" destId="{63A33373-CBD0-4B63-9B03-9E7900994E91}" srcOrd="2" destOrd="0" presId="urn:microsoft.com/office/officeart/2018/2/layout/IconVerticalSolidList"/>
    <dgm:cxn modelId="{AF76F54E-308F-4CEF-B82C-0F45D9C0EA8A}" type="presParOf" srcId="{63A33373-CBD0-4B63-9B03-9E7900994E91}" destId="{8FBF227A-14F9-4B65-A49B-2B5EF5D1B367}" srcOrd="0" destOrd="0" presId="urn:microsoft.com/office/officeart/2018/2/layout/IconVerticalSolidList"/>
    <dgm:cxn modelId="{2B4DF088-C08C-4F63-A33A-23FED67A5844}" type="presParOf" srcId="{63A33373-CBD0-4B63-9B03-9E7900994E91}" destId="{B3F5F2A8-D7A0-4A37-8F88-4C5A007A8578}" srcOrd="1" destOrd="0" presId="urn:microsoft.com/office/officeart/2018/2/layout/IconVerticalSolidList"/>
    <dgm:cxn modelId="{C03F667E-4F3E-4BD0-8687-BF3DCEBAC4DF}" type="presParOf" srcId="{63A33373-CBD0-4B63-9B03-9E7900994E91}" destId="{917EC687-E9A9-47D2-959E-BF2D0B6DD541}" srcOrd="2" destOrd="0" presId="urn:microsoft.com/office/officeart/2018/2/layout/IconVerticalSolidList"/>
    <dgm:cxn modelId="{C1988C27-DDBF-48F6-91F4-220A660C8B39}" type="presParOf" srcId="{63A33373-CBD0-4B63-9B03-9E7900994E91}" destId="{B2C5BE30-2B29-4F61-AF08-092428768FA7}" srcOrd="3" destOrd="0" presId="urn:microsoft.com/office/officeart/2018/2/layout/IconVerticalSolidList"/>
    <dgm:cxn modelId="{9D6200C3-9996-45F6-819D-EAEF7CD525D6}" type="presParOf" srcId="{5328FFD9-F5E6-4AC5-8EDD-D2250358CE90}" destId="{5A612FD5-FA88-4B33-9B7A-572F8CFB6CCA}" srcOrd="3" destOrd="0" presId="urn:microsoft.com/office/officeart/2018/2/layout/IconVerticalSolidList"/>
    <dgm:cxn modelId="{FCFC986A-EFDE-4BD5-AC72-920534C07144}" type="presParOf" srcId="{5328FFD9-F5E6-4AC5-8EDD-D2250358CE90}" destId="{F40DFC79-4050-44B0-956F-1C7C1294F1B7}" srcOrd="4" destOrd="0" presId="urn:microsoft.com/office/officeart/2018/2/layout/IconVerticalSolidList"/>
    <dgm:cxn modelId="{F9D7B0AA-8FF1-4745-BB86-7DEC466CE0FA}" type="presParOf" srcId="{F40DFC79-4050-44B0-956F-1C7C1294F1B7}" destId="{0D0EAB0A-051D-439C-8699-E960D1B7E037}" srcOrd="0" destOrd="0" presId="urn:microsoft.com/office/officeart/2018/2/layout/IconVerticalSolidList"/>
    <dgm:cxn modelId="{DF910B6D-3A53-4622-BB05-CA1B530B53A7}" type="presParOf" srcId="{F40DFC79-4050-44B0-956F-1C7C1294F1B7}" destId="{C34E7328-577C-4637-9035-852F76D10F59}" srcOrd="1" destOrd="0" presId="urn:microsoft.com/office/officeart/2018/2/layout/IconVerticalSolidList"/>
    <dgm:cxn modelId="{D705C492-4C58-438E-8DAC-89A698DDD3B3}" type="presParOf" srcId="{F40DFC79-4050-44B0-956F-1C7C1294F1B7}" destId="{2336C0D0-A506-4151-8272-1BDDC7B3E673}" srcOrd="2" destOrd="0" presId="urn:microsoft.com/office/officeart/2018/2/layout/IconVerticalSolidList"/>
    <dgm:cxn modelId="{9D95528D-3D2A-4B54-9468-F1012C0FC9F1}" type="presParOf" srcId="{F40DFC79-4050-44B0-956F-1C7C1294F1B7}" destId="{095D8898-A82A-46E6-AF59-C4272E31F2C2}" srcOrd="3" destOrd="0" presId="urn:microsoft.com/office/officeart/2018/2/layout/IconVerticalSolidList"/>
    <dgm:cxn modelId="{024C5B18-066E-4640-B43A-3A3D6E16E4F7}" type="presParOf" srcId="{5328FFD9-F5E6-4AC5-8EDD-D2250358CE90}" destId="{DC8292A0-7ECB-4286-A7DA-9D41DE3251E7}" srcOrd="5" destOrd="0" presId="urn:microsoft.com/office/officeart/2018/2/layout/IconVerticalSolidList"/>
    <dgm:cxn modelId="{956C5864-6632-413F-BE95-A9B7880AE1BB}" type="presParOf" srcId="{5328FFD9-F5E6-4AC5-8EDD-D2250358CE90}" destId="{E77B7C01-4579-4781-BDBD-F586C357D930}" srcOrd="6" destOrd="0" presId="urn:microsoft.com/office/officeart/2018/2/layout/IconVerticalSolidList"/>
    <dgm:cxn modelId="{C2DEC553-99DC-429C-8B27-C1145D8B13BC}" type="presParOf" srcId="{E77B7C01-4579-4781-BDBD-F586C357D930}" destId="{01A56148-B53B-434F-8948-2C729BA23466}" srcOrd="0" destOrd="0" presId="urn:microsoft.com/office/officeart/2018/2/layout/IconVerticalSolidList"/>
    <dgm:cxn modelId="{F1EB3C8F-633A-493F-A324-D15D0AE0B437}" type="presParOf" srcId="{E77B7C01-4579-4781-BDBD-F586C357D930}" destId="{FCC12117-0005-4032-9509-052D4F827B99}" srcOrd="1" destOrd="0" presId="urn:microsoft.com/office/officeart/2018/2/layout/IconVerticalSolidList"/>
    <dgm:cxn modelId="{0ED3104A-EB66-4F41-A7A6-7DDD8A86C377}" type="presParOf" srcId="{E77B7C01-4579-4781-BDBD-F586C357D930}" destId="{7692533B-5E87-4C1C-8F63-D07695752585}" srcOrd="2" destOrd="0" presId="urn:microsoft.com/office/officeart/2018/2/layout/IconVerticalSolidList"/>
    <dgm:cxn modelId="{F0A9516C-A4E2-4852-B022-507095901E31}" type="presParOf" srcId="{E77B7C01-4579-4781-BDBD-F586C357D930}" destId="{4603B15A-4D32-4C9B-8945-6FE70476D163}" srcOrd="3" destOrd="0" presId="urn:microsoft.com/office/officeart/2018/2/layout/IconVerticalSolidList"/>
    <dgm:cxn modelId="{211108C2-E6D5-4BD3-B6A6-FBDB3D0D1545}" type="presParOf" srcId="{5328FFD9-F5E6-4AC5-8EDD-D2250358CE90}" destId="{93DCBF27-98CE-4570-83BA-1BE2D6E5EDEB}" srcOrd="7" destOrd="0" presId="urn:microsoft.com/office/officeart/2018/2/layout/IconVerticalSolidList"/>
    <dgm:cxn modelId="{6994DDD9-4DC0-4AED-9BB6-D4B3E0F9F56A}" type="presParOf" srcId="{5328FFD9-F5E6-4AC5-8EDD-D2250358CE90}" destId="{461067CC-AAF2-4694-A3AC-C258927DE20C}" srcOrd="8" destOrd="0" presId="urn:microsoft.com/office/officeart/2018/2/layout/IconVerticalSolidList"/>
    <dgm:cxn modelId="{26067D08-30C9-4DF0-9908-67CE3D750974}" type="presParOf" srcId="{461067CC-AAF2-4694-A3AC-C258927DE20C}" destId="{D71DC7E8-A18E-457F-91F3-BD669713D1FC}" srcOrd="0" destOrd="0" presId="urn:microsoft.com/office/officeart/2018/2/layout/IconVerticalSolidList"/>
    <dgm:cxn modelId="{2B9C0A3C-40DB-4AB6-81FE-D690AFC66211}" type="presParOf" srcId="{461067CC-AAF2-4694-A3AC-C258927DE20C}" destId="{E25E0EEC-D180-4422-B516-92C581F56964}" srcOrd="1" destOrd="0" presId="urn:microsoft.com/office/officeart/2018/2/layout/IconVerticalSolidList"/>
    <dgm:cxn modelId="{72B0C61B-43BE-409E-8212-B86AA6FB6C05}" type="presParOf" srcId="{461067CC-AAF2-4694-A3AC-C258927DE20C}" destId="{A85710FA-FFB0-4F33-8091-B251DC99A2B8}" srcOrd="2" destOrd="0" presId="urn:microsoft.com/office/officeart/2018/2/layout/IconVerticalSolidList"/>
    <dgm:cxn modelId="{4F30122D-5462-4E75-B536-040C82464465}" type="presParOf" srcId="{461067CC-AAF2-4694-A3AC-C258927DE20C}" destId="{51023FB9-5DC4-41F3-8812-C097076CDE4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5327DFA-183B-4867-8E0B-B560D6C477B0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6122CA4-5C01-4117-B25B-8BDB29246568}">
      <dgm:prSet/>
      <dgm:spPr/>
      <dgm:t>
        <a:bodyPr/>
        <a:lstStyle/>
        <a:p>
          <a:r>
            <a:rPr lang="en-US" b="1" i="0" baseline="0"/>
            <a:t>Visual Studio Code</a:t>
          </a:r>
          <a:endParaRPr lang="en-US"/>
        </a:p>
      </dgm:t>
    </dgm:pt>
    <dgm:pt modelId="{C246901F-647D-4954-BEFB-A135BB20C6A7}" type="parTrans" cxnId="{33D5D7FC-04E0-4578-B639-65D87BF37576}">
      <dgm:prSet/>
      <dgm:spPr/>
      <dgm:t>
        <a:bodyPr/>
        <a:lstStyle/>
        <a:p>
          <a:endParaRPr lang="en-US"/>
        </a:p>
      </dgm:t>
    </dgm:pt>
    <dgm:pt modelId="{31103B2F-35EE-4DCD-A3DB-FB0C013E4D79}" type="sibTrans" cxnId="{33D5D7FC-04E0-4578-B639-65D87BF37576}">
      <dgm:prSet/>
      <dgm:spPr/>
      <dgm:t>
        <a:bodyPr/>
        <a:lstStyle/>
        <a:p>
          <a:endParaRPr lang="en-US"/>
        </a:p>
      </dgm:t>
    </dgm:pt>
    <dgm:pt modelId="{E5C30416-87FE-4B9A-950F-9E113FDBCE58}">
      <dgm:prSet/>
      <dgm:spPr/>
      <dgm:t>
        <a:bodyPr/>
        <a:lstStyle/>
        <a:p>
          <a:r>
            <a:rPr lang="en-US" b="1" i="0" baseline="0"/>
            <a:t>JetBrains IDEs</a:t>
          </a:r>
          <a:endParaRPr lang="en-US"/>
        </a:p>
      </dgm:t>
    </dgm:pt>
    <dgm:pt modelId="{9FC58E27-7BC7-4FDF-9B03-FDAA12164EF2}" type="parTrans" cxnId="{120CE2F9-6662-49F0-8D26-05209D26A2FE}">
      <dgm:prSet/>
      <dgm:spPr/>
      <dgm:t>
        <a:bodyPr/>
        <a:lstStyle/>
        <a:p>
          <a:endParaRPr lang="en-US"/>
        </a:p>
      </dgm:t>
    </dgm:pt>
    <dgm:pt modelId="{24FDC228-4082-4A92-A117-A4DCB224A71C}" type="sibTrans" cxnId="{120CE2F9-6662-49F0-8D26-05209D26A2FE}">
      <dgm:prSet/>
      <dgm:spPr/>
      <dgm:t>
        <a:bodyPr/>
        <a:lstStyle/>
        <a:p>
          <a:endParaRPr lang="en-US"/>
        </a:p>
      </dgm:t>
    </dgm:pt>
    <dgm:pt modelId="{5FCEBF5E-3B94-4634-A7CA-CED33ED30727}">
      <dgm:prSet/>
      <dgm:spPr/>
      <dgm:t>
        <a:bodyPr/>
        <a:lstStyle/>
        <a:p>
          <a:r>
            <a:rPr lang="en-US" b="1" i="0" baseline="0"/>
            <a:t>Neovim</a:t>
          </a:r>
          <a:endParaRPr lang="en-US"/>
        </a:p>
      </dgm:t>
    </dgm:pt>
    <dgm:pt modelId="{E457ACE6-1529-489A-B2CB-ABD44F3044EC}" type="parTrans" cxnId="{C08ACE6A-938A-4B45-A594-26DC0494CB38}">
      <dgm:prSet/>
      <dgm:spPr/>
      <dgm:t>
        <a:bodyPr/>
        <a:lstStyle/>
        <a:p>
          <a:endParaRPr lang="en-US"/>
        </a:p>
      </dgm:t>
    </dgm:pt>
    <dgm:pt modelId="{6FA4B269-B6D7-4C0D-B0F6-ED9071D383F4}" type="sibTrans" cxnId="{C08ACE6A-938A-4B45-A594-26DC0494CB38}">
      <dgm:prSet/>
      <dgm:spPr/>
      <dgm:t>
        <a:bodyPr/>
        <a:lstStyle/>
        <a:p>
          <a:endParaRPr lang="en-US"/>
        </a:p>
      </dgm:t>
    </dgm:pt>
    <dgm:pt modelId="{D019DA4D-23DC-45C1-861D-BF1DC624CAA7}">
      <dgm:prSet/>
      <dgm:spPr/>
      <dgm:t>
        <a:bodyPr/>
        <a:lstStyle/>
        <a:p>
          <a:r>
            <a:rPr lang="en-US" b="1" i="0" baseline="0"/>
            <a:t>Eclipse (via Copilot4Eclipse plugin)</a:t>
          </a:r>
          <a:endParaRPr lang="en-US"/>
        </a:p>
      </dgm:t>
    </dgm:pt>
    <dgm:pt modelId="{798D2C6C-F769-480A-A8FE-38EE1B47B5A9}" type="parTrans" cxnId="{EAEC46C1-1246-4B69-95BC-280081F9144E}">
      <dgm:prSet/>
      <dgm:spPr/>
      <dgm:t>
        <a:bodyPr/>
        <a:lstStyle/>
        <a:p>
          <a:endParaRPr lang="en-US"/>
        </a:p>
      </dgm:t>
    </dgm:pt>
    <dgm:pt modelId="{38675FD9-FE13-47D6-B05A-5F3982E3ED4D}" type="sibTrans" cxnId="{EAEC46C1-1246-4B69-95BC-280081F9144E}">
      <dgm:prSet/>
      <dgm:spPr/>
      <dgm:t>
        <a:bodyPr/>
        <a:lstStyle/>
        <a:p>
          <a:endParaRPr lang="en-US"/>
        </a:p>
      </dgm:t>
    </dgm:pt>
    <dgm:pt modelId="{6EE65006-83AA-4E53-8762-4DA34228A891}" type="pres">
      <dgm:prSet presAssocID="{C5327DFA-183B-4867-8E0B-B560D6C477B0}" presName="linear" presStyleCnt="0">
        <dgm:presLayoutVars>
          <dgm:dir/>
          <dgm:animLvl val="lvl"/>
          <dgm:resizeHandles val="exact"/>
        </dgm:presLayoutVars>
      </dgm:prSet>
      <dgm:spPr/>
    </dgm:pt>
    <dgm:pt modelId="{9ECC0673-1636-430C-9FA6-BD3B0FB1F7E0}" type="pres">
      <dgm:prSet presAssocID="{A6122CA4-5C01-4117-B25B-8BDB29246568}" presName="parentLin" presStyleCnt="0"/>
      <dgm:spPr/>
    </dgm:pt>
    <dgm:pt modelId="{53A27C8C-49DD-43DE-8833-A1926440734C}" type="pres">
      <dgm:prSet presAssocID="{A6122CA4-5C01-4117-B25B-8BDB29246568}" presName="parentLeftMargin" presStyleLbl="node1" presStyleIdx="0" presStyleCnt="4"/>
      <dgm:spPr/>
    </dgm:pt>
    <dgm:pt modelId="{A22BC0DA-553B-4C31-A426-3F7ADCF6A1B4}" type="pres">
      <dgm:prSet presAssocID="{A6122CA4-5C01-4117-B25B-8BDB292465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02A15A5-B5F4-4FD0-926A-C68F0243D6C8}" type="pres">
      <dgm:prSet presAssocID="{A6122CA4-5C01-4117-B25B-8BDB29246568}" presName="negativeSpace" presStyleCnt="0"/>
      <dgm:spPr/>
    </dgm:pt>
    <dgm:pt modelId="{FD5C24D0-7238-47FE-8FEC-860339BDC44A}" type="pres">
      <dgm:prSet presAssocID="{A6122CA4-5C01-4117-B25B-8BDB29246568}" presName="childText" presStyleLbl="conFgAcc1" presStyleIdx="0" presStyleCnt="4">
        <dgm:presLayoutVars>
          <dgm:bulletEnabled val="1"/>
        </dgm:presLayoutVars>
      </dgm:prSet>
      <dgm:spPr/>
    </dgm:pt>
    <dgm:pt modelId="{5948E9DF-D075-4A59-A096-96730F2D477D}" type="pres">
      <dgm:prSet presAssocID="{31103B2F-35EE-4DCD-A3DB-FB0C013E4D79}" presName="spaceBetweenRectangles" presStyleCnt="0"/>
      <dgm:spPr/>
    </dgm:pt>
    <dgm:pt modelId="{12EA7392-DB12-4799-ADA2-AE4DD8E3E42A}" type="pres">
      <dgm:prSet presAssocID="{E5C30416-87FE-4B9A-950F-9E113FDBCE58}" presName="parentLin" presStyleCnt="0"/>
      <dgm:spPr/>
    </dgm:pt>
    <dgm:pt modelId="{77945285-ABCF-4BE7-A4FC-9E6660221CAF}" type="pres">
      <dgm:prSet presAssocID="{E5C30416-87FE-4B9A-950F-9E113FDBCE58}" presName="parentLeftMargin" presStyleLbl="node1" presStyleIdx="0" presStyleCnt="4"/>
      <dgm:spPr/>
    </dgm:pt>
    <dgm:pt modelId="{F93C3AE7-9052-4C3C-9C9A-8EE2331FB87E}" type="pres">
      <dgm:prSet presAssocID="{E5C30416-87FE-4B9A-950F-9E113FDBCE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E6998E-8457-43DA-8BC9-D72E4BAD17CC}" type="pres">
      <dgm:prSet presAssocID="{E5C30416-87FE-4B9A-950F-9E113FDBCE58}" presName="negativeSpace" presStyleCnt="0"/>
      <dgm:spPr/>
    </dgm:pt>
    <dgm:pt modelId="{12827C22-3794-4523-BD8A-17144BF3996C}" type="pres">
      <dgm:prSet presAssocID="{E5C30416-87FE-4B9A-950F-9E113FDBCE58}" presName="childText" presStyleLbl="conFgAcc1" presStyleIdx="1" presStyleCnt="4">
        <dgm:presLayoutVars>
          <dgm:bulletEnabled val="1"/>
        </dgm:presLayoutVars>
      </dgm:prSet>
      <dgm:spPr/>
    </dgm:pt>
    <dgm:pt modelId="{6B94548E-5604-4A6E-869C-78ACDDDE7676}" type="pres">
      <dgm:prSet presAssocID="{24FDC228-4082-4A92-A117-A4DCB224A71C}" presName="spaceBetweenRectangles" presStyleCnt="0"/>
      <dgm:spPr/>
    </dgm:pt>
    <dgm:pt modelId="{979E20CF-E724-4646-B2A2-EEDD92444227}" type="pres">
      <dgm:prSet presAssocID="{5FCEBF5E-3B94-4634-A7CA-CED33ED30727}" presName="parentLin" presStyleCnt="0"/>
      <dgm:spPr/>
    </dgm:pt>
    <dgm:pt modelId="{5BE4ED59-442B-4AC3-9662-D4EE8C50D298}" type="pres">
      <dgm:prSet presAssocID="{5FCEBF5E-3B94-4634-A7CA-CED33ED30727}" presName="parentLeftMargin" presStyleLbl="node1" presStyleIdx="1" presStyleCnt="4"/>
      <dgm:spPr/>
    </dgm:pt>
    <dgm:pt modelId="{297E8B45-5E6B-41E8-9C12-D1E79C9F5752}" type="pres">
      <dgm:prSet presAssocID="{5FCEBF5E-3B94-4634-A7CA-CED33ED3072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D3C1BA-8CFA-4CD8-B0E2-12EA880517C9}" type="pres">
      <dgm:prSet presAssocID="{5FCEBF5E-3B94-4634-A7CA-CED33ED30727}" presName="negativeSpace" presStyleCnt="0"/>
      <dgm:spPr/>
    </dgm:pt>
    <dgm:pt modelId="{E04881AF-4A7D-4748-9426-AF5A4F697817}" type="pres">
      <dgm:prSet presAssocID="{5FCEBF5E-3B94-4634-A7CA-CED33ED30727}" presName="childText" presStyleLbl="conFgAcc1" presStyleIdx="2" presStyleCnt="4">
        <dgm:presLayoutVars>
          <dgm:bulletEnabled val="1"/>
        </dgm:presLayoutVars>
      </dgm:prSet>
      <dgm:spPr/>
    </dgm:pt>
    <dgm:pt modelId="{D68FB72A-30D3-4DA0-B252-6E540D4EEFF5}" type="pres">
      <dgm:prSet presAssocID="{6FA4B269-B6D7-4C0D-B0F6-ED9071D383F4}" presName="spaceBetweenRectangles" presStyleCnt="0"/>
      <dgm:spPr/>
    </dgm:pt>
    <dgm:pt modelId="{751DDD9C-6821-4E11-8C45-C74BEAB25174}" type="pres">
      <dgm:prSet presAssocID="{D019DA4D-23DC-45C1-861D-BF1DC624CAA7}" presName="parentLin" presStyleCnt="0"/>
      <dgm:spPr/>
    </dgm:pt>
    <dgm:pt modelId="{8ECF5B5E-643E-4AB9-ACC8-F9A8BB98E44D}" type="pres">
      <dgm:prSet presAssocID="{D019DA4D-23DC-45C1-861D-BF1DC624CAA7}" presName="parentLeftMargin" presStyleLbl="node1" presStyleIdx="2" presStyleCnt="4"/>
      <dgm:spPr/>
    </dgm:pt>
    <dgm:pt modelId="{11D784A4-E0FE-46D3-82CE-EB4D8062D3BD}" type="pres">
      <dgm:prSet presAssocID="{D019DA4D-23DC-45C1-861D-BF1DC624CAA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CEEC186-F03E-4076-81E4-4D0B080205C2}" type="pres">
      <dgm:prSet presAssocID="{D019DA4D-23DC-45C1-861D-BF1DC624CAA7}" presName="negativeSpace" presStyleCnt="0"/>
      <dgm:spPr/>
    </dgm:pt>
    <dgm:pt modelId="{F283C707-B18C-4DAD-90AC-0970BD620B41}" type="pres">
      <dgm:prSet presAssocID="{D019DA4D-23DC-45C1-861D-BF1DC624CAA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10A572D-B3D4-4BA8-BFB0-7B12D58FFCD8}" type="presOf" srcId="{E5C30416-87FE-4B9A-950F-9E113FDBCE58}" destId="{F93C3AE7-9052-4C3C-9C9A-8EE2331FB87E}" srcOrd="1" destOrd="0" presId="urn:microsoft.com/office/officeart/2005/8/layout/list1"/>
    <dgm:cxn modelId="{AFDBC436-A80D-4803-BE53-F4F5027D0295}" type="presOf" srcId="{A6122CA4-5C01-4117-B25B-8BDB29246568}" destId="{53A27C8C-49DD-43DE-8833-A1926440734C}" srcOrd="0" destOrd="0" presId="urn:microsoft.com/office/officeart/2005/8/layout/list1"/>
    <dgm:cxn modelId="{48A3095B-EDBA-4D1F-8261-EF67F2A9CD96}" type="presOf" srcId="{5FCEBF5E-3B94-4634-A7CA-CED33ED30727}" destId="{5BE4ED59-442B-4AC3-9662-D4EE8C50D298}" srcOrd="0" destOrd="0" presId="urn:microsoft.com/office/officeart/2005/8/layout/list1"/>
    <dgm:cxn modelId="{C08ACE6A-938A-4B45-A594-26DC0494CB38}" srcId="{C5327DFA-183B-4867-8E0B-B560D6C477B0}" destId="{5FCEBF5E-3B94-4634-A7CA-CED33ED30727}" srcOrd="2" destOrd="0" parTransId="{E457ACE6-1529-489A-B2CB-ABD44F3044EC}" sibTransId="{6FA4B269-B6D7-4C0D-B0F6-ED9071D383F4}"/>
    <dgm:cxn modelId="{CA2CFAAF-6279-46F8-A7DB-54032AA7D702}" type="presOf" srcId="{E5C30416-87FE-4B9A-950F-9E113FDBCE58}" destId="{77945285-ABCF-4BE7-A4FC-9E6660221CAF}" srcOrd="0" destOrd="0" presId="urn:microsoft.com/office/officeart/2005/8/layout/list1"/>
    <dgm:cxn modelId="{EAEC46C1-1246-4B69-95BC-280081F9144E}" srcId="{C5327DFA-183B-4867-8E0B-B560D6C477B0}" destId="{D019DA4D-23DC-45C1-861D-BF1DC624CAA7}" srcOrd="3" destOrd="0" parTransId="{798D2C6C-F769-480A-A8FE-38EE1B47B5A9}" sibTransId="{38675FD9-FE13-47D6-B05A-5F3982E3ED4D}"/>
    <dgm:cxn modelId="{680C26C7-DF35-4D24-9A12-B5315C6EEFD2}" type="presOf" srcId="{D019DA4D-23DC-45C1-861D-BF1DC624CAA7}" destId="{8ECF5B5E-643E-4AB9-ACC8-F9A8BB98E44D}" srcOrd="0" destOrd="0" presId="urn:microsoft.com/office/officeart/2005/8/layout/list1"/>
    <dgm:cxn modelId="{F12112D1-C96B-45FC-995A-00CEFEF28DC9}" type="presOf" srcId="{C5327DFA-183B-4867-8E0B-B560D6C477B0}" destId="{6EE65006-83AA-4E53-8762-4DA34228A891}" srcOrd="0" destOrd="0" presId="urn:microsoft.com/office/officeart/2005/8/layout/list1"/>
    <dgm:cxn modelId="{BABBA4E7-FCF3-4376-8990-FEC54825D71D}" type="presOf" srcId="{A6122CA4-5C01-4117-B25B-8BDB29246568}" destId="{A22BC0DA-553B-4C31-A426-3F7ADCF6A1B4}" srcOrd="1" destOrd="0" presId="urn:microsoft.com/office/officeart/2005/8/layout/list1"/>
    <dgm:cxn modelId="{93FB70F1-5610-4EC6-B6F8-3313E6630A50}" type="presOf" srcId="{D019DA4D-23DC-45C1-861D-BF1DC624CAA7}" destId="{11D784A4-E0FE-46D3-82CE-EB4D8062D3BD}" srcOrd="1" destOrd="0" presId="urn:microsoft.com/office/officeart/2005/8/layout/list1"/>
    <dgm:cxn modelId="{812EC5F7-C58D-4A12-BB1C-16B96E224839}" type="presOf" srcId="{5FCEBF5E-3B94-4634-A7CA-CED33ED30727}" destId="{297E8B45-5E6B-41E8-9C12-D1E79C9F5752}" srcOrd="1" destOrd="0" presId="urn:microsoft.com/office/officeart/2005/8/layout/list1"/>
    <dgm:cxn modelId="{120CE2F9-6662-49F0-8D26-05209D26A2FE}" srcId="{C5327DFA-183B-4867-8E0B-B560D6C477B0}" destId="{E5C30416-87FE-4B9A-950F-9E113FDBCE58}" srcOrd="1" destOrd="0" parTransId="{9FC58E27-7BC7-4FDF-9B03-FDAA12164EF2}" sibTransId="{24FDC228-4082-4A92-A117-A4DCB224A71C}"/>
    <dgm:cxn modelId="{33D5D7FC-04E0-4578-B639-65D87BF37576}" srcId="{C5327DFA-183B-4867-8E0B-B560D6C477B0}" destId="{A6122CA4-5C01-4117-B25B-8BDB29246568}" srcOrd="0" destOrd="0" parTransId="{C246901F-647D-4954-BEFB-A135BB20C6A7}" sibTransId="{31103B2F-35EE-4DCD-A3DB-FB0C013E4D79}"/>
    <dgm:cxn modelId="{B323F5CB-DB78-4ACC-A278-9A7253DA9F1A}" type="presParOf" srcId="{6EE65006-83AA-4E53-8762-4DA34228A891}" destId="{9ECC0673-1636-430C-9FA6-BD3B0FB1F7E0}" srcOrd="0" destOrd="0" presId="urn:microsoft.com/office/officeart/2005/8/layout/list1"/>
    <dgm:cxn modelId="{44E36DC4-BA86-49AD-8942-FDF3734FDAED}" type="presParOf" srcId="{9ECC0673-1636-430C-9FA6-BD3B0FB1F7E0}" destId="{53A27C8C-49DD-43DE-8833-A1926440734C}" srcOrd="0" destOrd="0" presId="urn:microsoft.com/office/officeart/2005/8/layout/list1"/>
    <dgm:cxn modelId="{E96DABD3-600A-4206-A567-0A75D3FA7A4B}" type="presParOf" srcId="{9ECC0673-1636-430C-9FA6-BD3B0FB1F7E0}" destId="{A22BC0DA-553B-4C31-A426-3F7ADCF6A1B4}" srcOrd="1" destOrd="0" presId="urn:microsoft.com/office/officeart/2005/8/layout/list1"/>
    <dgm:cxn modelId="{B0ED7389-56F3-498B-BCEA-EBED5784D796}" type="presParOf" srcId="{6EE65006-83AA-4E53-8762-4DA34228A891}" destId="{F02A15A5-B5F4-4FD0-926A-C68F0243D6C8}" srcOrd="1" destOrd="0" presId="urn:microsoft.com/office/officeart/2005/8/layout/list1"/>
    <dgm:cxn modelId="{0B2C88D3-04BC-46DE-8875-27571A1D34E5}" type="presParOf" srcId="{6EE65006-83AA-4E53-8762-4DA34228A891}" destId="{FD5C24D0-7238-47FE-8FEC-860339BDC44A}" srcOrd="2" destOrd="0" presId="urn:microsoft.com/office/officeart/2005/8/layout/list1"/>
    <dgm:cxn modelId="{54DEE3BC-12C7-4D20-8FD5-B06F6F231C23}" type="presParOf" srcId="{6EE65006-83AA-4E53-8762-4DA34228A891}" destId="{5948E9DF-D075-4A59-A096-96730F2D477D}" srcOrd="3" destOrd="0" presId="urn:microsoft.com/office/officeart/2005/8/layout/list1"/>
    <dgm:cxn modelId="{CBB5CCDD-8639-4D0C-BF9C-34A0A8D66728}" type="presParOf" srcId="{6EE65006-83AA-4E53-8762-4DA34228A891}" destId="{12EA7392-DB12-4799-ADA2-AE4DD8E3E42A}" srcOrd="4" destOrd="0" presId="urn:microsoft.com/office/officeart/2005/8/layout/list1"/>
    <dgm:cxn modelId="{DE10C07E-90E6-450C-8939-176CB06B93C9}" type="presParOf" srcId="{12EA7392-DB12-4799-ADA2-AE4DD8E3E42A}" destId="{77945285-ABCF-4BE7-A4FC-9E6660221CAF}" srcOrd="0" destOrd="0" presId="urn:microsoft.com/office/officeart/2005/8/layout/list1"/>
    <dgm:cxn modelId="{D72274A8-192D-4779-B19E-559C01E1CE53}" type="presParOf" srcId="{12EA7392-DB12-4799-ADA2-AE4DD8E3E42A}" destId="{F93C3AE7-9052-4C3C-9C9A-8EE2331FB87E}" srcOrd="1" destOrd="0" presId="urn:microsoft.com/office/officeart/2005/8/layout/list1"/>
    <dgm:cxn modelId="{B0B18835-25B6-4764-9D2E-137B54A580BA}" type="presParOf" srcId="{6EE65006-83AA-4E53-8762-4DA34228A891}" destId="{43E6998E-8457-43DA-8BC9-D72E4BAD17CC}" srcOrd="5" destOrd="0" presId="urn:microsoft.com/office/officeart/2005/8/layout/list1"/>
    <dgm:cxn modelId="{AEEBB425-0664-4ED9-B756-280CC0463574}" type="presParOf" srcId="{6EE65006-83AA-4E53-8762-4DA34228A891}" destId="{12827C22-3794-4523-BD8A-17144BF3996C}" srcOrd="6" destOrd="0" presId="urn:microsoft.com/office/officeart/2005/8/layout/list1"/>
    <dgm:cxn modelId="{F5953277-053F-4E63-99E2-D16F11B5112A}" type="presParOf" srcId="{6EE65006-83AA-4E53-8762-4DA34228A891}" destId="{6B94548E-5604-4A6E-869C-78ACDDDE7676}" srcOrd="7" destOrd="0" presId="urn:microsoft.com/office/officeart/2005/8/layout/list1"/>
    <dgm:cxn modelId="{834BA37D-520D-4B84-A089-8CEC8F8FF6C4}" type="presParOf" srcId="{6EE65006-83AA-4E53-8762-4DA34228A891}" destId="{979E20CF-E724-4646-B2A2-EEDD92444227}" srcOrd="8" destOrd="0" presId="urn:microsoft.com/office/officeart/2005/8/layout/list1"/>
    <dgm:cxn modelId="{482E1C29-FAFC-47D9-9BDD-382AF0A50F32}" type="presParOf" srcId="{979E20CF-E724-4646-B2A2-EEDD92444227}" destId="{5BE4ED59-442B-4AC3-9662-D4EE8C50D298}" srcOrd="0" destOrd="0" presId="urn:microsoft.com/office/officeart/2005/8/layout/list1"/>
    <dgm:cxn modelId="{19B8E65A-7D08-4AA2-B30C-7D227A8D1E9B}" type="presParOf" srcId="{979E20CF-E724-4646-B2A2-EEDD92444227}" destId="{297E8B45-5E6B-41E8-9C12-D1E79C9F5752}" srcOrd="1" destOrd="0" presId="urn:microsoft.com/office/officeart/2005/8/layout/list1"/>
    <dgm:cxn modelId="{7ABC5CED-8819-42C4-B34F-9BD5FA5C3573}" type="presParOf" srcId="{6EE65006-83AA-4E53-8762-4DA34228A891}" destId="{04D3C1BA-8CFA-4CD8-B0E2-12EA880517C9}" srcOrd="9" destOrd="0" presId="urn:microsoft.com/office/officeart/2005/8/layout/list1"/>
    <dgm:cxn modelId="{A2BB2146-BFF6-4357-9247-6EF5202D9FBE}" type="presParOf" srcId="{6EE65006-83AA-4E53-8762-4DA34228A891}" destId="{E04881AF-4A7D-4748-9426-AF5A4F697817}" srcOrd="10" destOrd="0" presId="urn:microsoft.com/office/officeart/2005/8/layout/list1"/>
    <dgm:cxn modelId="{8BEA3416-8985-4D14-B5B1-509B2B8CB1A2}" type="presParOf" srcId="{6EE65006-83AA-4E53-8762-4DA34228A891}" destId="{D68FB72A-30D3-4DA0-B252-6E540D4EEFF5}" srcOrd="11" destOrd="0" presId="urn:microsoft.com/office/officeart/2005/8/layout/list1"/>
    <dgm:cxn modelId="{9F4E8B8D-C69D-416B-845F-3C3D998D08FD}" type="presParOf" srcId="{6EE65006-83AA-4E53-8762-4DA34228A891}" destId="{751DDD9C-6821-4E11-8C45-C74BEAB25174}" srcOrd="12" destOrd="0" presId="urn:microsoft.com/office/officeart/2005/8/layout/list1"/>
    <dgm:cxn modelId="{21E0225B-6069-4903-BA9D-4FEF0C87FEDB}" type="presParOf" srcId="{751DDD9C-6821-4E11-8C45-C74BEAB25174}" destId="{8ECF5B5E-643E-4AB9-ACC8-F9A8BB98E44D}" srcOrd="0" destOrd="0" presId="urn:microsoft.com/office/officeart/2005/8/layout/list1"/>
    <dgm:cxn modelId="{1542C609-CF9F-400E-A5CD-51F3ED0D3FC8}" type="presParOf" srcId="{751DDD9C-6821-4E11-8C45-C74BEAB25174}" destId="{11D784A4-E0FE-46D3-82CE-EB4D8062D3BD}" srcOrd="1" destOrd="0" presId="urn:microsoft.com/office/officeart/2005/8/layout/list1"/>
    <dgm:cxn modelId="{599E3954-5560-4B6B-8407-52292FA75B32}" type="presParOf" srcId="{6EE65006-83AA-4E53-8762-4DA34228A891}" destId="{3CEEC186-F03E-4076-81E4-4D0B080205C2}" srcOrd="13" destOrd="0" presId="urn:microsoft.com/office/officeart/2005/8/layout/list1"/>
    <dgm:cxn modelId="{0523C89A-15F3-4111-A499-AE2E0048E5D9}" type="presParOf" srcId="{6EE65006-83AA-4E53-8762-4DA34228A891}" destId="{F283C707-B18C-4DAD-90AC-0970BD620B4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CC6DC0-DB8C-436C-8415-7962A647683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3C8A39E-9302-4C2F-9CE3-D5628933B0F2}">
      <dgm:prSet/>
      <dgm:spPr/>
      <dgm:t>
        <a:bodyPr/>
        <a:lstStyle/>
        <a:p>
          <a:pPr>
            <a:defRPr cap="all"/>
          </a:pPr>
          <a:r>
            <a:rPr lang="en-GB"/>
            <a:t>A </a:t>
          </a:r>
          <a:r>
            <a:rPr lang="en-GB" b="1"/>
            <a:t>prompt</a:t>
          </a:r>
          <a:r>
            <a:rPr lang="en-GB"/>
            <a:t> is the input (text, image, or instruction) given to an AI model</a:t>
          </a:r>
          <a:endParaRPr lang="en-US"/>
        </a:p>
      </dgm:t>
    </dgm:pt>
    <dgm:pt modelId="{CF3B2EC5-D287-4743-A6F6-9E98B8B153F1}" type="parTrans" cxnId="{7735DCF4-8D22-4994-8438-2C0E223C8831}">
      <dgm:prSet/>
      <dgm:spPr/>
      <dgm:t>
        <a:bodyPr/>
        <a:lstStyle/>
        <a:p>
          <a:endParaRPr lang="en-US"/>
        </a:p>
      </dgm:t>
    </dgm:pt>
    <dgm:pt modelId="{5850BBA5-12ED-4C4E-83B1-BBE6040079AD}" type="sibTrans" cxnId="{7735DCF4-8D22-4994-8438-2C0E223C8831}">
      <dgm:prSet/>
      <dgm:spPr/>
      <dgm:t>
        <a:bodyPr/>
        <a:lstStyle/>
        <a:p>
          <a:endParaRPr lang="en-US"/>
        </a:p>
      </dgm:t>
    </dgm:pt>
    <dgm:pt modelId="{34AA5A60-AC16-4891-8576-CC131C14E8E2}">
      <dgm:prSet/>
      <dgm:spPr/>
      <dgm:t>
        <a:bodyPr/>
        <a:lstStyle/>
        <a:p>
          <a:pPr>
            <a:defRPr cap="all"/>
          </a:pPr>
          <a:r>
            <a:rPr lang="en-GB"/>
            <a:t>It guides the AI to generate relevant responses</a:t>
          </a:r>
          <a:endParaRPr lang="en-US"/>
        </a:p>
      </dgm:t>
    </dgm:pt>
    <dgm:pt modelId="{BBE86F36-407B-41DE-BAD2-6D64A218AD0D}" type="parTrans" cxnId="{C626D481-D737-4D56-94AD-C3474334B011}">
      <dgm:prSet/>
      <dgm:spPr/>
      <dgm:t>
        <a:bodyPr/>
        <a:lstStyle/>
        <a:p>
          <a:endParaRPr lang="en-US"/>
        </a:p>
      </dgm:t>
    </dgm:pt>
    <dgm:pt modelId="{1A4A9F4C-6527-4015-9321-77A0BBA21A71}" type="sibTrans" cxnId="{C626D481-D737-4D56-94AD-C3474334B011}">
      <dgm:prSet/>
      <dgm:spPr/>
      <dgm:t>
        <a:bodyPr/>
        <a:lstStyle/>
        <a:p>
          <a:endParaRPr lang="en-US"/>
        </a:p>
      </dgm:t>
    </dgm:pt>
    <dgm:pt modelId="{329989A9-3094-48B2-BE26-ED199F47CBDD}">
      <dgm:prSet/>
      <dgm:spPr/>
      <dgm:t>
        <a:bodyPr/>
        <a:lstStyle/>
        <a:p>
          <a:pPr>
            <a:defRPr cap="all"/>
          </a:pPr>
          <a:r>
            <a:rPr lang="en-GB"/>
            <a:t>Prompts are the </a:t>
          </a:r>
          <a:r>
            <a:rPr lang="en-GB" b="1"/>
            <a:t>bridge between human intent and AI output</a:t>
          </a:r>
          <a:endParaRPr lang="en-US"/>
        </a:p>
      </dgm:t>
    </dgm:pt>
    <dgm:pt modelId="{D71BAA09-3D3B-4980-85B7-8926B5A72B05}" type="parTrans" cxnId="{D59C626D-C8FE-427A-A34C-20594C09D91B}">
      <dgm:prSet/>
      <dgm:spPr/>
      <dgm:t>
        <a:bodyPr/>
        <a:lstStyle/>
        <a:p>
          <a:endParaRPr lang="en-US"/>
        </a:p>
      </dgm:t>
    </dgm:pt>
    <dgm:pt modelId="{DAD6B3CC-5B92-4269-9394-24A527C0966C}" type="sibTrans" cxnId="{D59C626D-C8FE-427A-A34C-20594C09D91B}">
      <dgm:prSet/>
      <dgm:spPr/>
      <dgm:t>
        <a:bodyPr/>
        <a:lstStyle/>
        <a:p>
          <a:endParaRPr lang="en-US"/>
        </a:p>
      </dgm:t>
    </dgm:pt>
    <dgm:pt modelId="{4EAAFE68-FC26-4487-80E7-214AE4034418}" type="pres">
      <dgm:prSet presAssocID="{B9CC6DC0-DB8C-436C-8415-7962A6476835}" presName="root" presStyleCnt="0">
        <dgm:presLayoutVars>
          <dgm:dir/>
          <dgm:resizeHandles val="exact"/>
        </dgm:presLayoutVars>
      </dgm:prSet>
      <dgm:spPr/>
    </dgm:pt>
    <dgm:pt modelId="{A9A4E268-2241-4D15-B73D-B9ED95CB70BD}" type="pres">
      <dgm:prSet presAssocID="{63C8A39E-9302-4C2F-9CE3-D5628933B0F2}" presName="compNode" presStyleCnt="0"/>
      <dgm:spPr/>
    </dgm:pt>
    <dgm:pt modelId="{17E713E3-2EAF-4CCF-BE27-0949BD81D7E3}" type="pres">
      <dgm:prSet presAssocID="{63C8A39E-9302-4C2F-9CE3-D5628933B0F2}" presName="iconBgRect" presStyleLbl="bgShp" presStyleIdx="0" presStyleCnt="3"/>
      <dgm:spPr/>
    </dgm:pt>
    <dgm:pt modelId="{711F0A97-0D09-43BF-988D-2C9FD1D36722}" type="pres">
      <dgm:prSet presAssocID="{63C8A39E-9302-4C2F-9CE3-D5628933B0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ED1FFFB-9E8A-414E-B99F-CCE0A01C2B0F}" type="pres">
      <dgm:prSet presAssocID="{63C8A39E-9302-4C2F-9CE3-D5628933B0F2}" presName="spaceRect" presStyleCnt="0"/>
      <dgm:spPr/>
    </dgm:pt>
    <dgm:pt modelId="{6F3B358A-2C3F-4843-AC8F-0B87DA28D061}" type="pres">
      <dgm:prSet presAssocID="{63C8A39E-9302-4C2F-9CE3-D5628933B0F2}" presName="textRect" presStyleLbl="revTx" presStyleIdx="0" presStyleCnt="3">
        <dgm:presLayoutVars>
          <dgm:chMax val="1"/>
          <dgm:chPref val="1"/>
        </dgm:presLayoutVars>
      </dgm:prSet>
      <dgm:spPr/>
    </dgm:pt>
    <dgm:pt modelId="{EEBF08EF-3E8B-4611-9EC0-C69F74659239}" type="pres">
      <dgm:prSet presAssocID="{5850BBA5-12ED-4C4E-83B1-BBE6040079AD}" presName="sibTrans" presStyleCnt="0"/>
      <dgm:spPr/>
    </dgm:pt>
    <dgm:pt modelId="{BDB26AB2-3EC4-48FC-ACE5-CB027F175028}" type="pres">
      <dgm:prSet presAssocID="{34AA5A60-AC16-4891-8576-CC131C14E8E2}" presName="compNode" presStyleCnt="0"/>
      <dgm:spPr/>
    </dgm:pt>
    <dgm:pt modelId="{CDC11A9D-D588-4246-86C0-54F704C9926D}" type="pres">
      <dgm:prSet presAssocID="{34AA5A60-AC16-4891-8576-CC131C14E8E2}" presName="iconBgRect" presStyleLbl="bgShp" presStyleIdx="1" presStyleCnt="3"/>
      <dgm:spPr/>
    </dgm:pt>
    <dgm:pt modelId="{0D187CCC-1D28-4082-804A-58F3EDD5714F}" type="pres">
      <dgm:prSet presAssocID="{34AA5A60-AC16-4891-8576-CC131C14E8E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D7F354E-712B-40F8-AA16-7B80AAB69008}" type="pres">
      <dgm:prSet presAssocID="{34AA5A60-AC16-4891-8576-CC131C14E8E2}" presName="spaceRect" presStyleCnt="0"/>
      <dgm:spPr/>
    </dgm:pt>
    <dgm:pt modelId="{970D0C82-91E0-4B29-84BE-BD29AE4C2F2A}" type="pres">
      <dgm:prSet presAssocID="{34AA5A60-AC16-4891-8576-CC131C14E8E2}" presName="textRect" presStyleLbl="revTx" presStyleIdx="1" presStyleCnt="3">
        <dgm:presLayoutVars>
          <dgm:chMax val="1"/>
          <dgm:chPref val="1"/>
        </dgm:presLayoutVars>
      </dgm:prSet>
      <dgm:spPr/>
    </dgm:pt>
    <dgm:pt modelId="{22E10CB8-F7E7-4ED4-A374-BF6B7EFAB996}" type="pres">
      <dgm:prSet presAssocID="{1A4A9F4C-6527-4015-9321-77A0BBA21A71}" presName="sibTrans" presStyleCnt="0"/>
      <dgm:spPr/>
    </dgm:pt>
    <dgm:pt modelId="{118CECF2-6D66-4023-926C-54F8C58F52CF}" type="pres">
      <dgm:prSet presAssocID="{329989A9-3094-48B2-BE26-ED199F47CBDD}" presName="compNode" presStyleCnt="0"/>
      <dgm:spPr/>
    </dgm:pt>
    <dgm:pt modelId="{4052A139-05B1-491C-AA68-12F6AACF9884}" type="pres">
      <dgm:prSet presAssocID="{329989A9-3094-48B2-BE26-ED199F47CBDD}" presName="iconBgRect" presStyleLbl="bgShp" presStyleIdx="2" presStyleCnt="3"/>
      <dgm:spPr/>
    </dgm:pt>
    <dgm:pt modelId="{420B24FB-C38B-47F4-98FE-F5A69E7C2B09}" type="pres">
      <dgm:prSet presAssocID="{329989A9-3094-48B2-BE26-ED199F47CBD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4F65181-CB80-43AC-B490-48E7EBFF8E29}" type="pres">
      <dgm:prSet presAssocID="{329989A9-3094-48B2-BE26-ED199F47CBDD}" presName="spaceRect" presStyleCnt="0"/>
      <dgm:spPr/>
    </dgm:pt>
    <dgm:pt modelId="{205D9C43-EAB8-49EF-ADDE-19910BDA43DA}" type="pres">
      <dgm:prSet presAssocID="{329989A9-3094-48B2-BE26-ED199F47CBD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E0D2528-F2FD-4CAC-8155-B239E319C4A3}" type="presOf" srcId="{34AA5A60-AC16-4891-8576-CC131C14E8E2}" destId="{970D0C82-91E0-4B29-84BE-BD29AE4C2F2A}" srcOrd="0" destOrd="0" presId="urn:microsoft.com/office/officeart/2018/5/layout/IconCircleLabelList"/>
    <dgm:cxn modelId="{356D5D28-4D35-4B0F-B595-2C31ED064BDA}" type="presOf" srcId="{329989A9-3094-48B2-BE26-ED199F47CBDD}" destId="{205D9C43-EAB8-49EF-ADDE-19910BDA43DA}" srcOrd="0" destOrd="0" presId="urn:microsoft.com/office/officeart/2018/5/layout/IconCircleLabelList"/>
    <dgm:cxn modelId="{D59C626D-C8FE-427A-A34C-20594C09D91B}" srcId="{B9CC6DC0-DB8C-436C-8415-7962A6476835}" destId="{329989A9-3094-48B2-BE26-ED199F47CBDD}" srcOrd="2" destOrd="0" parTransId="{D71BAA09-3D3B-4980-85B7-8926B5A72B05}" sibTransId="{DAD6B3CC-5B92-4269-9394-24A527C0966C}"/>
    <dgm:cxn modelId="{C626D481-D737-4D56-94AD-C3474334B011}" srcId="{B9CC6DC0-DB8C-436C-8415-7962A6476835}" destId="{34AA5A60-AC16-4891-8576-CC131C14E8E2}" srcOrd="1" destOrd="0" parTransId="{BBE86F36-407B-41DE-BAD2-6D64A218AD0D}" sibTransId="{1A4A9F4C-6527-4015-9321-77A0BBA21A71}"/>
    <dgm:cxn modelId="{9AD3FB9D-8729-4DD7-B662-5A0C8C47F4F6}" type="presOf" srcId="{63C8A39E-9302-4C2F-9CE3-D5628933B0F2}" destId="{6F3B358A-2C3F-4843-AC8F-0B87DA28D061}" srcOrd="0" destOrd="0" presId="urn:microsoft.com/office/officeart/2018/5/layout/IconCircleLabelList"/>
    <dgm:cxn modelId="{91DE9FF0-A8ED-4C9D-9D5F-1E311F81FC82}" type="presOf" srcId="{B9CC6DC0-DB8C-436C-8415-7962A6476835}" destId="{4EAAFE68-FC26-4487-80E7-214AE4034418}" srcOrd="0" destOrd="0" presId="urn:microsoft.com/office/officeart/2018/5/layout/IconCircleLabelList"/>
    <dgm:cxn modelId="{7735DCF4-8D22-4994-8438-2C0E223C8831}" srcId="{B9CC6DC0-DB8C-436C-8415-7962A6476835}" destId="{63C8A39E-9302-4C2F-9CE3-D5628933B0F2}" srcOrd="0" destOrd="0" parTransId="{CF3B2EC5-D287-4743-A6F6-9E98B8B153F1}" sibTransId="{5850BBA5-12ED-4C4E-83B1-BBE6040079AD}"/>
    <dgm:cxn modelId="{C3297140-4BC9-4FEF-90CA-3FE30BECD226}" type="presParOf" srcId="{4EAAFE68-FC26-4487-80E7-214AE4034418}" destId="{A9A4E268-2241-4D15-B73D-B9ED95CB70BD}" srcOrd="0" destOrd="0" presId="urn:microsoft.com/office/officeart/2018/5/layout/IconCircleLabelList"/>
    <dgm:cxn modelId="{64497AA4-651E-45AB-94D9-10571B449CC2}" type="presParOf" srcId="{A9A4E268-2241-4D15-B73D-B9ED95CB70BD}" destId="{17E713E3-2EAF-4CCF-BE27-0949BD81D7E3}" srcOrd="0" destOrd="0" presId="urn:microsoft.com/office/officeart/2018/5/layout/IconCircleLabelList"/>
    <dgm:cxn modelId="{7B224587-973F-48C7-B47D-ED6F743DD52E}" type="presParOf" srcId="{A9A4E268-2241-4D15-B73D-B9ED95CB70BD}" destId="{711F0A97-0D09-43BF-988D-2C9FD1D36722}" srcOrd="1" destOrd="0" presId="urn:microsoft.com/office/officeart/2018/5/layout/IconCircleLabelList"/>
    <dgm:cxn modelId="{F187C225-94A8-4FB7-A451-83C79F595736}" type="presParOf" srcId="{A9A4E268-2241-4D15-B73D-B9ED95CB70BD}" destId="{CED1FFFB-9E8A-414E-B99F-CCE0A01C2B0F}" srcOrd="2" destOrd="0" presId="urn:microsoft.com/office/officeart/2018/5/layout/IconCircleLabelList"/>
    <dgm:cxn modelId="{29F981E9-E37B-41DD-80EE-6C6243FD6C37}" type="presParOf" srcId="{A9A4E268-2241-4D15-B73D-B9ED95CB70BD}" destId="{6F3B358A-2C3F-4843-AC8F-0B87DA28D061}" srcOrd="3" destOrd="0" presId="urn:microsoft.com/office/officeart/2018/5/layout/IconCircleLabelList"/>
    <dgm:cxn modelId="{6C2DAE67-CA83-46AD-B20C-3682E9024997}" type="presParOf" srcId="{4EAAFE68-FC26-4487-80E7-214AE4034418}" destId="{EEBF08EF-3E8B-4611-9EC0-C69F74659239}" srcOrd="1" destOrd="0" presId="urn:microsoft.com/office/officeart/2018/5/layout/IconCircleLabelList"/>
    <dgm:cxn modelId="{B775074D-B68E-409D-9385-B0B18C4BC6BE}" type="presParOf" srcId="{4EAAFE68-FC26-4487-80E7-214AE4034418}" destId="{BDB26AB2-3EC4-48FC-ACE5-CB027F175028}" srcOrd="2" destOrd="0" presId="urn:microsoft.com/office/officeart/2018/5/layout/IconCircleLabelList"/>
    <dgm:cxn modelId="{2A253D40-1FA6-4CC2-908A-A33AAD51F89A}" type="presParOf" srcId="{BDB26AB2-3EC4-48FC-ACE5-CB027F175028}" destId="{CDC11A9D-D588-4246-86C0-54F704C9926D}" srcOrd="0" destOrd="0" presId="urn:microsoft.com/office/officeart/2018/5/layout/IconCircleLabelList"/>
    <dgm:cxn modelId="{3225BE5C-A7AA-46A6-BB2D-5F7654C2839B}" type="presParOf" srcId="{BDB26AB2-3EC4-48FC-ACE5-CB027F175028}" destId="{0D187CCC-1D28-4082-804A-58F3EDD5714F}" srcOrd="1" destOrd="0" presId="urn:microsoft.com/office/officeart/2018/5/layout/IconCircleLabelList"/>
    <dgm:cxn modelId="{962DE786-A48B-47A7-A336-448457D8D549}" type="presParOf" srcId="{BDB26AB2-3EC4-48FC-ACE5-CB027F175028}" destId="{0D7F354E-712B-40F8-AA16-7B80AAB69008}" srcOrd="2" destOrd="0" presId="urn:microsoft.com/office/officeart/2018/5/layout/IconCircleLabelList"/>
    <dgm:cxn modelId="{28E441E8-EFE7-4737-AA53-A2827AFE3E71}" type="presParOf" srcId="{BDB26AB2-3EC4-48FC-ACE5-CB027F175028}" destId="{970D0C82-91E0-4B29-84BE-BD29AE4C2F2A}" srcOrd="3" destOrd="0" presId="urn:microsoft.com/office/officeart/2018/5/layout/IconCircleLabelList"/>
    <dgm:cxn modelId="{8FB96E10-716B-4965-B94D-6576F989F3C0}" type="presParOf" srcId="{4EAAFE68-FC26-4487-80E7-214AE4034418}" destId="{22E10CB8-F7E7-4ED4-A374-BF6B7EFAB996}" srcOrd="3" destOrd="0" presId="urn:microsoft.com/office/officeart/2018/5/layout/IconCircleLabelList"/>
    <dgm:cxn modelId="{0605C7BC-09A0-47F4-A7F4-DDE6E23F9426}" type="presParOf" srcId="{4EAAFE68-FC26-4487-80E7-214AE4034418}" destId="{118CECF2-6D66-4023-926C-54F8C58F52CF}" srcOrd="4" destOrd="0" presId="urn:microsoft.com/office/officeart/2018/5/layout/IconCircleLabelList"/>
    <dgm:cxn modelId="{078FC127-8A08-48F2-B820-FDE19F9DB591}" type="presParOf" srcId="{118CECF2-6D66-4023-926C-54F8C58F52CF}" destId="{4052A139-05B1-491C-AA68-12F6AACF9884}" srcOrd="0" destOrd="0" presId="urn:microsoft.com/office/officeart/2018/5/layout/IconCircleLabelList"/>
    <dgm:cxn modelId="{1B31B88D-DE1A-485F-8334-DDC77E333B7D}" type="presParOf" srcId="{118CECF2-6D66-4023-926C-54F8C58F52CF}" destId="{420B24FB-C38B-47F4-98FE-F5A69E7C2B09}" srcOrd="1" destOrd="0" presId="urn:microsoft.com/office/officeart/2018/5/layout/IconCircleLabelList"/>
    <dgm:cxn modelId="{DDFCE730-2EC3-422E-AFEB-65D4D1EB7670}" type="presParOf" srcId="{118CECF2-6D66-4023-926C-54F8C58F52CF}" destId="{44F65181-CB80-43AC-B490-48E7EBFF8E29}" srcOrd="2" destOrd="0" presId="urn:microsoft.com/office/officeart/2018/5/layout/IconCircleLabelList"/>
    <dgm:cxn modelId="{339C7503-38AE-49AF-9BE4-48C3F522F071}" type="presParOf" srcId="{118CECF2-6D66-4023-926C-54F8C58F52CF}" destId="{205D9C43-EAB8-49EF-ADDE-19910BDA43D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AD2F591-D3D9-4BA4-9042-78C183CF149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96994A-BE7F-4A34-BB9B-C3A62119DA14}">
      <dgm:prSet/>
      <dgm:spPr/>
      <dgm:t>
        <a:bodyPr/>
        <a:lstStyle/>
        <a:p>
          <a:r>
            <a:rPr lang="en-GB" b="1"/>
            <a:t>Precision</a:t>
          </a:r>
          <a:r>
            <a:rPr lang="en-GB"/>
            <a:t>: Better prompts = more accurate outputs.</a:t>
          </a:r>
          <a:endParaRPr lang="en-US"/>
        </a:p>
      </dgm:t>
    </dgm:pt>
    <dgm:pt modelId="{358A1A83-42D1-463A-887E-0F2BF1E05A44}" type="parTrans" cxnId="{E005BBE9-3166-4EEF-A20D-97B46AF3D4EB}">
      <dgm:prSet/>
      <dgm:spPr/>
      <dgm:t>
        <a:bodyPr/>
        <a:lstStyle/>
        <a:p>
          <a:endParaRPr lang="en-US"/>
        </a:p>
      </dgm:t>
    </dgm:pt>
    <dgm:pt modelId="{E5DE0D39-519A-41AD-8BE8-5983574FDD79}" type="sibTrans" cxnId="{E005BBE9-3166-4EEF-A20D-97B46AF3D4EB}">
      <dgm:prSet/>
      <dgm:spPr/>
      <dgm:t>
        <a:bodyPr/>
        <a:lstStyle/>
        <a:p>
          <a:endParaRPr lang="en-US"/>
        </a:p>
      </dgm:t>
    </dgm:pt>
    <dgm:pt modelId="{828A8BDB-3875-4187-B8EB-60F42F1F7433}">
      <dgm:prSet/>
      <dgm:spPr/>
      <dgm:t>
        <a:bodyPr/>
        <a:lstStyle/>
        <a:p>
          <a:r>
            <a:rPr lang="en-GB" b="1"/>
            <a:t>Creativity</a:t>
          </a:r>
          <a:r>
            <a:rPr lang="en-GB"/>
            <a:t>: Prompts unlock AI’s ability to generate unique ideas.</a:t>
          </a:r>
          <a:endParaRPr lang="en-US"/>
        </a:p>
      </dgm:t>
    </dgm:pt>
    <dgm:pt modelId="{3DB4DD61-CB4F-41F1-BD83-E7C414940B6B}" type="parTrans" cxnId="{6AE107A0-7B74-4326-8EB7-5D7C674EA1A9}">
      <dgm:prSet/>
      <dgm:spPr/>
      <dgm:t>
        <a:bodyPr/>
        <a:lstStyle/>
        <a:p>
          <a:endParaRPr lang="en-US"/>
        </a:p>
      </dgm:t>
    </dgm:pt>
    <dgm:pt modelId="{A9B5EDBF-2F00-4DE6-90E2-7BDF60E39B34}" type="sibTrans" cxnId="{6AE107A0-7B74-4326-8EB7-5D7C674EA1A9}">
      <dgm:prSet/>
      <dgm:spPr/>
      <dgm:t>
        <a:bodyPr/>
        <a:lstStyle/>
        <a:p>
          <a:endParaRPr lang="en-US"/>
        </a:p>
      </dgm:t>
    </dgm:pt>
    <dgm:pt modelId="{1BB37003-A060-4601-A771-314E9DCB4C86}">
      <dgm:prSet/>
      <dgm:spPr/>
      <dgm:t>
        <a:bodyPr/>
        <a:lstStyle/>
        <a:p>
          <a:r>
            <a:rPr lang="en-GB" b="1"/>
            <a:t>Efficiency</a:t>
          </a:r>
          <a:r>
            <a:rPr lang="en-GB"/>
            <a:t>: Saves time by reducing trial-and-error.</a:t>
          </a:r>
          <a:endParaRPr lang="en-US"/>
        </a:p>
      </dgm:t>
    </dgm:pt>
    <dgm:pt modelId="{374D99C5-B148-4E5C-9178-67AA3CB58303}" type="parTrans" cxnId="{D8C8CC20-647F-46EC-9B49-604D965C1A04}">
      <dgm:prSet/>
      <dgm:spPr/>
      <dgm:t>
        <a:bodyPr/>
        <a:lstStyle/>
        <a:p>
          <a:endParaRPr lang="en-US"/>
        </a:p>
      </dgm:t>
    </dgm:pt>
    <dgm:pt modelId="{A2AC51F1-C527-4949-9A7D-41A35109605F}" type="sibTrans" cxnId="{D8C8CC20-647F-46EC-9B49-604D965C1A04}">
      <dgm:prSet/>
      <dgm:spPr/>
      <dgm:t>
        <a:bodyPr/>
        <a:lstStyle/>
        <a:p>
          <a:endParaRPr lang="en-US"/>
        </a:p>
      </dgm:t>
    </dgm:pt>
    <dgm:pt modelId="{59FF9A65-A868-421E-928E-9A0EF65617F4}">
      <dgm:prSet/>
      <dgm:spPr/>
      <dgm:t>
        <a:bodyPr/>
        <a:lstStyle/>
        <a:p>
          <a:r>
            <a:rPr lang="en-GB" b="1"/>
            <a:t>Control</a:t>
          </a:r>
          <a:r>
            <a:rPr lang="en-GB"/>
            <a:t>: Helps steer AI toward desired tone, style, or format.</a:t>
          </a:r>
          <a:endParaRPr lang="en-US"/>
        </a:p>
      </dgm:t>
    </dgm:pt>
    <dgm:pt modelId="{7FF005C8-B898-4639-B70D-8E000CA5D9E8}" type="parTrans" cxnId="{417DFEB0-E1F8-4089-9C8C-137010879676}">
      <dgm:prSet/>
      <dgm:spPr/>
      <dgm:t>
        <a:bodyPr/>
        <a:lstStyle/>
        <a:p>
          <a:endParaRPr lang="en-US"/>
        </a:p>
      </dgm:t>
    </dgm:pt>
    <dgm:pt modelId="{B7FCA515-153F-4AD9-B731-1867C825DFD7}" type="sibTrans" cxnId="{417DFEB0-E1F8-4089-9C8C-137010879676}">
      <dgm:prSet/>
      <dgm:spPr/>
      <dgm:t>
        <a:bodyPr/>
        <a:lstStyle/>
        <a:p>
          <a:endParaRPr lang="en-US"/>
        </a:p>
      </dgm:t>
    </dgm:pt>
    <dgm:pt modelId="{8BE07FAC-2BA3-4F98-B5AD-3563DCCF2B5D}" type="pres">
      <dgm:prSet presAssocID="{0AD2F591-D3D9-4BA4-9042-78C183CF149E}" presName="linear" presStyleCnt="0">
        <dgm:presLayoutVars>
          <dgm:animLvl val="lvl"/>
          <dgm:resizeHandles val="exact"/>
        </dgm:presLayoutVars>
      </dgm:prSet>
      <dgm:spPr/>
    </dgm:pt>
    <dgm:pt modelId="{3ECEA9D3-8EB3-4329-9F02-429FED89AB10}" type="pres">
      <dgm:prSet presAssocID="{1496994A-BE7F-4A34-BB9B-C3A62119DA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CFBC626-06C3-4F86-8D61-2E9516791978}" type="pres">
      <dgm:prSet presAssocID="{E5DE0D39-519A-41AD-8BE8-5983574FDD79}" presName="spacer" presStyleCnt="0"/>
      <dgm:spPr/>
    </dgm:pt>
    <dgm:pt modelId="{BB227880-125D-47DF-BCB0-E105F338E938}" type="pres">
      <dgm:prSet presAssocID="{828A8BDB-3875-4187-B8EB-60F42F1F74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D6F9F5-7F06-48AA-9981-5823FA349C04}" type="pres">
      <dgm:prSet presAssocID="{A9B5EDBF-2F00-4DE6-90E2-7BDF60E39B34}" presName="spacer" presStyleCnt="0"/>
      <dgm:spPr/>
    </dgm:pt>
    <dgm:pt modelId="{D42AB640-31CA-44AC-B78E-F71F6168ECF9}" type="pres">
      <dgm:prSet presAssocID="{1BB37003-A060-4601-A771-314E9DCB4C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646D4A-2D47-4B35-9E3F-B38859A96966}" type="pres">
      <dgm:prSet presAssocID="{A2AC51F1-C527-4949-9A7D-41A35109605F}" presName="spacer" presStyleCnt="0"/>
      <dgm:spPr/>
    </dgm:pt>
    <dgm:pt modelId="{4143EFB5-FCE8-4AB2-8BF2-7B213A98AEA4}" type="pres">
      <dgm:prSet presAssocID="{59FF9A65-A868-421E-928E-9A0EF65617F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8C8CC20-647F-46EC-9B49-604D965C1A04}" srcId="{0AD2F591-D3D9-4BA4-9042-78C183CF149E}" destId="{1BB37003-A060-4601-A771-314E9DCB4C86}" srcOrd="2" destOrd="0" parTransId="{374D99C5-B148-4E5C-9178-67AA3CB58303}" sibTransId="{A2AC51F1-C527-4949-9A7D-41A35109605F}"/>
    <dgm:cxn modelId="{24B78828-8264-4B27-BF8C-9A4067DC4B28}" type="presOf" srcId="{1496994A-BE7F-4A34-BB9B-C3A62119DA14}" destId="{3ECEA9D3-8EB3-4329-9F02-429FED89AB10}" srcOrd="0" destOrd="0" presId="urn:microsoft.com/office/officeart/2005/8/layout/vList2"/>
    <dgm:cxn modelId="{000BBD99-00CD-479C-984E-6CB8E4E1CCDD}" type="presOf" srcId="{1BB37003-A060-4601-A771-314E9DCB4C86}" destId="{D42AB640-31CA-44AC-B78E-F71F6168ECF9}" srcOrd="0" destOrd="0" presId="urn:microsoft.com/office/officeart/2005/8/layout/vList2"/>
    <dgm:cxn modelId="{48DA8A9B-28C2-41CF-A2DA-E38DBE9D8F2A}" type="presOf" srcId="{828A8BDB-3875-4187-B8EB-60F42F1F7433}" destId="{BB227880-125D-47DF-BCB0-E105F338E938}" srcOrd="0" destOrd="0" presId="urn:microsoft.com/office/officeart/2005/8/layout/vList2"/>
    <dgm:cxn modelId="{6AE107A0-7B74-4326-8EB7-5D7C674EA1A9}" srcId="{0AD2F591-D3D9-4BA4-9042-78C183CF149E}" destId="{828A8BDB-3875-4187-B8EB-60F42F1F7433}" srcOrd="1" destOrd="0" parTransId="{3DB4DD61-CB4F-41F1-BD83-E7C414940B6B}" sibTransId="{A9B5EDBF-2F00-4DE6-90E2-7BDF60E39B34}"/>
    <dgm:cxn modelId="{417DFEB0-E1F8-4089-9C8C-137010879676}" srcId="{0AD2F591-D3D9-4BA4-9042-78C183CF149E}" destId="{59FF9A65-A868-421E-928E-9A0EF65617F4}" srcOrd="3" destOrd="0" parTransId="{7FF005C8-B898-4639-B70D-8E000CA5D9E8}" sibTransId="{B7FCA515-153F-4AD9-B731-1867C825DFD7}"/>
    <dgm:cxn modelId="{DCF71BB6-F032-4E60-BE70-ADAFDB14C164}" type="presOf" srcId="{59FF9A65-A868-421E-928E-9A0EF65617F4}" destId="{4143EFB5-FCE8-4AB2-8BF2-7B213A98AEA4}" srcOrd="0" destOrd="0" presId="urn:microsoft.com/office/officeart/2005/8/layout/vList2"/>
    <dgm:cxn modelId="{945BC5E8-49BD-4C38-994A-51D7C2B1E606}" type="presOf" srcId="{0AD2F591-D3D9-4BA4-9042-78C183CF149E}" destId="{8BE07FAC-2BA3-4F98-B5AD-3563DCCF2B5D}" srcOrd="0" destOrd="0" presId="urn:microsoft.com/office/officeart/2005/8/layout/vList2"/>
    <dgm:cxn modelId="{E005BBE9-3166-4EEF-A20D-97B46AF3D4EB}" srcId="{0AD2F591-D3D9-4BA4-9042-78C183CF149E}" destId="{1496994A-BE7F-4A34-BB9B-C3A62119DA14}" srcOrd="0" destOrd="0" parTransId="{358A1A83-42D1-463A-887E-0F2BF1E05A44}" sibTransId="{E5DE0D39-519A-41AD-8BE8-5983574FDD79}"/>
    <dgm:cxn modelId="{72651CC3-AE5B-4798-8474-4820D852228D}" type="presParOf" srcId="{8BE07FAC-2BA3-4F98-B5AD-3563DCCF2B5D}" destId="{3ECEA9D3-8EB3-4329-9F02-429FED89AB10}" srcOrd="0" destOrd="0" presId="urn:microsoft.com/office/officeart/2005/8/layout/vList2"/>
    <dgm:cxn modelId="{D70B74D9-15E9-442F-ADDC-08CD4023CAA3}" type="presParOf" srcId="{8BE07FAC-2BA3-4F98-B5AD-3563DCCF2B5D}" destId="{3CFBC626-06C3-4F86-8D61-2E9516791978}" srcOrd="1" destOrd="0" presId="urn:microsoft.com/office/officeart/2005/8/layout/vList2"/>
    <dgm:cxn modelId="{F73D6FA2-EA55-46F9-8D88-5A12641C45C8}" type="presParOf" srcId="{8BE07FAC-2BA3-4F98-B5AD-3563DCCF2B5D}" destId="{BB227880-125D-47DF-BCB0-E105F338E938}" srcOrd="2" destOrd="0" presId="urn:microsoft.com/office/officeart/2005/8/layout/vList2"/>
    <dgm:cxn modelId="{087943FC-63DE-4980-836F-DFA25C855EAA}" type="presParOf" srcId="{8BE07FAC-2BA3-4F98-B5AD-3563DCCF2B5D}" destId="{50D6F9F5-7F06-48AA-9981-5823FA349C04}" srcOrd="3" destOrd="0" presId="urn:microsoft.com/office/officeart/2005/8/layout/vList2"/>
    <dgm:cxn modelId="{2DCBC378-966D-4B15-A3EA-2AF63AE5943A}" type="presParOf" srcId="{8BE07FAC-2BA3-4F98-B5AD-3563DCCF2B5D}" destId="{D42AB640-31CA-44AC-B78E-F71F6168ECF9}" srcOrd="4" destOrd="0" presId="urn:microsoft.com/office/officeart/2005/8/layout/vList2"/>
    <dgm:cxn modelId="{3493C1FA-FDE2-4F21-949D-4922477E4F53}" type="presParOf" srcId="{8BE07FAC-2BA3-4F98-B5AD-3563DCCF2B5D}" destId="{E0646D4A-2D47-4B35-9E3F-B38859A96966}" srcOrd="5" destOrd="0" presId="urn:microsoft.com/office/officeart/2005/8/layout/vList2"/>
    <dgm:cxn modelId="{C3F95696-DB5C-4177-8E55-ECE7A5B4CE18}" type="presParOf" srcId="{8BE07FAC-2BA3-4F98-B5AD-3563DCCF2B5D}" destId="{4143EFB5-FCE8-4AB2-8BF2-7B213A98AEA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D6514E3-091D-44A6-A6F3-BE4C08717C3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4D761F-F563-4CA7-B492-E1CAE1CE5EE7}">
      <dgm:prSet/>
      <dgm:spPr/>
      <dgm:t>
        <a:bodyPr/>
        <a:lstStyle/>
        <a:p>
          <a:r>
            <a:rPr lang="en-GB"/>
            <a:t>Clarity: Be specific about what you want</a:t>
          </a:r>
          <a:endParaRPr lang="en-US"/>
        </a:p>
      </dgm:t>
    </dgm:pt>
    <dgm:pt modelId="{5EFE00F6-F007-4DF9-A1BD-00459AD776F3}" type="parTrans" cxnId="{0AD95622-85CD-416A-A40F-94A6D2464134}">
      <dgm:prSet/>
      <dgm:spPr/>
      <dgm:t>
        <a:bodyPr/>
        <a:lstStyle/>
        <a:p>
          <a:endParaRPr lang="en-US"/>
        </a:p>
      </dgm:t>
    </dgm:pt>
    <dgm:pt modelId="{B2A29A64-D771-4425-AD11-0534DDD0349C}" type="sibTrans" cxnId="{0AD95622-85CD-416A-A40F-94A6D2464134}">
      <dgm:prSet/>
      <dgm:spPr/>
      <dgm:t>
        <a:bodyPr/>
        <a:lstStyle/>
        <a:p>
          <a:endParaRPr lang="en-US"/>
        </a:p>
      </dgm:t>
    </dgm:pt>
    <dgm:pt modelId="{9DE828B3-A78C-4378-BDAD-56B5717E6D4E}">
      <dgm:prSet/>
      <dgm:spPr/>
      <dgm:t>
        <a:bodyPr/>
        <a:lstStyle/>
        <a:p>
          <a:r>
            <a:rPr lang="en-GB"/>
            <a:t>Context: Provide background or examples</a:t>
          </a:r>
          <a:endParaRPr lang="en-US"/>
        </a:p>
      </dgm:t>
    </dgm:pt>
    <dgm:pt modelId="{7C606155-3133-4871-884E-34F205AB57B0}" type="parTrans" cxnId="{4CBAF549-F7EE-47EB-B258-C44F288DABB8}">
      <dgm:prSet/>
      <dgm:spPr/>
      <dgm:t>
        <a:bodyPr/>
        <a:lstStyle/>
        <a:p>
          <a:endParaRPr lang="en-US"/>
        </a:p>
      </dgm:t>
    </dgm:pt>
    <dgm:pt modelId="{F13C83AF-2936-4A40-9C02-3BD10265A9E5}" type="sibTrans" cxnId="{4CBAF549-F7EE-47EB-B258-C44F288DABB8}">
      <dgm:prSet/>
      <dgm:spPr/>
      <dgm:t>
        <a:bodyPr/>
        <a:lstStyle/>
        <a:p>
          <a:endParaRPr lang="en-US"/>
        </a:p>
      </dgm:t>
    </dgm:pt>
    <dgm:pt modelId="{6ADC592C-514E-4D0E-9BC7-7CF47D770F82}">
      <dgm:prSet/>
      <dgm:spPr/>
      <dgm:t>
        <a:bodyPr/>
        <a:lstStyle/>
        <a:p>
          <a:r>
            <a:rPr lang="en-GB"/>
            <a:t>Constraints: Define format, length, or style</a:t>
          </a:r>
          <a:endParaRPr lang="en-US"/>
        </a:p>
      </dgm:t>
    </dgm:pt>
    <dgm:pt modelId="{A88E8375-8754-4319-A371-59866C328B82}" type="parTrans" cxnId="{C52DCFA7-1882-48E9-BE14-2D1151E40C5A}">
      <dgm:prSet/>
      <dgm:spPr/>
      <dgm:t>
        <a:bodyPr/>
        <a:lstStyle/>
        <a:p>
          <a:endParaRPr lang="en-US"/>
        </a:p>
      </dgm:t>
    </dgm:pt>
    <dgm:pt modelId="{F0F76849-7626-4724-B65B-AC947D2B1C63}" type="sibTrans" cxnId="{C52DCFA7-1882-48E9-BE14-2D1151E40C5A}">
      <dgm:prSet/>
      <dgm:spPr/>
      <dgm:t>
        <a:bodyPr/>
        <a:lstStyle/>
        <a:p>
          <a:endParaRPr lang="en-US"/>
        </a:p>
      </dgm:t>
    </dgm:pt>
    <dgm:pt modelId="{64CE790E-8B83-46F8-9C25-89C018E0EA0D}">
      <dgm:prSet/>
      <dgm:spPr/>
      <dgm:t>
        <a:bodyPr/>
        <a:lstStyle/>
        <a:p>
          <a:r>
            <a:rPr lang="en-GB"/>
            <a:t>Audience: Tailor output to intended readers/users</a:t>
          </a:r>
          <a:endParaRPr lang="en-US"/>
        </a:p>
      </dgm:t>
    </dgm:pt>
    <dgm:pt modelId="{05BE548F-4783-461D-9966-22942F4F080E}" type="parTrans" cxnId="{C1EC5069-4D84-44F9-8E98-B3629571A326}">
      <dgm:prSet/>
      <dgm:spPr/>
      <dgm:t>
        <a:bodyPr/>
        <a:lstStyle/>
        <a:p>
          <a:endParaRPr lang="en-US"/>
        </a:p>
      </dgm:t>
    </dgm:pt>
    <dgm:pt modelId="{7BF5C1FD-F7E2-4FE1-BDCF-E98A258A340D}" type="sibTrans" cxnId="{C1EC5069-4D84-44F9-8E98-B3629571A326}">
      <dgm:prSet/>
      <dgm:spPr/>
      <dgm:t>
        <a:bodyPr/>
        <a:lstStyle/>
        <a:p>
          <a:endParaRPr lang="en-US"/>
        </a:p>
      </dgm:t>
    </dgm:pt>
    <dgm:pt modelId="{17EF4795-41B0-49F0-8939-DC718BD66751}">
      <dgm:prSet/>
      <dgm:spPr/>
      <dgm:t>
        <a:bodyPr/>
        <a:lstStyle/>
        <a:p>
          <a:r>
            <a:rPr lang="en-GB"/>
            <a:t>Example:</a:t>
          </a:r>
          <a:endParaRPr lang="en-US"/>
        </a:p>
      </dgm:t>
    </dgm:pt>
    <dgm:pt modelId="{2BBCF8DF-6FB0-48D7-9CC6-B2B379111D73}" type="parTrans" cxnId="{CE16B9B0-549A-4A2E-BBD7-03A224872575}">
      <dgm:prSet/>
      <dgm:spPr/>
      <dgm:t>
        <a:bodyPr/>
        <a:lstStyle/>
        <a:p>
          <a:endParaRPr lang="en-US"/>
        </a:p>
      </dgm:t>
    </dgm:pt>
    <dgm:pt modelId="{76BDC43C-E129-47EB-8C81-A245DCC56D58}" type="sibTrans" cxnId="{CE16B9B0-549A-4A2E-BBD7-03A224872575}">
      <dgm:prSet/>
      <dgm:spPr/>
      <dgm:t>
        <a:bodyPr/>
        <a:lstStyle/>
        <a:p>
          <a:endParaRPr lang="en-US"/>
        </a:p>
      </dgm:t>
    </dgm:pt>
    <dgm:pt modelId="{F797BFDE-443A-45C7-82CE-67420371C5DA}">
      <dgm:prSet custT="1"/>
      <dgm:spPr/>
      <dgm:t>
        <a:bodyPr/>
        <a:lstStyle/>
        <a:p>
          <a:r>
            <a:rPr lang="en-GB" sz="2000"/>
            <a:t>Weak Prompt  -  “Write about AI.”</a:t>
          </a:r>
          <a:endParaRPr lang="en-US" sz="2000"/>
        </a:p>
      </dgm:t>
    </dgm:pt>
    <dgm:pt modelId="{C69CC6E7-3502-46C4-ACDF-BFA9A2530A2C}" type="parTrans" cxnId="{7C6F18E4-362E-4BEA-86C3-128E99E99FFF}">
      <dgm:prSet/>
      <dgm:spPr/>
      <dgm:t>
        <a:bodyPr/>
        <a:lstStyle/>
        <a:p>
          <a:endParaRPr lang="en-US"/>
        </a:p>
      </dgm:t>
    </dgm:pt>
    <dgm:pt modelId="{118EB8E2-7F1A-4696-95BC-DD2C8F0210B8}" type="sibTrans" cxnId="{7C6F18E4-362E-4BEA-86C3-128E99E99FFF}">
      <dgm:prSet/>
      <dgm:spPr/>
      <dgm:t>
        <a:bodyPr/>
        <a:lstStyle/>
        <a:p>
          <a:endParaRPr lang="en-US"/>
        </a:p>
      </dgm:t>
    </dgm:pt>
    <dgm:pt modelId="{C0C45BB8-E269-4B09-A94A-13AF008EAD12}">
      <dgm:prSet custT="1"/>
      <dgm:spPr/>
      <dgm:t>
        <a:bodyPr/>
        <a:lstStyle/>
        <a:p>
          <a:r>
            <a:rPr lang="en-GB" sz="2000" dirty="0"/>
            <a:t>Strong Prompt  - “Write a 200-word blog post explaining AI to high school students, using simple examples.”</a:t>
          </a:r>
          <a:endParaRPr lang="en-US" sz="2000" dirty="0"/>
        </a:p>
      </dgm:t>
    </dgm:pt>
    <dgm:pt modelId="{F3A59F49-D890-4F25-A12F-571B2254F0E4}" type="parTrans" cxnId="{5DD52EE6-2A8B-4583-BD0B-36B8D9587DC8}">
      <dgm:prSet/>
      <dgm:spPr/>
      <dgm:t>
        <a:bodyPr/>
        <a:lstStyle/>
        <a:p>
          <a:endParaRPr lang="en-US"/>
        </a:p>
      </dgm:t>
    </dgm:pt>
    <dgm:pt modelId="{D0146013-82BA-44F9-92D1-25FA512A558D}" type="sibTrans" cxnId="{5DD52EE6-2A8B-4583-BD0B-36B8D9587DC8}">
      <dgm:prSet/>
      <dgm:spPr/>
      <dgm:t>
        <a:bodyPr/>
        <a:lstStyle/>
        <a:p>
          <a:endParaRPr lang="en-US"/>
        </a:p>
      </dgm:t>
    </dgm:pt>
    <dgm:pt modelId="{6E2F05D6-8841-4416-B520-E98783059CF6}" type="pres">
      <dgm:prSet presAssocID="{7D6514E3-091D-44A6-A6F3-BE4C08717C3D}" presName="linear" presStyleCnt="0">
        <dgm:presLayoutVars>
          <dgm:animLvl val="lvl"/>
          <dgm:resizeHandles val="exact"/>
        </dgm:presLayoutVars>
      </dgm:prSet>
      <dgm:spPr/>
    </dgm:pt>
    <dgm:pt modelId="{DCA5A8F8-9FEF-4AD2-915B-3F554E5481D7}" type="pres">
      <dgm:prSet presAssocID="{404D761F-F563-4CA7-B492-E1CAE1CE5EE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093E59A-51A4-45E6-8941-65A7374BEF50}" type="pres">
      <dgm:prSet presAssocID="{B2A29A64-D771-4425-AD11-0534DDD0349C}" presName="spacer" presStyleCnt="0"/>
      <dgm:spPr/>
    </dgm:pt>
    <dgm:pt modelId="{073799D2-E593-4E5F-AB4C-AAE51AD43E23}" type="pres">
      <dgm:prSet presAssocID="{9DE828B3-A78C-4378-BDAD-56B5717E6D4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9324A0A-BA83-42EA-9E80-E68D4B46ADF1}" type="pres">
      <dgm:prSet presAssocID="{F13C83AF-2936-4A40-9C02-3BD10265A9E5}" presName="spacer" presStyleCnt="0"/>
      <dgm:spPr/>
    </dgm:pt>
    <dgm:pt modelId="{E20ADBCC-9705-4DB2-B740-192CDAC9FE4C}" type="pres">
      <dgm:prSet presAssocID="{6ADC592C-514E-4D0E-9BC7-7CF47D770F8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C6915D0-8359-436D-9735-480BADB851D1}" type="pres">
      <dgm:prSet presAssocID="{F0F76849-7626-4724-B65B-AC947D2B1C63}" presName="spacer" presStyleCnt="0"/>
      <dgm:spPr/>
    </dgm:pt>
    <dgm:pt modelId="{2E6EB116-5118-497D-9909-58F93B6D8041}" type="pres">
      <dgm:prSet presAssocID="{64CE790E-8B83-46F8-9C25-89C018E0EA0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990E368-68D8-4D7D-9C6A-2454A82DF5BE}" type="pres">
      <dgm:prSet presAssocID="{7BF5C1FD-F7E2-4FE1-BDCF-E98A258A340D}" presName="spacer" presStyleCnt="0"/>
      <dgm:spPr/>
    </dgm:pt>
    <dgm:pt modelId="{99B703BE-9891-44E6-8658-B81EBACA98CC}" type="pres">
      <dgm:prSet presAssocID="{17EF4795-41B0-49F0-8939-DC718BD6675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2B7BB04-5A8F-44BB-B12D-BA598EEA4B9A}" type="pres">
      <dgm:prSet presAssocID="{17EF4795-41B0-49F0-8939-DC718BD6675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AD95622-85CD-416A-A40F-94A6D2464134}" srcId="{7D6514E3-091D-44A6-A6F3-BE4C08717C3D}" destId="{404D761F-F563-4CA7-B492-E1CAE1CE5EE7}" srcOrd="0" destOrd="0" parTransId="{5EFE00F6-F007-4DF9-A1BD-00459AD776F3}" sibTransId="{B2A29A64-D771-4425-AD11-0534DDD0349C}"/>
    <dgm:cxn modelId="{2B7BF531-3B66-4DFA-A735-EF16ACFA3158}" type="presOf" srcId="{6ADC592C-514E-4D0E-9BC7-7CF47D770F82}" destId="{E20ADBCC-9705-4DB2-B740-192CDAC9FE4C}" srcOrd="0" destOrd="0" presId="urn:microsoft.com/office/officeart/2005/8/layout/vList2"/>
    <dgm:cxn modelId="{99B2413B-E9BA-438D-AA53-728BC17887BC}" type="presOf" srcId="{9DE828B3-A78C-4378-BDAD-56B5717E6D4E}" destId="{073799D2-E593-4E5F-AB4C-AAE51AD43E23}" srcOrd="0" destOrd="0" presId="urn:microsoft.com/office/officeart/2005/8/layout/vList2"/>
    <dgm:cxn modelId="{93E50147-AE80-48D6-8E3D-FF39D5C77C7E}" type="presOf" srcId="{404D761F-F563-4CA7-B492-E1CAE1CE5EE7}" destId="{DCA5A8F8-9FEF-4AD2-915B-3F554E5481D7}" srcOrd="0" destOrd="0" presId="urn:microsoft.com/office/officeart/2005/8/layout/vList2"/>
    <dgm:cxn modelId="{C1EC5069-4D84-44F9-8E98-B3629571A326}" srcId="{7D6514E3-091D-44A6-A6F3-BE4C08717C3D}" destId="{64CE790E-8B83-46F8-9C25-89C018E0EA0D}" srcOrd="3" destOrd="0" parTransId="{05BE548F-4783-461D-9966-22942F4F080E}" sibTransId="{7BF5C1FD-F7E2-4FE1-BDCF-E98A258A340D}"/>
    <dgm:cxn modelId="{4CBAF549-F7EE-47EB-B258-C44F288DABB8}" srcId="{7D6514E3-091D-44A6-A6F3-BE4C08717C3D}" destId="{9DE828B3-A78C-4378-BDAD-56B5717E6D4E}" srcOrd="1" destOrd="0" parTransId="{7C606155-3133-4871-884E-34F205AB57B0}" sibTransId="{F13C83AF-2936-4A40-9C02-3BD10265A9E5}"/>
    <dgm:cxn modelId="{9FDBC975-646E-4E53-88AE-6A57D255BD35}" type="presOf" srcId="{F797BFDE-443A-45C7-82CE-67420371C5DA}" destId="{12B7BB04-5A8F-44BB-B12D-BA598EEA4B9A}" srcOrd="0" destOrd="0" presId="urn:microsoft.com/office/officeart/2005/8/layout/vList2"/>
    <dgm:cxn modelId="{D0E7738C-EF3F-4E80-AF6C-2A535C77C80F}" type="presOf" srcId="{64CE790E-8B83-46F8-9C25-89C018E0EA0D}" destId="{2E6EB116-5118-497D-9909-58F93B6D8041}" srcOrd="0" destOrd="0" presId="urn:microsoft.com/office/officeart/2005/8/layout/vList2"/>
    <dgm:cxn modelId="{C52DCFA7-1882-48E9-BE14-2D1151E40C5A}" srcId="{7D6514E3-091D-44A6-A6F3-BE4C08717C3D}" destId="{6ADC592C-514E-4D0E-9BC7-7CF47D770F82}" srcOrd="2" destOrd="0" parTransId="{A88E8375-8754-4319-A371-59866C328B82}" sibTransId="{F0F76849-7626-4724-B65B-AC947D2B1C63}"/>
    <dgm:cxn modelId="{CE16B9B0-549A-4A2E-BBD7-03A224872575}" srcId="{7D6514E3-091D-44A6-A6F3-BE4C08717C3D}" destId="{17EF4795-41B0-49F0-8939-DC718BD66751}" srcOrd="4" destOrd="0" parTransId="{2BBCF8DF-6FB0-48D7-9CC6-B2B379111D73}" sibTransId="{76BDC43C-E129-47EB-8C81-A245DCC56D58}"/>
    <dgm:cxn modelId="{399216CD-6F77-4637-AF52-F05DA2F1CEFB}" type="presOf" srcId="{7D6514E3-091D-44A6-A6F3-BE4C08717C3D}" destId="{6E2F05D6-8841-4416-B520-E98783059CF6}" srcOrd="0" destOrd="0" presId="urn:microsoft.com/office/officeart/2005/8/layout/vList2"/>
    <dgm:cxn modelId="{4C2088DC-D48B-4236-A7A5-67392AEBFE5F}" type="presOf" srcId="{C0C45BB8-E269-4B09-A94A-13AF008EAD12}" destId="{12B7BB04-5A8F-44BB-B12D-BA598EEA4B9A}" srcOrd="0" destOrd="1" presId="urn:microsoft.com/office/officeart/2005/8/layout/vList2"/>
    <dgm:cxn modelId="{7C6F18E4-362E-4BEA-86C3-128E99E99FFF}" srcId="{17EF4795-41B0-49F0-8939-DC718BD66751}" destId="{F797BFDE-443A-45C7-82CE-67420371C5DA}" srcOrd="0" destOrd="0" parTransId="{C69CC6E7-3502-46C4-ACDF-BFA9A2530A2C}" sibTransId="{118EB8E2-7F1A-4696-95BC-DD2C8F0210B8}"/>
    <dgm:cxn modelId="{5DD52EE6-2A8B-4583-BD0B-36B8D9587DC8}" srcId="{17EF4795-41B0-49F0-8939-DC718BD66751}" destId="{C0C45BB8-E269-4B09-A94A-13AF008EAD12}" srcOrd="1" destOrd="0" parTransId="{F3A59F49-D890-4F25-A12F-571B2254F0E4}" sibTransId="{D0146013-82BA-44F9-92D1-25FA512A558D}"/>
    <dgm:cxn modelId="{ED24F4F1-83CD-481C-B4AA-FD3E094FF931}" type="presOf" srcId="{17EF4795-41B0-49F0-8939-DC718BD66751}" destId="{99B703BE-9891-44E6-8658-B81EBACA98CC}" srcOrd="0" destOrd="0" presId="urn:microsoft.com/office/officeart/2005/8/layout/vList2"/>
    <dgm:cxn modelId="{D887C39F-C64E-4E20-9D25-508572404AA5}" type="presParOf" srcId="{6E2F05D6-8841-4416-B520-E98783059CF6}" destId="{DCA5A8F8-9FEF-4AD2-915B-3F554E5481D7}" srcOrd="0" destOrd="0" presId="urn:microsoft.com/office/officeart/2005/8/layout/vList2"/>
    <dgm:cxn modelId="{16545006-4D0B-4048-B386-26251121ACB6}" type="presParOf" srcId="{6E2F05D6-8841-4416-B520-E98783059CF6}" destId="{0093E59A-51A4-45E6-8941-65A7374BEF50}" srcOrd="1" destOrd="0" presId="urn:microsoft.com/office/officeart/2005/8/layout/vList2"/>
    <dgm:cxn modelId="{3FD252A2-4606-427D-8701-F2D527359FEB}" type="presParOf" srcId="{6E2F05D6-8841-4416-B520-E98783059CF6}" destId="{073799D2-E593-4E5F-AB4C-AAE51AD43E23}" srcOrd="2" destOrd="0" presId="urn:microsoft.com/office/officeart/2005/8/layout/vList2"/>
    <dgm:cxn modelId="{029AD47F-ACCE-4417-A813-A8301696FDCF}" type="presParOf" srcId="{6E2F05D6-8841-4416-B520-E98783059CF6}" destId="{F9324A0A-BA83-42EA-9E80-E68D4B46ADF1}" srcOrd="3" destOrd="0" presId="urn:microsoft.com/office/officeart/2005/8/layout/vList2"/>
    <dgm:cxn modelId="{48C6731D-9F7A-4705-B150-BCA00D4E64FA}" type="presParOf" srcId="{6E2F05D6-8841-4416-B520-E98783059CF6}" destId="{E20ADBCC-9705-4DB2-B740-192CDAC9FE4C}" srcOrd="4" destOrd="0" presId="urn:microsoft.com/office/officeart/2005/8/layout/vList2"/>
    <dgm:cxn modelId="{73EFE73B-BD74-4489-8FFE-2A0E7A0C1BCD}" type="presParOf" srcId="{6E2F05D6-8841-4416-B520-E98783059CF6}" destId="{8C6915D0-8359-436D-9735-480BADB851D1}" srcOrd="5" destOrd="0" presId="urn:microsoft.com/office/officeart/2005/8/layout/vList2"/>
    <dgm:cxn modelId="{5F86448C-49D7-4B3B-84B0-E32CC10BE3E3}" type="presParOf" srcId="{6E2F05D6-8841-4416-B520-E98783059CF6}" destId="{2E6EB116-5118-497D-9909-58F93B6D8041}" srcOrd="6" destOrd="0" presId="urn:microsoft.com/office/officeart/2005/8/layout/vList2"/>
    <dgm:cxn modelId="{2894A536-ECF2-4CEA-93EC-5895A539B191}" type="presParOf" srcId="{6E2F05D6-8841-4416-B520-E98783059CF6}" destId="{7990E368-68D8-4D7D-9C6A-2454A82DF5BE}" srcOrd="7" destOrd="0" presId="urn:microsoft.com/office/officeart/2005/8/layout/vList2"/>
    <dgm:cxn modelId="{C1006D3C-F787-4B30-8CFE-8C6FFCF36D2F}" type="presParOf" srcId="{6E2F05D6-8841-4416-B520-E98783059CF6}" destId="{99B703BE-9891-44E6-8658-B81EBACA98CC}" srcOrd="8" destOrd="0" presId="urn:microsoft.com/office/officeart/2005/8/layout/vList2"/>
    <dgm:cxn modelId="{D31B3103-047B-480D-ACE8-9BF6BB1E7338}" type="presParOf" srcId="{6E2F05D6-8841-4416-B520-E98783059CF6}" destId="{12B7BB04-5A8F-44BB-B12D-BA598EEA4B9A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879786D-6CCA-42BA-956E-8957E94D4C6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E7BAAE-309C-475B-9723-379B90A86253}">
      <dgm:prSet/>
      <dgm:spPr/>
      <dgm:t>
        <a:bodyPr/>
        <a:lstStyle/>
        <a:p>
          <a:r>
            <a:rPr lang="en-US" b="0" i="0" baseline="0"/>
            <a:t>Better prompts = better results.</a:t>
          </a:r>
          <a:endParaRPr lang="en-US"/>
        </a:p>
      </dgm:t>
    </dgm:pt>
    <dgm:pt modelId="{D6C1F312-367F-4FC8-B407-06712FB10600}" type="parTrans" cxnId="{78120985-5630-4CAA-854B-18A3252C3479}">
      <dgm:prSet/>
      <dgm:spPr/>
      <dgm:t>
        <a:bodyPr/>
        <a:lstStyle/>
        <a:p>
          <a:endParaRPr lang="en-US"/>
        </a:p>
      </dgm:t>
    </dgm:pt>
    <dgm:pt modelId="{EDA4D386-44DC-468A-BA0B-82D1C105ABE9}" type="sibTrans" cxnId="{78120985-5630-4CAA-854B-18A3252C3479}">
      <dgm:prSet/>
      <dgm:spPr/>
      <dgm:t>
        <a:bodyPr/>
        <a:lstStyle/>
        <a:p>
          <a:endParaRPr lang="en-US"/>
        </a:p>
      </dgm:t>
    </dgm:pt>
    <dgm:pt modelId="{347F6FC9-4DB8-4CA9-ADD0-06E95E68B93A}">
      <dgm:prSet/>
      <dgm:spPr/>
      <dgm:t>
        <a:bodyPr/>
        <a:lstStyle/>
        <a:p>
          <a:r>
            <a:rPr lang="en-US" b="0" i="0" baseline="0"/>
            <a:t>Saves time and effort.</a:t>
          </a:r>
          <a:endParaRPr lang="en-US"/>
        </a:p>
      </dgm:t>
    </dgm:pt>
    <dgm:pt modelId="{3729446C-9177-4EE8-8E09-4898A7B3B5B3}" type="parTrans" cxnId="{D49115F1-8566-45EF-9915-670EC4091972}">
      <dgm:prSet/>
      <dgm:spPr/>
      <dgm:t>
        <a:bodyPr/>
        <a:lstStyle/>
        <a:p>
          <a:endParaRPr lang="en-US"/>
        </a:p>
      </dgm:t>
    </dgm:pt>
    <dgm:pt modelId="{BC8054CB-79D2-4BDC-AF0D-507D9E4CBFF8}" type="sibTrans" cxnId="{D49115F1-8566-45EF-9915-670EC4091972}">
      <dgm:prSet/>
      <dgm:spPr/>
      <dgm:t>
        <a:bodyPr/>
        <a:lstStyle/>
        <a:p>
          <a:endParaRPr lang="en-US"/>
        </a:p>
      </dgm:t>
    </dgm:pt>
    <dgm:pt modelId="{C0917D42-480B-463D-A0EA-52142CCED527}">
      <dgm:prSet/>
      <dgm:spPr/>
      <dgm:t>
        <a:bodyPr/>
        <a:lstStyle/>
        <a:p>
          <a:r>
            <a:rPr lang="en-US" b="0" i="0" baseline="0"/>
            <a:t>Helps avoid wrong or irrelevant answers.</a:t>
          </a:r>
          <a:endParaRPr lang="en-US"/>
        </a:p>
      </dgm:t>
    </dgm:pt>
    <dgm:pt modelId="{07DF924C-B8DA-4884-AE6D-8FD4D901A9B2}" type="parTrans" cxnId="{09251C52-1F97-4E19-B3DB-6E8DDDCF09F8}">
      <dgm:prSet/>
      <dgm:spPr/>
      <dgm:t>
        <a:bodyPr/>
        <a:lstStyle/>
        <a:p>
          <a:endParaRPr lang="en-US"/>
        </a:p>
      </dgm:t>
    </dgm:pt>
    <dgm:pt modelId="{9D80F659-2944-40FA-BCB5-016909B7604E}" type="sibTrans" cxnId="{09251C52-1F97-4E19-B3DB-6E8DDDCF09F8}">
      <dgm:prSet/>
      <dgm:spPr/>
      <dgm:t>
        <a:bodyPr/>
        <a:lstStyle/>
        <a:p>
          <a:endParaRPr lang="en-US"/>
        </a:p>
      </dgm:t>
    </dgm:pt>
    <dgm:pt modelId="{01B68F09-4DAF-4E47-9438-DD5A5AF2AF0F}">
      <dgm:prSet/>
      <dgm:spPr/>
      <dgm:t>
        <a:bodyPr/>
        <a:lstStyle/>
        <a:p>
          <a:r>
            <a:rPr lang="en-US" b="0" i="0" baseline="0"/>
            <a:t>Essential for coding, documentation, design, and learning.</a:t>
          </a:r>
          <a:endParaRPr lang="en-US"/>
        </a:p>
      </dgm:t>
    </dgm:pt>
    <dgm:pt modelId="{2F9EEE8B-497E-4476-895A-329703BBB75E}" type="parTrans" cxnId="{97FF5FD5-96DE-40B9-98F8-13CE6B617673}">
      <dgm:prSet/>
      <dgm:spPr/>
      <dgm:t>
        <a:bodyPr/>
        <a:lstStyle/>
        <a:p>
          <a:endParaRPr lang="en-US"/>
        </a:p>
      </dgm:t>
    </dgm:pt>
    <dgm:pt modelId="{1A855240-EDC4-49AD-ADB3-18AADBEFEA15}" type="sibTrans" cxnId="{97FF5FD5-96DE-40B9-98F8-13CE6B617673}">
      <dgm:prSet/>
      <dgm:spPr/>
      <dgm:t>
        <a:bodyPr/>
        <a:lstStyle/>
        <a:p>
          <a:endParaRPr lang="en-US"/>
        </a:p>
      </dgm:t>
    </dgm:pt>
    <dgm:pt modelId="{FE8DD78B-2CB4-4DA8-A72A-0F50D65EF0A8}" type="pres">
      <dgm:prSet presAssocID="{5879786D-6CCA-42BA-956E-8957E94D4C6F}" presName="linear" presStyleCnt="0">
        <dgm:presLayoutVars>
          <dgm:animLvl val="lvl"/>
          <dgm:resizeHandles val="exact"/>
        </dgm:presLayoutVars>
      </dgm:prSet>
      <dgm:spPr/>
    </dgm:pt>
    <dgm:pt modelId="{1ABD6C4E-5E94-40B4-AA6C-8AF54B42CA33}" type="pres">
      <dgm:prSet presAssocID="{ADE7BAAE-309C-475B-9723-379B90A8625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572B95A-CF1C-49AD-9842-55D4A3EFDB2B}" type="pres">
      <dgm:prSet presAssocID="{EDA4D386-44DC-468A-BA0B-82D1C105ABE9}" presName="spacer" presStyleCnt="0"/>
      <dgm:spPr/>
    </dgm:pt>
    <dgm:pt modelId="{7CC9C144-7065-44AE-A831-D0D69C7298A3}" type="pres">
      <dgm:prSet presAssocID="{347F6FC9-4DB8-4CA9-ADD0-06E95E68B93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2EABDF-938D-4D4B-A248-835AEAFE4C08}" type="pres">
      <dgm:prSet presAssocID="{BC8054CB-79D2-4BDC-AF0D-507D9E4CBFF8}" presName="spacer" presStyleCnt="0"/>
      <dgm:spPr/>
    </dgm:pt>
    <dgm:pt modelId="{4A1EE85E-7570-4B33-901A-7041F4820CA8}" type="pres">
      <dgm:prSet presAssocID="{C0917D42-480B-463D-A0EA-52142CCED52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885BDFE-2724-4EBA-B97D-BD405AC081E2}" type="pres">
      <dgm:prSet presAssocID="{9D80F659-2944-40FA-BCB5-016909B7604E}" presName="spacer" presStyleCnt="0"/>
      <dgm:spPr/>
    </dgm:pt>
    <dgm:pt modelId="{A10729EC-4AE9-4CA9-B965-DEC23F43F324}" type="pres">
      <dgm:prSet presAssocID="{01B68F09-4DAF-4E47-9438-DD5A5AF2AF0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251C52-1F97-4E19-B3DB-6E8DDDCF09F8}" srcId="{5879786D-6CCA-42BA-956E-8957E94D4C6F}" destId="{C0917D42-480B-463D-A0EA-52142CCED527}" srcOrd="2" destOrd="0" parTransId="{07DF924C-B8DA-4884-AE6D-8FD4D901A9B2}" sibTransId="{9D80F659-2944-40FA-BCB5-016909B7604E}"/>
    <dgm:cxn modelId="{E5A97252-78A1-4C7D-BE65-2FE3845221AB}" type="presOf" srcId="{347F6FC9-4DB8-4CA9-ADD0-06E95E68B93A}" destId="{7CC9C144-7065-44AE-A831-D0D69C7298A3}" srcOrd="0" destOrd="0" presId="urn:microsoft.com/office/officeart/2005/8/layout/vList2"/>
    <dgm:cxn modelId="{FBBA567A-3F1D-4B31-A938-0549D72A3657}" type="presOf" srcId="{ADE7BAAE-309C-475B-9723-379B90A86253}" destId="{1ABD6C4E-5E94-40B4-AA6C-8AF54B42CA33}" srcOrd="0" destOrd="0" presId="urn:microsoft.com/office/officeart/2005/8/layout/vList2"/>
    <dgm:cxn modelId="{78120985-5630-4CAA-854B-18A3252C3479}" srcId="{5879786D-6CCA-42BA-956E-8957E94D4C6F}" destId="{ADE7BAAE-309C-475B-9723-379B90A86253}" srcOrd="0" destOrd="0" parTransId="{D6C1F312-367F-4FC8-B407-06712FB10600}" sibTransId="{EDA4D386-44DC-468A-BA0B-82D1C105ABE9}"/>
    <dgm:cxn modelId="{70A48086-1921-4E0B-9D11-862D8D029227}" type="presOf" srcId="{C0917D42-480B-463D-A0EA-52142CCED527}" destId="{4A1EE85E-7570-4B33-901A-7041F4820CA8}" srcOrd="0" destOrd="0" presId="urn:microsoft.com/office/officeart/2005/8/layout/vList2"/>
    <dgm:cxn modelId="{03F684A6-1131-4CEB-A654-6ABCDCFC3567}" type="presOf" srcId="{01B68F09-4DAF-4E47-9438-DD5A5AF2AF0F}" destId="{A10729EC-4AE9-4CA9-B965-DEC23F43F324}" srcOrd="0" destOrd="0" presId="urn:microsoft.com/office/officeart/2005/8/layout/vList2"/>
    <dgm:cxn modelId="{97FF5FD5-96DE-40B9-98F8-13CE6B617673}" srcId="{5879786D-6CCA-42BA-956E-8957E94D4C6F}" destId="{01B68F09-4DAF-4E47-9438-DD5A5AF2AF0F}" srcOrd="3" destOrd="0" parTransId="{2F9EEE8B-497E-4476-895A-329703BBB75E}" sibTransId="{1A855240-EDC4-49AD-ADB3-18AADBEFEA15}"/>
    <dgm:cxn modelId="{61E5F9E0-818C-42ED-8249-C1EDEAFD49FE}" type="presOf" srcId="{5879786D-6CCA-42BA-956E-8957E94D4C6F}" destId="{FE8DD78B-2CB4-4DA8-A72A-0F50D65EF0A8}" srcOrd="0" destOrd="0" presId="urn:microsoft.com/office/officeart/2005/8/layout/vList2"/>
    <dgm:cxn modelId="{D49115F1-8566-45EF-9915-670EC4091972}" srcId="{5879786D-6CCA-42BA-956E-8957E94D4C6F}" destId="{347F6FC9-4DB8-4CA9-ADD0-06E95E68B93A}" srcOrd="1" destOrd="0" parTransId="{3729446C-9177-4EE8-8E09-4898A7B3B5B3}" sibTransId="{BC8054CB-79D2-4BDC-AF0D-507D9E4CBFF8}"/>
    <dgm:cxn modelId="{3B546274-E95E-4007-90A2-2F02EC9FAF77}" type="presParOf" srcId="{FE8DD78B-2CB4-4DA8-A72A-0F50D65EF0A8}" destId="{1ABD6C4E-5E94-40B4-AA6C-8AF54B42CA33}" srcOrd="0" destOrd="0" presId="urn:microsoft.com/office/officeart/2005/8/layout/vList2"/>
    <dgm:cxn modelId="{90E00D5D-62D4-42D6-9525-24A736DB8065}" type="presParOf" srcId="{FE8DD78B-2CB4-4DA8-A72A-0F50D65EF0A8}" destId="{7572B95A-CF1C-49AD-9842-55D4A3EFDB2B}" srcOrd="1" destOrd="0" presId="urn:microsoft.com/office/officeart/2005/8/layout/vList2"/>
    <dgm:cxn modelId="{659C4AA3-8DD8-45C3-8830-1223DAC576D2}" type="presParOf" srcId="{FE8DD78B-2CB4-4DA8-A72A-0F50D65EF0A8}" destId="{7CC9C144-7065-44AE-A831-D0D69C7298A3}" srcOrd="2" destOrd="0" presId="urn:microsoft.com/office/officeart/2005/8/layout/vList2"/>
    <dgm:cxn modelId="{B5E6FDEE-9EAD-4DE9-970A-29DD747599C3}" type="presParOf" srcId="{FE8DD78B-2CB4-4DA8-A72A-0F50D65EF0A8}" destId="{842EABDF-938D-4D4B-A248-835AEAFE4C08}" srcOrd="3" destOrd="0" presId="urn:microsoft.com/office/officeart/2005/8/layout/vList2"/>
    <dgm:cxn modelId="{69A51E7E-F009-4B06-AADD-1AE9EA8DF8F0}" type="presParOf" srcId="{FE8DD78B-2CB4-4DA8-A72A-0F50D65EF0A8}" destId="{4A1EE85E-7570-4B33-901A-7041F4820CA8}" srcOrd="4" destOrd="0" presId="urn:microsoft.com/office/officeart/2005/8/layout/vList2"/>
    <dgm:cxn modelId="{F7E15096-B7DB-43FF-98E4-D1FF80AC445D}" type="presParOf" srcId="{FE8DD78B-2CB4-4DA8-A72A-0F50D65EF0A8}" destId="{8885BDFE-2724-4EBA-B97D-BD405AC081E2}" srcOrd="5" destOrd="0" presId="urn:microsoft.com/office/officeart/2005/8/layout/vList2"/>
    <dgm:cxn modelId="{236580FF-3FA0-4C73-AF4C-23264CF9B5BA}" type="presParOf" srcId="{FE8DD78B-2CB4-4DA8-A72A-0F50D65EF0A8}" destId="{A10729EC-4AE9-4CA9-B965-DEC23F43F3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90174E5-1216-4061-B0B4-1084BF5F80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BB9942-8EBC-456D-A0CF-575413C818D4}">
      <dgm:prSet/>
      <dgm:spPr/>
      <dgm:t>
        <a:bodyPr/>
        <a:lstStyle/>
        <a:p>
          <a:r>
            <a:rPr lang="en-IN" b="1" dirty="0"/>
            <a:t>Vague Prompts </a:t>
          </a:r>
          <a:r>
            <a:rPr lang="en-IN" dirty="0"/>
            <a:t>- </a:t>
          </a:r>
          <a:r>
            <a:rPr lang="en-GB" dirty="0"/>
            <a:t>Prompts that are too general lead to irrelevant or incomplete answers</a:t>
          </a:r>
          <a:endParaRPr lang="en-US" dirty="0"/>
        </a:p>
      </dgm:t>
    </dgm:pt>
    <dgm:pt modelId="{D63E9C01-0EDC-4A7B-8089-8D456F58907C}" type="parTrans" cxnId="{585B7A06-56FE-40DD-9FBB-2D530B211E2A}">
      <dgm:prSet/>
      <dgm:spPr/>
      <dgm:t>
        <a:bodyPr/>
        <a:lstStyle/>
        <a:p>
          <a:endParaRPr lang="en-US"/>
        </a:p>
      </dgm:t>
    </dgm:pt>
    <dgm:pt modelId="{FAC4FE34-1C7D-4879-8B97-01C60DEC5980}" type="sibTrans" cxnId="{585B7A06-56FE-40DD-9FBB-2D530B211E2A}">
      <dgm:prSet/>
      <dgm:spPr/>
      <dgm:t>
        <a:bodyPr/>
        <a:lstStyle/>
        <a:p>
          <a:endParaRPr lang="en-US"/>
        </a:p>
      </dgm:t>
    </dgm:pt>
    <dgm:pt modelId="{94E3FE5F-D352-4925-A0C9-A9E7CA17C0C0}">
      <dgm:prSet/>
      <dgm:spPr/>
      <dgm:t>
        <a:bodyPr/>
        <a:lstStyle/>
        <a:p>
          <a:r>
            <a:rPr lang="en-IN" b="1" dirty="0"/>
            <a:t>Lack of Context </a:t>
          </a:r>
          <a:r>
            <a:rPr lang="en-IN" dirty="0"/>
            <a:t>- </a:t>
          </a:r>
          <a:r>
            <a:rPr lang="en-GB" dirty="0"/>
            <a:t>Without background information, AI gives generic responses</a:t>
          </a:r>
          <a:endParaRPr lang="en-US" dirty="0"/>
        </a:p>
      </dgm:t>
    </dgm:pt>
    <dgm:pt modelId="{F6133C7D-A454-4C9D-80D5-6B60A7A1C2EF}" type="parTrans" cxnId="{259316A2-43C6-4056-B8D7-8FDFB30BA1D3}">
      <dgm:prSet/>
      <dgm:spPr/>
      <dgm:t>
        <a:bodyPr/>
        <a:lstStyle/>
        <a:p>
          <a:endParaRPr lang="en-US"/>
        </a:p>
      </dgm:t>
    </dgm:pt>
    <dgm:pt modelId="{3101D033-7C2D-48C4-A02F-3CD474EE5F16}" type="sibTrans" cxnId="{259316A2-43C6-4056-B8D7-8FDFB30BA1D3}">
      <dgm:prSet/>
      <dgm:spPr/>
      <dgm:t>
        <a:bodyPr/>
        <a:lstStyle/>
        <a:p>
          <a:endParaRPr lang="en-US"/>
        </a:p>
      </dgm:t>
    </dgm:pt>
    <dgm:pt modelId="{E9BAF02D-F812-4E3B-BF7B-8AD405944441}">
      <dgm:prSet/>
      <dgm:spPr/>
      <dgm:t>
        <a:bodyPr/>
        <a:lstStyle/>
        <a:p>
          <a:r>
            <a:rPr lang="en-IN" b="1" dirty="0"/>
            <a:t>Overly Complex Prompts  </a:t>
          </a:r>
          <a:r>
            <a:rPr lang="en-IN" dirty="0"/>
            <a:t>- </a:t>
          </a:r>
          <a:r>
            <a:rPr lang="en-GB" dirty="0"/>
            <a:t>Asking for too much in one prompt confuses AI</a:t>
          </a:r>
          <a:endParaRPr lang="en-US" dirty="0"/>
        </a:p>
      </dgm:t>
    </dgm:pt>
    <dgm:pt modelId="{850C3975-5DE8-44BF-9B0F-296D4D02DE5B}" type="parTrans" cxnId="{C771DDA1-42C8-4737-B03C-8F068A5A69CE}">
      <dgm:prSet/>
      <dgm:spPr/>
      <dgm:t>
        <a:bodyPr/>
        <a:lstStyle/>
        <a:p>
          <a:endParaRPr lang="en-US"/>
        </a:p>
      </dgm:t>
    </dgm:pt>
    <dgm:pt modelId="{C4729FE7-68F8-430F-89DF-A7571367BBDA}" type="sibTrans" cxnId="{C771DDA1-42C8-4737-B03C-8F068A5A69CE}">
      <dgm:prSet/>
      <dgm:spPr/>
      <dgm:t>
        <a:bodyPr/>
        <a:lstStyle/>
        <a:p>
          <a:endParaRPr lang="en-US"/>
        </a:p>
      </dgm:t>
    </dgm:pt>
    <dgm:pt modelId="{FBBB3434-9DBE-4E02-A19A-E9080771B070}">
      <dgm:prSet/>
      <dgm:spPr/>
      <dgm:t>
        <a:bodyPr/>
        <a:lstStyle/>
        <a:p>
          <a:r>
            <a:rPr lang="en-IN" b="1" dirty="0"/>
            <a:t>Ambiguity in Language </a:t>
          </a:r>
          <a:r>
            <a:rPr lang="en-IN" dirty="0"/>
            <a:t>- </a:t>
          </a:r>
          <a:r>
            <a:rPr lang="en-GB" dirty="0"/>
            <a:t>Using unclear words or multiple meanings leads to wrong outputs</a:t>
          </a:r>
          <a:endParaRPr lang="en-US" dirty="0"/>
        </a:p>
      </dgm:t>
    </dgm:pt>
    <dgm:pt modelId="{09FC0136-8518-4566-B30A-AB9A949F88C1}" type="parTrans" cxnId="{65BD4FD7-6B27-4447-AC50-5629D53D86BA}">
      <dgm:prSet/>
      <dgm:spPr/>
      <dgm:t>
        <a:bodyPr/>
        <a:lstStyle/>
        <a:p>
          <a:endParaRPr lang="en-US"/>
        </a:p>
      </dgm:t>
    </dgm:pt>
    <dgm:pt modelId="{16CAD004-4A3D-4BA2-AB82-C51BC111395F}" type="sibTrans" cxnId="{65BD4FD7-6B27-4447-AC50-5629D53D86BA}">
      <dgm:prSet/>
      <dgm:spPr/>
      <dgm:t>
        <a:bodyPr/>
        <a:lstStyle/>
        <a:p>
          <a:endParaRPr lang="en-US"/>
        </a:p>
      </dgm:t>
    </dgm:pt>
    <dgm:pt modelId="{C2348053-1AB8-4A4C-A92F-38BB2098769E}">
      <dgm:prSet/>
      <dgm:spPr/>
      <dgm:t>
        <a:bodyPr/>
        <a:lstStyle/>
        <a:p>
          <a:r>
            <a:rPr lang="en-IN" b="1" dirty="0"/>
            <a:t>Ignoring Output Format  </a:t>
          </a:r>
          <a:r>
            <a:rPr lang="en-IN" dirty="0"/>
            <a:t>- </a:t>
          </a:r>
          <a:r>
            <a:rPr lang="en-GB" dirty="0"/>
            <a:t>If you don’t specify format, AI may give long paragraphs instead of structured answers</a:t>
          </a:r>
          <a:endParaRPr lang="en-US" dirty="0"/>
        </a:p>
      </dgm:t>
    </dgm:pt>
    <dgm:pt modelId="{E411CF23-CF0F-4B5D-B059-C40F0F97A7A9}" type="parTrans" cxnId="{A866E06D-4ABF-4324-972F-709B1B159561}">
      <dgm:prSet/>
      <dgm:spPr/>
      <dgm:t>
        <a:bodyPr/>
        <a:lstStyle/>
        <a:p>
          <a:endParaRPr lang="en-US"/>
        </a:p>
      </dgm:t>
    </dgm:pt>
    <dgm:pt modelId="{61F1080D-9D69-4CF7-94B8-6AE25F0DB281}" type="sibTrans" cxnId="{A866E06D-4ABF-4324-972F-709B1B159561}">
      <dgm:prSet/>
      <dgm:spPr/>
      <dgm:t>
        <a:bodyPr/>
        <a:lstStyle/>
        <a:p>
          <a:endParaRPr lang="en-US"/>
        </a:p>
      </dgm:t>
    </dgm:pt>
    <dgm:pt modelId="{BC9282CB-E441-4E8C-A1F7-D5178B0B4B35}">
      <dgm:prSet/>
      <dgm:spPr/>
      <dgm:t>
        <a:bodyPr/>
        <a:lstStyle/>
        <a:p>
          <a:r>
            <a:rPr lang="en-IN" b="1" dirty="0"/>
            <a:t>Unrealistic Expectations </a:t>
          </a:r>
          <a:r>
            <a:rPr lang="en-IN" dirty="0"/>
            <a:t>- </a:t>
          </a:r>
          <a:r>
            <a:rPr lang="en-GB" dirty="0"/>
            <a:t>Expecting AI to know everything or give perfect answers</a:t>
          </a:r>
          <a:endParaRPr lang="en-US" dirty="0"/>
        </a:p>
      </dgm:t>
    </dgm:pt>
    <dgm:pt modelId="{FF1841D5-B27D-4984-88FA-5304B118D89B}" type="parTrans" cxnId="{0B414F65-05D2-4A17-9E4E-A3B7F0B4B9F1}">
      <dgm:prSet/>
      <dgm:spPr/>
      <dgm:t>
        <a:bodyPr/>
        <a:lstStyle/>
        <a:p>
          <a:endParaRPr lang="en-US"/>
        </a:p>
      </dgm:t>
    </dgm:pt>
    <dgm:pt modelId="{2C2B9B9D-1DAE-4CCC-B80B-BAD99436A507}" type="sibTrans" cxnId="{0B414F65-05D2-4A17-9E4E-A3B7F0B4B9F1}">
      <dgm:prSet/>
      <dgm:spPr/>
      <dgm:t>
        <a:bodyPr/>
        <a:lstStyle/>
        <a:p>
          <a:endParaRPr lang="en-US"/>
        </a:p>
      </dgm:t>
    </dgm:pt>
    <dgm:pt modelId="{CDB2DE4F-8330-4207-91FC-A567B016FE40}">
      <dgm:prSet/>
      <dgm:spPr/>
      <dgm:t>
        <a:bodyPr/>
        <a:lstStyle/>
        <a:p>
          <a:r>
            <a:rPr lang="en-IN" b="1" dirty="0"/>
            <a:t>Ignoring Verification </a:t>
          </a:r>
          <a:r>
            <a:rPr lang="en-IN" dirty="0"/>
            <a:t>- </a:t>
          </a:r>
          <a:r>
            <a:rPr lang="en-GB" dirty="0"/>
            <a:t>Blindly trusting AI outputs without checking correctness</a:t>
          </a:r>
          <a:endParaRPr lang="en-US" dirty="0"/>
        </a:p>
      </dgm:t>
    </dgm:pt>
    <dgm:pt modelId="{CE5C1A93-8AFD-41F8-9FA8-2974D3A7D168}" type="parTrans" cxnId="{F10BECDB-C975-499F-8D8C-FEE3D70C53E2}">
      <dgm:prSet/>
      <dgm:spPr/>
      <dgm:t>
        <a:bodyPr/>
        <a:lstStyle/>
        <a:p>
          <a:endParaRPr lang="en-US"/>
        </a:p>
      </dgm:t>
    </dgm:pt>
    <dgm:pt modelId="{B7C62174-169C-41BB-8395-718985925569}" type="sibTrans" cxnId="{F10BECDB-C975-499F-8D8C-FEE3D70C53E2}">
      <dgm:prSet/>
      <dgm:spPr/>
      <dgm:t>
        <a:bodyPr/>
        <a:lstStyle/>
        <a:p>
          <a:endParaRPr lang="en-US"/>
        </a:p>
      </dgm:t>
    </dgm:pt>
    <dgm:pt modelId="{D316D412-78EE-4A1C-879F-14CF56F8283A}">
      <dgm:prSet/>
      <dgm:spPr/>
      <dgm:t>
        <a:bodyPr/>
        <a:lstStyle/>
        <a:p>
          <a:r>
            <a:rPr lang="en-GB" b="1" dirty="0"/>
            <a:t>Too Short or Too Long Prompts </a:t>
          </a:r>
          <a:r>
            <a:rPr lang="en-GB" dirty="0"/>
            <a:t>- Too short → AI doesn’t </a:t>
          </a:r>
          <a:r>
            <a:rPr lang="en-GB" dirty="0" err="1"/>
            <a:t>understand;Too</a:t>
          </a:r>
          <a:r>
            <a:rPr lang="en-GB" dirty="0"/>
            <a:t> long → AI gets confused</a:t>
          </a:r>
          <a:endParaRPr lang="en-US" dirty="0"/>
        </a:p>
      </dgm:t>
    </dgm:pt>
    <dgm:pt modelId="{B9D53B77-A629-4A04-8B52-4AE8D3349611}" type="parTrans" cxnId="{FC8EC1DC-E71F-45E5-A189-F9CF39A7291E}">
      <dgm:prSet/>
      <dgm:spPr/>
      <dgm:t>
        <a:bodyPr/>
        <a:lstStyle/>
        <a:p>
          <a:endParaRPr lang="en-US"/>
        </a:p>
      </dgm:t>
    </dgm:pt>
    <dgm:pt modelId="{2ED39B9F-FFDF-43E9-A2AF-AD828D1E1495}" type="sibTrans" cxnId="{FC8EC1DC-E71F-45E5-A189-F9CF39A7291E}">
      <dgm:prSet/>
      <dgm:spPr/>
      <dgm:t>
        <a:bodyPr/>
        <a:lstStyle/>
        <a:p>
          <a:endParaRPr lang="en-US"/>
        </a:p>
      </dgm:t>
    </dgm:pt>
    <dgm:pt modelId="{80E8B4D0-1C19-4B54-886E-92D66C73307E}" type="pres">
      <dgm:prSet presAssocID="{C90174E5-1216-4061-B0B4-1084BF5F80F9}" presName="linear" presStyleCnt="0">
        <dgm:presLayoutVars>
          <dgm:animLvl val="lvl"/>
          <dgm:resizeHandles val="exact"/>
        </dgm:presLayoutVars>
      </dgm:prSet>
      <dgm:spPr/>
    </dgm:pt>
    <dgm:pt modelId="{05FDB556-E9BF-4800-80A7-40E39A200BB3}" type="pres">
      <dgm:prSet presAssocID="{13BB9942-8EBC-456D-A0CF-575413C818D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B8697E41-A899-4BC3-9624-61FFE93A8C67}" type="pres">
      <dgm:prSet presAssocID="{FAC4FE34-1C7D-4879-8B97-01C60DEC5980}" presName="spacer" presStyleCnt="0"/>
      <dgm:spPr/>
    </dgm:pt>
    <dgm:pt modelId="{CA47B14E-DD32-406C-BD40-B25A4E39B738}" type="pres">
      <dgm:prSet presAssocID="{94E3FE5F-D352-4925-A0C9-A9E7CA17C0C0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24FAD87F-3237-4228-80D3-AAFB180BA939}" type="pres">
      <dgm:prSet presAssocID="{3101D033-7C2D-48C4-A02F-3CD474EE5F16}" presName="spacer" presStyleCnt="0"/>
      <dgm:spPr/>
    </dgm:pt>
    <dgm:pt modelId="{CEAA0C0B-297F-460A-8596-B47CC2914C00}" type="pres">
      <dgm:prSet presAssocID="{E9BAF02D-F812-4E3B-BF7B-8AD405944441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13A8E905-CC34-4185-9856-28AB107EA383}" type="pres">
      <dgm:prSet presAssocID="{C4729FE7-68F8-430F-89DF-A7571367BBDA}" presName="spacer" presStyleCnt="0"/>
      <dgm:spPr/>
    </dgm:pt>
    <dgm:pt modelId="{676CE723-091B-4F32-98E3-9DB86E970A4B}" type="pres">
      <dgm:prSet presAssocID="{FBBB3434-9DBE-4E02-A19A-E9080771B070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1911A49D-C912-48C6-BE1D-70A278E2BDFB}" type="pres">
      <dgm:prSet presAssocID="{16CAD004-4A3D-4BA2-AB82-C51BC111395F}" presName="spacer" presStyleCnt="0"/>
      <dgm:spPr/>
    </dgm:pt>
    <dgm:pt modelId="{ACCD9A5E-E810-4CD9-9EBF-3811113B569B}" type="pres">
      <dgm:prSet presAssocID="{C2348053-1AB8-4A4C-A92F-38BB2098769E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EDCF60A-D3C1-4D42-9F03-9A938E8B5676}" type="pres">
      <dgm:prSet presAssocID="{61F1080D-9D69-4CF7-94B8-6AE25F0DB281}" presName="spacer" presStyleCnt="0"/>
      <dgm:spPr/>
    </dgm:pt>
    <dgm:pt modelId="{0B49C826-FE93-4C09-931D-23AAB02929B3}" type="pres">
      <dgm:prSet presAssocID="{BC9282CB-E441-4E8C-A1F7-D5178B0B4B35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861FFA43-F4DF-49EE-8A1C-88684466400C}" type="pres">
      <dgm:prSet presAssocID="{2C2B9B9D-1DAE-4CCC-B80B-BAD99436A507}" presName="spacer" presStyleCnt="0"/>
      <dgm:spPr/>
    </dgm:pt>
    <dgm:pt modelId="{B93690CC-00A5-4F9D-8713-0C84EAF70AF2}" type="pres">
      <dgm:prSet presAssocID="{CDB2DE4F-8330-4207-91FC-A567B016FE4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E84F6EA-0AE5-4104-BBAD-63C69F783951}" type="pres">
      <dgm:prSet presAssocID="{B7C62174-169C-41BB-8395-718985925569}" presName="spacer" presStyleCnt="0"/>
      <dgm:spPr/>
    </dgm:pt>
    <dgm:pt modelId="{950A67E3-3C11-4512-BBB5-C1FF85A42B56}" type="pres">
      <dgm:prSet presAssocID="{D316D412-78EE-4A1C-879F-14CF56F8283A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85B7A06-56FE-40DD-9FBB-2D530B211E2A}" srcId="{C90174E5-1216-4061-B0B4-1084BF5F80F9}" destId="{13BB9942-8EBC-456D-A0CF-575413C818D4}" srcOrd="0" destOrd="0" parTransId="{D63E9C01-0EDC-4A7B-8089-8D456F58907C}" sibTransId="{FAC4FE34-1C7D-4879-8B97-01C60DEC5980}"/>
    <dgm:cxn modelId="{867E5410-2ED8-4E83-BB9A-FFCAF2894B58}" type="presOf" srcId="{D316D412-78EE-4A1C-879F-14CF56F8283A}" destId="{950A67E3-3C11-4512-BBB5-C1FF85A42B56}" srcOrd="0" destOrd="0" presId="urn:microsoft.com/office/officeart/2005/8/layout/vList2"/>
    <dgm:cxn modelId="{44593E20-80A1-4DF6-AB0E-CC4A38D20536}" type="presOf" srcId="{CDB2DE4F-8330-4207-91FC-A567B016FE40}" destId="{B93690CC-00A5-4F9D-8713-0C84EAF70AF2}" srcOrd="0" destOrd="0" presId="urn:microsoft.com/office/officeart/2005/8/layout/vList2"/>
    <dgm:cxn modelId="{12158126-773E-4165-915B-E44F64666DCD}" type="presOf" srcId="{C2348053-1AB8-4A4C-A92F-38BB2098769E}" destId="{ACCD9A5E-E810-4CD9-9EBF-3811113B569B}" srcOrd="0" destOrd="0" presId="urn:microsoft.com/office/officeart/2005/8/layout/vList2"/>
    <dgm:cxn modelId="{0B997035-9887-4607-82AD-90507786F515}" type="presOf" srcId="{C90174E5-1216-4061-B0B4-1084BF5F80F9}" destId="{80E8B4D0-1C19-4B54-886E-92D66C73307E}" srcOrd="0" destOrd="0" presId="urn:microsoft.com/office/officeart/2005/8/layout/vList2"/>
    <dgm:cxn modelId="{1FB55437-E899-4A5E-9285-B3159B5A3153}" type="presOf" srcId="{FBBB3434-9DBE-4E02-A19A-E9080771B070}" destId="{676CE723-091B-4F32-98E3-9DB86E970A4B}" srcOrd="0" destOrd="0" presId="urn:microsoft.com/office/officeart/2005/8/layout/vList2"/>
    <dgm:cxn modelId="{0B414F65-05D2-4A17-9E4E-A3B7F0B4B9F1}" srcId="{C90174E5-1216-4061-B0B4-1084BF5F80F9}" destId="{BC9282CB-E441-4E8C-A1F7-D5178B0B4B35}" srcOrd="5" destOrd="0" parTransId="{FF1841D5-B27D-4984-88FA-5304B118D89B}" sibTransId="{2C2B9B9D-1DAE-4CCC-B80B-BAD99436A507}"/>
    <dgm:cxn modelId="{F912A067-9899-4A0F-BBF0-097159CE6DAA}" type="presOf" srcId="{BC9282CB-E441-4E8C-A1F7-D5178B0B4B35}" destId="{0B49C826-FE93-4C09-931D-23AAB02929B3}" srcOrd="0" destOrd="0" presId="urn:microsoft.com/office/officeart/2005/8/layout/vList2"/>
    <dgm:cxn modelId="{A866E06D-4ABF-4324-972F-709B1B159561}" srcId="{C90174E5-1216-4061-B0B4-1084BF5F80F9}" destId="{C2348053-1AB8-4A4C-A92F-38BB2098769E}" srcOrd="4" destOrd="0" parTransId="{E411CF23-CF0F-4B5D-B059-C40F0F97A7A9}" sibTransId="{61F1080D-9D69-4CF7-94B8-6AE25F0DB281}"/>
    <dgm:cxn modelId="{07B59F7A-B0F7-4B5F-A635-1C4B07B7CADB}" type="presOf" srcId="{94E3FE5F-D352-4925-A0C9-A9E7CA17C0C0}" destId="{CA47B14E-DD32-406C-BD40-B25A4E39B738}" srcOrd="0" destOrd="0" presId="urn:microsoft.com/office/officeart/2005/8/layout/vList2"/>
    <dgm:cxn modelId="{C771DDA1-42C8-4737-B03C-8F068A5A69CE}" srcId="{C90174E5-1216-4061-B0B4-1084BF5F80F9}" destId="{E9BAF02D-F812-4E3B-BF7B-8AD405944441}" srcOrd="2" destOrd="0" parTransId="{850C3975-5DE8-44BF-9B0F-296D4D02DE5B}" sibTransId="{C4729FE7-68F8-430F-89DF-A7571367BBDA}"/>
    <dgm:cxn modelId="{259316A2-43C6-4056-B8D7-8FDFB30BA1D3}" srcId="{C90174E5-1216-4061-B0B4-1084BF5F80F9}" destId="{94E3FE5F-D352-4925-A0C9-A9E7CA17C0C0}" srcOrd="1" destOrd="0" parTransId="{F6133C7D-A454-4C9D-80D5-6B60A7A1C2EF}" sibTransId="{3101D033-7C2D-48C4-A02F-3CD474EE5F16}"/>
    <dgm:cxn modelId="{922C0FC1-C928-4ABE-8FA7-AE05A87500DB}" type="presOf" srcId="{E9BAF02D-F812-4E3B-BF7B-8AD405944441}" destId="{CEAA0C0B-297F-460A-8596-B47CC2914C00}" srcOrd="0" destOrd="0" presId="urn:microsoft.com/office/officeart/2005/8/layout/vList2"/>
    <dgm:cxn modelId="{65BD4FD7-6B27-4447-AC50-5629D53D86BA}" srcId="{C90174E5-1216-4061-B0B4-1084BF5F80F9}" destId="{FBBB3434-9DBE-4E02-A19A-E9080771B070}" srcOrd="3" destOrd="0" parTransId="{09FC0136-8518-4566-B30A-AB9A949F88C1}" sibTransId="{16CAD004-4A3D-4BA2-AB82-C51BC111395F}"/>
    <dgm:cxn modelId="{F10BECDB-C975-499F-8D8C-FEE3D70C53E2}" srcId="{C90174E5-1216-4061-B0B4-1084BF5F80F9}" destId="{CDB2DE4F-8330-4207-91FC-A567B016FE40}" srcOrd="6" destOrd="0" parTransId="{CE5C1A93-8AFD-41F8-9FA8-2974D3A7D168}" sibTransId="{B7C62174-169C-41BB-8395-718985925569}"/>
    <dgm:cxn modelId="{FC8EC1DC-E71F-45E5-A189-F9CF39A7291E}" srcId="{C90174E5-1216-4061-B0B4-1084BF5F80F9}" destId="{D316D412-78EE-4A1C-879F-14CF56F8283A}" srcOrd="7" destOrd="0" parTransId="{B9D53B77-A629-4A04-8B52-4AE8D3349611}" sibTransId="{2ED39B9F-FFDF-43E9-A2AF-AD828D1E1495}"/>
    <dgm:cxn modelId="{D0449BDE-EDFD-4E0D-8EEB-F960A8C11BF2}" type="presOf" srcId="{13BB9942-8EBC-456D-A0CF-575413C818D4}" destId="{05FDB556-E9BF-4800-80A7-40E39A200BB3}" srcOrd="0" destOrd="0" presId="urn:microsoft.com/office/officeart/2005/8/layout/vList2"/>
    <dgm:cxn modelId="{A61859F4-FEB0-42F7-A4D0-A1EF8F718A8A}" type="presParOf" srcId="{80E8B4D0-1C19-4B54-886E-92D66C73307E}" destId="{05FDB556-E9BF-4800-80A7-40E39A200BB3}" srcOrd="0" destOrd="0" presId="urn:microsoft.com/office/officeart/2005/8/layout/vList2"/>
    <dgm:cxn modelId="{700EB418-4543-4CB0-8C9B-EB5A50403EBD}" type="presParOf" srcId="{80E8B4D0-1C19-4B54-886E-92D66C73307E}" destId="{B8697E41-A899-4BC3-9624-61FFE93A8C67}" srcOrd="1" destOrd="0" presId="urn:microsoft.com/office/officeart/2005/8/layout/vList2"/>
    <dgm:cxn modelId="{CDB1A5E3-D39C-48BD-A3CB-5B2F3E3D542A}" type="presParOf" srcId="{80E8B4D0-1C19-4B54-886E-92D66C73307E}" destId="{CA47B14E-DD32-406C-BD40-B25A4E39B738}" srcOrd="2" destOrd="0" presId="urn:microsoft.com/office/officeart/2005/8/layout/vList2"/>
    <dgm:cxn modelId="{E8763D86-B767-40CA-948A-8585244040C9}" type="presParOf" srcId="{80E8B4D0-1C19-4B54-886E-92D66C73307E}" destId="{24FAD87F-3237-4228-80D3-AAFB180BA939}" srcOrd="3" destOrd="0" presId="urn:microsoft.com/office/officeart/2005/8/layout/vList2"/>
    <dgm:cxn modelId="{9C522CEF-B775-4AE5-BD19-47E57D7FB4F0}" type="presParOf" srcId="{80E8B4D0-1C19-4B54-886E-92D66C73307E}" destId="{CEAA0C0B-297F-460A-8596-B47CC2914C00}" srcOrd="4" destOrd="0" presId="urn:microsoft.com/office/officeart/2005/8/layout/vList2"/>
    <dgm:cxn modelId="{557134EB-F753-4E06-A5A9-75CC6972AA0D}" type="presParOf" srcId="{80E8B4D0-1C19-4B54-886E-92D66C73307E}" destId="{13A8E905-CC34-4185-9856-28AB107EA383}" srcOrd="5" destOrd="0" presId="urn:microsoft.com/office/officeart/2005/8/layout/vList2"/>
    <dgm:cxn modelId="{1C6E5E3B-8A49-4A44-BB22-E5321732E3BA}" type="presParOf" srcId="{80E8B4D0-1C19-4B54-886E-92D66C73307E}" destId="{676CE723-091B-4F32-98E3-9DB86E970A4B}" srcOrd="6" destOrd="0" presId="urn:microsoft.com/office/officeart/2005/8/layout/vList2"/>
    <dgm:cxn modelId="{2F20D48E-26D6-4251-8E8A-8FD95E9DA59B}" type="presParOf" srcId="{80E8B4D0-1C19-4B54-886E-92D66C73307E}" destId="{1911A49D-C912-48C6-BE1D-70A278E2BDFB}" srcOrd="7" destOrd="0" presId="urn:microsoft.com/office/officeart/2005/8/layout/vList2"/>
    <dgm:cxn modelId="{641847FF-7A40-45F4-8D3C-18E9CB864E2B}" type="presParOf" srcId="{80E8B4D0-1C19-4B54-886E-92D66C73307E}" destId="{ACCD9A5E-E810-4CD9-9EBF-3811113B569B}" srcOrd="8" destOrd="0" presId="urn:microsoft.com/office/officeart/2005/8/layout/vList2"/>
    <dgm:cxn modelId="{9EEDA29F-8373-415B-951C-B3BB03FF020A}" type="presParOf" srcId="{80E8B4D0-1C19-4B54-886E-92D66C73307E}" destId="{BEDCF60A-D3C1-4D42-9F03-9A938E8B5676}" srcOrd="9" destOrd="0" presId="urn:microsoft.com/office/officeart/2005/8/layout/vList2"/>
    <dgm:cxn modelId="{DA9919CF-EE4C-4577-AEA4-EB9F8E6E119D}" type="presParOf" srcId="{80E8B4D0-1C19-4B54-886E-92D66C73307E}" destId="{0B49C826-FE93-4C09-931D-23AAB02929B3}" srcOrd="10" destOrd="0" presId="urn:microsoft.com/office/officeart/2005/8/layout/vList2"/>
    <dgm:cxn modelId="{20AD395A-A8B7-4C3E-84B8-9699ED32328E}" type="presParOf" srcId="{80E8B4D0-1C19-4B54-886E-92D66C73307E}" destId="{861FFA43-F4DF-49EE-8A1C-88684466400C}" srcOrd="11" destOrd="0" presId="urn:microsoft.com/office/officeart/2005/8/layout/vList2"/>
    <dgm:cxn modelId="{66155609-989D-4285-B301-F4BC81AB43FB}" type="presParOf" srcId="{80E8B4D0-1C19-4B54-886E-92D66C73307E}" destId="{B93690CC-00A5-4F9D-8713-0C84EAF70AF2}" srcOrd="12" destOrd="0" presId="urn:microsoft.com/office/officeart/2005/8/layout/vList2"/>
    <dgm:cxn modelId="{9128159E-E633-4E8D-8504-85DA4C27327A}" type="presParOf" srcId="{80E8B4D0-1C19-4B54-886E-92D66C73307E}" destId="{FE84F6EA-0AE5-4104-BBAD-63C69F783951}" srcOrd="13" destOrd="0" presId="urn:microsoft.com/office/officeart/2005/8/layout/vList2"/>
    <dgm:cxn modelId="{CCFDC7F4-B2DB-4F95-A5A8-C4564FBB1ACA}" type="presParOf" srcId="{80E8B4D0-1C19-4B54-886E-92D66C73307E}" destId="{950A67E3-3C11-4512-BBB5-C1FF85A42B56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057F3CE-B4EF-46C6-98A0-18EC3263FAF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D9BE63-3ED5-4001-A39F-D66D472FFEFC}">
      <dgm:prSet/>
      <dgm:spPr/>
      <dgm:t>
        <a:bodyPr/>
        <a:lstStyle/>
        <a:p>
          <a:r>
            <a:rPr lang="en-IN" b="1"/>
            <a:t>Clarity of Prompts </a:t>
          </a:r>
          <a:r>
            <a:rPr lang="en-IN"/>
            <a:t>- </a:t>
          </a:r>
          <a:r>
            <a:rPr lang="en-GB"/>
            <a:t>Clear, detailed prompts yield better results</a:t>
          </a:r>
          <a:endParaRPr lang="en-US"/>
        </a:p>
      </dgm:t>
    </dgm:pt>
    <dgm:pt modelId="{7F5BA305-51F9-4B0C-9041-7B7B2D7C3DD9}" type="parTrans" cxnId="{460CBDDC-9AF4-4E59-956C-76091EC8402B}">
      <dgm:prSet/>
      <dgm:spPr/>
      <dgm:t>
        <a:bodyPr/>
        <a:lstStyle/>
        <a:p>
          <a:endParaRPr lang="en-US"/>
        </a:p>
      </dgm:t>
    </dgm:pt>
    <dgm:pt modelId="{5B3910B1-165A-4ABD-A2FE-26784A0DFA9E}" type="sibTrans" cxnId="{460CBDDC-9AF4-4E59-956C-76091EC8402B}">
      <dgm:prSet/>
      <dgm:spPr/>
      <dgm:t>
        <a:bodyPr/>
        <a:lstStyle/>
        <a:p>
          <a:endParaRPr lang="en-US"/>
        </a:p>
      </dgm:t>
    </dgm:pt>
    <dgm:pt modelId="{9ECB291D-CD72-4142-8A51-B23657246481}">
      <dgm:prSet/>
      <dgm:spPr/>
      <dgm:t>
        <a:bodyPr/>
        <a:lstStyle/>
        <a:p>
          <a:r>
            <a:rPr lang="en-IN" b="1"/>
            <a:t>Human Oversight </a:t>
          </a:r>
          <a:r>
            <a:rPr lang="en-IN"/>
            <a:t>- </a:t>
          </a:r>
          <a:r>
            <a:rPr lang="en-GB"/>
            <a:t>Review outputs carefully: AI suggestions may contain errors or biases</a:t>
          </a:r>
          <a:endParaRPr lang="en-US"/>
        </a:p>
      </dgm:t>
    </dgm:pt>
    <dgm:pt modelId="{E429FDFA-53A2-4AA4-8881-FF036F19C2FE}" type="parTrans" cxnId="{3B367929-B9A6-4287-94F7-AFCEC00CE4F7}">
      <dgm:prSet/>
      <dgm:spPr/>
      <dgm:t>
        <a:bodyPr/>
        <a:lstStyle/>
        <a:p>
          <a:endParaRPr lang="en-US"/>
        </a:p>
      </dgm:t>
    </dgm:pt>
    <dgm:pt modelId="{C11CB005-0B19-40E3-9325-873A32211BD7}" type="sibTrans" cxnId="{3B367929-B9A6-4287-94F7-AFCEC00CE4F7}">
      <dgm:prSet/>
      <dgm:spPr/>
      <dgm:t>
        <a:bodyPr/>
        <a:lstStyle/>
        <a:p>
          <a:endParaRPr lang="en-US"/>
        </a:p>
      </dgm:t>
    </dgm:pt>
    <dgm:pt modelId="{3B03F125-4732-47D0-8C2E-1C0B186CE439}">
      <dgm:prSet/>
      <dgm:spPr/>
      <dgm:t>
        <a:bodyPr/>
        <a:lstStyle/>
        <a:p>
          <a:r>
            <a:rPr lang="en-GB" b="1"/>
            <a:t>Never fully automate critical tasks </a:t>
          </a:r>
          <a:r>
            <a:rPr lang="en-GB"/>
            <a:t>- Keep humans in the loop for decision-making</a:t>
          </a:r>
          <a:endParaRPr lang="en-US"/>
        </a:p>
      </dgm:t>
    </dgm:pt>
    <dgm:pt modelId="{B699331B-7C3C-43D5-B346-C2ADE205FFBE}" type="parTrans" cxnId="{39FFC42B-CEB7-43C9-9BCD-EEE511D368AC}">
      <dgm:prSet/>
      <dgm:spPr/>
      <dgm:t>
        <a:bodyPr/>
        <a:lstStyle/>
        <a:p>
          <a:endParaRPr lang="en-US"/>
        </a:p>
      </dgm:t>
    </dgm:pt>
    <dgm:pt modelId="{D7970063-E803-4106-A961-EBA9351B97AD}" type="sibTrans" cxnId="{39FFC42B-CEB7-43C9-9BCD-EEE511D368AC}">
      <dgm:prSet/>
      <dgm:spPr/>
      <dgm:t>
        <a:bodyPr/>
        <a:lstStyle/>
        <a:p>
          <a:endParaRPr lang="en-US"/>
        </a:p>
      </dgm:t>
    </dgm:pt>
    <dgm:pt modelId="{20AC2DD7-0B37-43EE-B101-16E8253FDD6E}">
      <dgm:prSet/>
      <dgm:spPr/>
      <dgm:t>
        <a:bodyPr/>
        <a:lstStyle/>
        <a:p>
          <a:r>
            <a:rPr lang="en-GB" b="1"/>
            <a:t>Validate accuracy  </a:t>
          </a:r>
          <a:r>
            <a:rPr lang="en-GB"/>
            <a:t>- Cross-check with trusted sources before using AI-generated content</a:t>
          </a:r>
          <a:endParaRPr lang="en-US"/>
        </a:p>
      </dgm:t>
    </dgm:pt>
    <dgm:pt modelId="{92D16376-7C4B-4092-9F32-D35D4F80940E}" type="parTrans" cxnId="{B0018F85-C823-4BD8-ACA1-8F29D1535D5C}">
      <dgm:prSet/>
      <dgm:spPr/>
      <dgm:t>
        <a:bodyPr/>
        <a:lstStyle/>
        <a:p>
          <a:endParaRPr lang="en-US"/>
        </a:p>
      </dgm:t>
    </dgm:pt>
    <dgm:pt modelId="{84F9B0DC-41D6-426C-B4B0-EC47574FE100}" type="sibTrans" cxnId="{B0018F85-C823-4BD8-ACA1-8F29D1535D5C}">
      <dgm:prSet/>
      <dgm:spPr/>
      <dgm:t>
        <a:bodyPr/>
        <a:lstStyle/>
        <a:p>
          <a:endParaRPr lang="en-US"/>
        </a:p>
      </dgm:t>
    </dgm:pt>
    <dgm:pt modelId="{DED20944-8B18-407E-A60D-D1085D1F3CE6}">
      <dgm:prSet/>
      <dgm:spPr/>
      <dgm:t>
        <a:bodyPr/>
        <a:lstStyle/>
        <a:p>
          <a:r>
            <a:rPr lang="en-IN" b="1"/>
            <a:t>Data &amp; Security </a:t>
          </a:r>
          <a:r>
            <a:rPr lang="en-IN"/>
            <a:t>- </a:t>
          </a:r>
          <a:r>
            <a:rPr lang="en-GB"/>
            <a:t>Use secure environments -  Ensure AI tools comply with organizational policies</a:t>
          </a:r>
          <a:r>
            <a:rPr lang="en-IN" b="1"/>
            <a:t> </a:t>
          </a:r>
          <a:endParaRPr lang="en-US"/>
        </a:p>
      </dgm:t>
    </dgm:pt>
    <dgm:pt modelId="{074C6E75-87B9-4994-B2B5-A50F67186AEF}" type="parTrans" cxnId="{A02542CC-7607-432D-9AF9-9FF116F7A2EF}">
      <dgm:prSet/>
      <dgm:spPr/>
      <dgm:t>
        <a:bodyPr/>
        <a:lstStyle/>
        <a:p>
          <a:endParaRPr lang="en-US"/>
        </a:p>
      </dgm:t>
    </dgm:pt>
    <dgm:pt modelId="{7060C244-262F-4E9B-99ED-07BD9F7A2CC8}" type="sibTrans" cxnId="{A02542CC-7607-432D-9AF9-9FF116F7A2EF}">
      <dgm:prSet/>
      <dgm:spPr/>
      <dgm:t>
        <a:bodyPr/>
        <a:lstStyle/>
        <a:p>
          <a:endParaRPr lang="en-US"/>
        </a:p>
      </dgm:t>
    </dgm:pt>
    <dgm:pt modelId="{E09C2730-0AB5-45E3-B2F4-24344D519A40}">
      <dgm:prSet/>
      <dgm:spPr/>
      <dgm:t>
        <a:bodyPr/>
        <a:lstStyle/>
        <a:p>
          <a:r>
            <a:rPr lang="en-GB" b="1"/>
            <a:t>Protect intellectual property - </a:t>
          </a:r>
          <a:r>
            <a:rPr lang="en-GB"/>
            <a:t>Avoid exposing proprietary code or documents</a:t>
          </a:r>
          <a:endParaRPr lang="en-US"/>
        </a:p>
      </dgm:t>
    </dgm:pt>
    <dgm:pt modelId="{4890A806-8914-40B6-8423-D3D7D317D669}" type="parTrans" cxnId="{4ED15067-D3B6-449B-B0BD-6B5F67112229}">
      <dgm:prSet/>
      <dgm:spPr/>
      <dgm:t>
        <a:bodyPr/>
        <a:lstStyle/>
        <a:p>
          <a:endParaRPr lang="en-US"/>
        </a:p>
      </dgm:t>
    </dgm:pt>
    <dgm:pt modelId="{B45BF8E3-2CA9-4FD8-920C-CF98C2F243D7}" type="sibTrans" cxnId="{4ED15067-D3B6-449B-B0BD-6B5F67112229}">
      <dgm:prSet/>
      <dgm:spPr/>
      <dgm:t>
        <a:bodyPr/>
        <a:lstStyle/>
        <a:p>
          <a:endParaRPr lang="en-US"/>
        </a:p>
      </dgm:t>
    </dgm:pt>
    <dgm:pt modelId="{27A1133D-4F2A-4333-A4F7-5D4C517EBAD3}" type="pres">
      <dgm:prSet presAssocID="{9057F3CE-B4EF-46C6-98A0-18EC3263FAF6}" presName="linear" presStyleCnt="0">
        <dgm:presLayoutVars>
          <dgm:animLvl val="lvl"/>
          <dgm:resizeHandles val="exact"/>
        </dgm:presLayoutVars>
      </dgm:prSet>
      <dgm:spPr/>
    </dgm:pt>
    <dgm:pt modelId="{230ED764-C00D-4E1C-A26E-4680BA283CD0}" type="pres">
      <dgm:prSet presAssocID="{2DD9BE63-3ED5-4001-A39F-D66D472FFEF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4E8FE77-1B50-425F-9333-8D64770B4443}" type="pres">
      <dgm:prSet presAssocID="{5B3910B1-165A-4ABD-A2FE-26784A0DFA9E}" presName="spacer" presStyleCnt="0"/>
      <dgm:spPr/>
    </dgm:pt>
    <dgm:pt modelId="{2C6AE7C6-9F4C-4B5B-9969-EFFD7426FA83}" type="pres">
      <dgm:prSet presAssocID="{9ECB291D-CD72-4142-8A51-B2365724648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1832DB5-FBBC-4717-8A9E-A76DC6DF8405}" type="pres">
      <dgm:prSet presAssocID="{C11CB005-0B19-40E3-9325-873A32211BD7}" presName="spacer" presStyleCnt="0"/>
      <dgm:spPr/>
    </dgm:pt>
    <dgm:pt modelId="{6AD4AE9C-76E2-4B39-B1AB-DF9A69761F61}" type="pres">
      <dgm:prSet presAssocID="{3B03F125-4732-47D0-8C2E-1C0B186CE43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A0C27F4-F652-40FD-8F1B-9B3ECE27C476}" type="pres">
      <dgm:prSet presAssocID="{D7970063-E803-4106-A961-EBA9351B97AD}" presName="spacer" presStyleCnt="0"/>
      <dgm:spPr/>
    </dgm:pt>
    <dgm:pt modelId="{8F0B6A14-8119-45C8-8A8F-D836BF4A19C9}" type="pres">
      <dgm:prSet presAssocID="{20AC2DD7-0B37-43EE-B101-16E8253FDD6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8DE16A7-9571-49CB-A2A3-232B74865ED7}" type="pres">
      <dgm:prSet presAssocID="{84F9B0DC-41D6-426C-B4B0-EC47574FE100}" presName="spacer" presStyleCnt="0"/>
      <dgm:spPr/>
    </dgm:pt>
    <dgm:pt modelId="{A03A0065-5FF5-44CA-B819-8304A4F1A798}" type="pres">
      <dgm:prSet presAssocID="{DED20944-8B18-407E-A60D-D1085D1F3CE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3B376F0-6118-4BE1-AF33-D0423DE24E6D}" type="pres">
      <dgm:prSet presAssocID="{7060C244-262F-4E9B-99ED-07BD9F7A2CC8}" presName="spacer" presStyleCnt="0"/>
      <dgm:spPr/>
    </dgm:pt>
    <dgm:pt modelId="{83109D9E-CBBF-4BC5-97E6-3FF44C59F26F}" type="pres">
      <dgm:prSet presAssocID="{E09C2730-0AB5-45E3-B2F4-24344D519A4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3D24710-A38D-453E-A31C-C78E69E89BA4}" type="presOf" srcId="{2DD9BE63-3ED5-4001-A39F-D66D472FFEFC}" destId="{230ED764-C00D-4E1C-A26E-4680BA283CD0}" srcOrd="0" destOrd="0" presId="urn:microsoft.com/office/officeart/2005/8/layout/vList2"/>
    <dgm:cxn modelId="{45ACCD1B-02E9-4F02-AE67-EC7F6A547EA7}" type="presOf" srcId="{9ECB291D-CD72-4142-8A51-B23657246481}" destId="{2C6AE7C6-9F4C-4B5B-9969-EFFD7426FA83}" srcOrd="0" destOrd="0" presId="urn:microsoft.com/office/officeart/2005/8/layout/vList2"/>
    <dgm:cxn modelId="{B95C9622-59DD-4B0E-893D-4A10C41CFCD4}" type="presOf" srcId="{9057F3CE-B4EF-46C6-98A0-18EC3263FAF6}" destId="{27A1133D-4F2A-4333-A4F7-5D4C517EBAD3}" srcOrd="0" destOrd="0" presId="urn:microsoft.com/office/officeart/2005/8/layout/vList2"/>
    <dgm:cxn modelId="{3B367929-B9A6-4287-94F7-AFCEC00CE4F7}" srcId="{9057F3CE-B4EF-46C6-98A0-18EC3263FAF6}" destId="{9ECB291D-CD72-4142-8A51-B23657246481}" srcOrd="1" destOrd="0" parTransId="{E429FDFA-53A2-4AA4-8881-FF036F19C2FE}" sibTransId="{C11CB005-0B19-40E3-9325-873A32211BD7}"/>
    <dgm:cxn modelId="{39FFC42B-CEB7-43C9-9BCD-EEE511D368AC}" srcId="{9057F3CE-B4EF-46C6-98A0-18EC3263FAF6}" destId="{3B03F125-4732-47D0-8C2E-1C0B186CE439}" srcOrd="2" destOrd="0" parTransId="{B699331B-7C3C-43D5-B346-C2ADE205FFBE}" sibTransId="{D7970063-E803-4106-A961-EBA9351B97AD}"/>
    <dgm:cxn modelId="{B87F9130-F258-433D-9E1F-A665FE53BD75}" type="presOf" srcId="{E09C2730-0AB5-45E3-B2F4-24344D519A40}" destId="{83109D9E-CBBF-4BC5-97E6-3FF44C59F26F}" srcOrd="0" destOrd="0" presId="urn:microsoft.com/office/officeart/2005/8/layout/vList2"/>
    <dgm:cxn modelId="{BA7DC344-A503-490D-8455-6C8C9C9C7CAD}" type="presOf" srcId="{3B03F125-4732-47D0-8C2E-1C0B186CE439}" destId="{6AD4AE9C-76E2-4B39-B1AB-DF9A69761F61}" srcOrd="0" destOrd="0" presId="urn:microsoft.com/office/officeart/2005/8/layout/vList2"/>
    <dgm:cxn modelId="{4ED15067-D3B6-449B-B0BD-6B5F67112229}" srcId="{9057F3CE-B4EF-46C6-98A0-18EC3263FAF6}" destId="{E09C2730-0AB5-45E3-B2F4-24344D519A40}" srcOrd="5" destOrd="0" parTransId="{4890A806-8914-40B6-8423-D3D7D317D669}" sibTransId="{B45BF8E3-2CA9-4FD8-920C-CF98C2F243D7}"/>
    <dgm:cxn modelId="{1EDF906E-A678-435F-BE0E-2273BEB37A4C}" type="presOf" srcId="{DED20944-8B18-407E-A60D-D1085D1F3CE6}" destId="{A03A0065-5FF5-44CA-B819-8304A4F1A798}" srcOrd="0" destOrd="0" presId="urn:microsoft.com/office/officeart/2005/8/layout/vList2"/>
    <dgm:cxn modelId="{B0018F85-C823-4BD8-ACA1-8F29D1535D5C}" srcId="{9057F3CE-B4EF-46C6-98A0-18EC3263FAF6}" destId="{20AC2DD7-0B37-43EE-B101-16E8253FDD6E}" srcOrd="3" destOrd="0" parTransId="{92D16376-7C4B-4092-9F32-D35D4F80940E}" sibTransId="{84F9B0DC-41D6-426C-B4B0-EC47574FE100}"/>
    <dgm:cxn modelId="{2121DAA6-D485-451E-9539-2CCFB8D5C0F0}" type="presOf" srcId="{20AC2DD7-0B37-43EE-B101-16E8253FDD6E}" destId="{8F0B6A14-8119-45C8-8A8F-D836BF4A19C9}" srcOrd="0" destOrd="0" presId="urn:microsoft.com/office/officeart/2005/8/layout/vList2"/>
    <dgm:cxn modelId="{A02542CC-7607-432D-9AF9-9FF116F7A2EF}" srcId="{9057F3CE-B4EF-46C6-98A0-18EC3263FAF6}" destId="{DED20944-8B18-407E-A60D-D1085D1F3CE6}" srcOrd="4" destOrd="0" parTransId="{074C6E75-87B9-4994-B2B5-A50F67186AEF}" sibTransId="{7060C244-262F-4E9B-99ED-07BD9F7A2CC8}"/>
    <dgm:cxn modelId="{460CBDDC-9AF4-4E59-956C-76091EC8402B}" srcId="{9057F3CE-B4EF-46C6-98A0-18EC3263FAF6}" destId="{2DD9BE63-3ED5-4001-A39F-D66D472FFEFC}" srcOrd="0" destOrd="0" parTransId="{7F5BA305-51F9-4B0C-9041-7B7B2D7C3DD9}" sibTransId="{5B3910B1-165A-4ABD-A2FE-26784A0DFA9E}"/>
    <dgm:cxn modelId="{74AA75B5-DBD5-4625-AE22-2282D543E8B1}" type="presParOf" srcId="{27A1133D-4F2A-4333-A4F7-5D4C517EBAD3}" destId="{230ED764-C00D-4E1C-A26E-4680BA283CD0}" srcOrd="0" destOrd="0" presId="urn:microsoft.com/office/officeart/2005/8/layout/vList2"/>
    <dgm:cxn modelId="{3825F81B-2233-4E29-9C62-D5A153B1EDA9}" type="presParOf" srcId="{27A1133D-4F2A-4333-A4F7-5D4C517EBAD3}" destId="{24E8FE77-1B50-425F-9333-8D64770B4443}" srcOrd="1" destOrd="0" presId="urn:microsoft.com/office/officeart/2005/8/layout/vList2"/>
    <dgm:cxn modelId="{5DBA64D5-F3A9-4395-971C-6919E0E8C8B0}" type="presParOf" srcId="{27A1133D-4F2A-4333-A4F7-5D4C517EBAD3}" destId="{2C6AE7C6-9F4C-4B5B-9969-EFFD7426FA83}" srcOrd="2" destOrd="0" presId="urn:microsoft.com/office/officeart/2005/8/layout/vList2"/>
    <dgm:cxn modelId="{15EB3AF9-76D0-42E7-AAF8-110419BD1E98}" type="presParOf" srcId="{27A1133D-4F2A-4333-A4F7-5D4C517EBAD3}" destId="{61832DB5-FBBC-4717-8A9E-A76DC6DF8405}" srcOrd="3" destOrd="0" presId="urn:microsoft.com/office/officeart/2005/8/layout/vList2"/>
    <dgm:cxn modelId="{A39F7716-FB17-42E7-B0F9-EB6C96E3EFB0}" type="presParOf" srcId="{27A1133D-4F2A-4333-A4F7-5D4C517EBAD3}" destId="{6AD4AE9C-76E2-4B39-B1AB-DF9A69761F61}" srcOrd="4" destOrd="0" presId="urn:microsoft.com/office/officeart/2005/8/layout/vList2"/>
    <dgm:cxn modelId="{10D7E036-0CB4-4EA1-823A-A85DA67D869C}" type="presParOf" srcId="{27A1133D-4F2A-4333-A4F7-5D4C517EBAD3}" destId="{6A0C27F4-F652-40FD-8F1B-9B3ECE27C476}" srcOrd="5" destOrd="0" presId="urn:microsoft.com/office/officeart/2005/8/layout/vList2"/>
    <dgm:cxn modelId="{56781594-BB9E-4E71-BA3F-FEEA9E30DFEB}" type="presParOf" srcId="{27A1133D-4F2A-4333-A4F7-5D4C517EBAD3}" destId="{8F0B6A14-8119-45C8-8A8F-D836BF4A19C9}" srcOrd="6" destOrd="0" presId="urn:microsoft.com/office/officeart/2005/8/layout/vList2"/>
    <dgm:cxn modelId="{8B916F39-2FFD-41EC-8A2C-1FC143978F7A}" type="presParOf" srcId="{27A1133D-4F2A-4333-A4F7-5D4C517EBAD3}" destId="{08DE16A7-9571-49CB-A2A3-232B74865ED7}" srcOrd="7" destOrd="0" presId="urn:microsoft.com/office/officeart/2005/8/layout/vList2"/>
    <dgm:cxn modelId="{98000551-760F-4813-A201-BD6AC41D15C9}" type="presParOf" srcId="{27A1133D-4F2A-4333-A4F7-5D4C517EBAD3}" destId="{A03A0065-5FF5-44CA-B819-8304A4F1A798}" srcOrd="8" destOrd="0" presId="urn:microsoft.com/office/officeart/2005/8/layout/vList2"/>
    <dgm:cxn modelId="{89830477-086A-4A60-94E8-5065ED840CB6}" type="presParOf" srcId="{27A1133D-4F2A-4333-A4F7-5D4C517EBAD3}" destId="{23B376F0-6118-4BE1-AF33-D0423DE24E6D}" srcOrd="9" destOrd="0" presId="urn:microsoft.com/office/officeart/2005/8/layout/vList2"/>
    <dgm:cxn modelId="{B0A46C00-DC21-47A6-BAE8-A2DE5C40C296}" type="presParOf" srcId="{27A1133D-4F2A-4333-A4F7-5D4C517EBAD3}" destId="{83109D9E-CBBF-4BC5-97E6-3FF44C59F26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E85EFC-7DC0-4EB9-AF0E-C455C954A1F2}">
      <dsp:nvSpPr>
        <dsp:cNvPr id="0" name=""/>
        <dsp:cNvSpPr/>
      </dsp:nvSpPr>
      <dsp:spPr>
        <a:xfrm>
          <a:off x="663895" y="770837"/>
          <a:ext cx="987187" cy="98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0281E-9041-4BF1-9172-C2D7066BA94E}">
      <dsp:nvSpPr>
        <dsp:cNvPr id="0" name=""/>
        <dsp:cNvSpPr/>
      </dsp:nvSpPr>
      <dsp:spPr>
        <a:xfrm>
          <a:off x="60613" y="2205887"/>
          <a:ext cx="2193750" cy="155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computer systems designed to simulate human intelligence</a:t>
          </a:r>
          <a:endParaRPr lang="en-US" sz="2000" kern="1200" dirty="0"/>
        </a:p>
      </dsp:txBody>
      <dsp:txXfrm>
        <a:off x="60613" y="2205887"/>
        <a:ext cx="2193750" cy="1550390"/>
      </dsp:txXfrm>
    </dsp:sp>
    <dsp:sp modelId="{D3CB53C4-AEA0-43AC-B369-4ECB5E4FD08B}">
      <dsp:nvSpPr>
        <dsp:cNvPr id="0" name=""/>
        <dsp:cNvSpPr/>
      </dsp:nvSpPr>
      <dsp:spPr>
        <a:xfrm>
          <a:off x="3241551" y="770837"/>
          <a:ext cx="987187" cy="98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08E98D-5D5D-4FB5-B382-CA207647FE89}">
      <dsp:nvSpPr>
        <dsp:cNvPr id="0" name=""/>
        <dsp:cNvSpPr/>
      </dsp:nvSpPr>
      <dsp:spPr>
        <a:xfrm>
          <a:off x="2638270" y="2205887"/>
          <a:ext cx="2193750" cy="155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analyse data, recognize patterns, and make decisions with minimal human intervention</a:t>
          </a:r>
          <a:endParaRPr lang="en-US" sz="2000" kern="1200" dirty="0"/>
        </a:p>
      </dsp:txBody>
      <dsp:txXfrm>
        <a:off x="2638270" y="2205887"/>
        <a:ext cx="2193750" cy="15503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6B0E61-DE6B-40E3-B9F4-3C2077DF9BE9}">
      <dsp:nvSpPr>
        <dsp:cNvPr id="0" name=""/>
        <dsp:cNvSpPr/>
      </dsp:nvSpPr>
      <dsp:spPr>
        <a:xfrm>
          <a:off x="0" y="546079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Creativity Boost</a:t>
          </a:r>
          <a:r>
            <a:rPr lang="en-US" sz="2600" b="0" i="0" kern="1200" baseline="0"/>
            <a:t>: Helps artists, writers, and developers brainstorm ideas.</a:t>
          </a:r>
          <a:endParaRPr lang="en-US" sz="2600" kern="1200"/>
        </a:p>
      </dsp:txBody>
      <dsp:txXfrm>
        <a:off x="50489" y="596568"/>
        <a:ext cx="6565855" cy="933302"/>
      </dsp:txXfrm>
    </dsp:sp>
    <dsp:sp modelId="{E782D9A0-AE2B-413E-AD2F-40B72B7993F2}">
      <dsp:nvSpPr>
        <dsp:cNvPr id="0" name=""/>
        <dsp:cNvSpPr/>
      </dsp:nvSpPr>
      <dsp:spPr>
        <a:xfrm>
          <a:off x="0" y="1655240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Efficiency</a:t>
          </a:r>
          <a:r>
            <a:rPr lang="en-US" sz="2600" b="0" i="0" kern="1200" baseline="0"/>
            <a:t>: Automates repetitive tasks like drafting emails or generating reports.</a:t>
          </a:r>
          <a:endParaRPr lang="en-US" sz="2600" kern="1200"/>
        </a:p>
      </dsp:txBody>
      <dsp:txXfrm>
        <a:off x="50489" y="1705729"/>
        <a:ext cx="6565855" cy="933302"/>
      </dsp:txXfrm>
    </dsp:sp>
    <dsp:sp modelId="{2F54115D-6B42-4E6D-BB7D-9DE80E97BE11}">
      <dsp:nvSpPr>
        <dsp:cNvPr id="0" name=""/>
        <dsp:cNvSpPr/>
      </dsp:nvSpPr>
      <dsp:spPr>
        <a:xfrm>
          <a:off x="0" y="2764400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Accessibility</a:t>
          </a:r>
          <a:r>
            <a:rPr lang="en-US" sz="2600" b="0" i="0" kern="1200" baseline="0"/>
            <a:t>: Makes complex tools (design, coding) easier for non-experts.</a:t>
          </a:r>
          <a:endParaRPr lang="en-US" sz="2600" kern="1200"/>
        </a:p>
      </dsp:txBody>
      <dsp:txXfrm>
        <a:off x="50489" y="2814889"/>
        <a:ext cx="6565855" cy="933302"/>
      </dsp:txXfrm>
    </dsp:sp>
    <dsp:sp modelId="{DEE27725-4D2F-4534-89DC-B5E32C1238A1}">
      <dsp:nvSpPr>
        <dsp:cNvPr id="0" name=""/>
        <dsp:cNvSpPr/>
      </dsp:nvSpPr>
      <dsp:spPr>
        <a:xfrm>
          <a:off x="0" y="3873560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Personalization</a:t>
          </a:r>
          <a:r>
            <a:rPr lang="en-US" sz="2600" b="0" i="0" kern="1200" baseline="0"/>
            <a:t>: Tailors recommendations, ads, and learning materials.</a:t>
          </a:r>
          <a:endParaRPr lang="en-US" sz="2600" kern="1200"/>
        </a:p>
      </dsp:txBody>
      <dsp:txXfrm>
        <a:off x="50489" y="3924049"/>
        <a:ext cx="6565855" cy="9333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FD325-44C3-4875-8589-6BF348FDD7F4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Productivity Gains</a:t>
          </a:r>
          <a:r>
            <a:rPr lang="en-US" sz="1600" b="0" i="0" kern="1200" baseline="0" dirty="0"/>
            <a:t>: reduces the time needed for tasks like writing, coding, and designing</a:t>
          </a:r>
          <a:endParaRPr lang="en-US" sz="1600" kern="1200" dirty="0"/>
        </a:p>
      </dsp:txBody>
      <dsp:txXfrm>
        <a:off x="0" y="39687"/>
        <a:ext cx="3286125" cy="1971675"/>
      </dsp:txXfrm>
    </dsp:sp>
    <dsp:sp modelId="{681AB9C2-A554-4EF2-ACB0-3E0F869190BD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Creativity &amp; Innovation</a:t>
          </a:r>
          <a:r>
            <a:rPr lang="en-US" sz="1600" b="0" i="0" kern="1200" baseline="0" dirty="0"/>
            <a:t>: empowers creators to explore new ideas</a:t>
          </a:r>
          <a:endParaRPr lang="en-US" sz="1600" kern="1200" dirty="0"/>
        </a:p>
      </dsp:txBody>
      <dsp:txXfrm>
        <a:off x="3614737" y="39687"/>
        <a:ext cx="3286125" cy="1971675"/>
      </dsp:txXfrm>
    </dsp:sp>
    <dsp:sp modelId="{BEF5AF65-CA16-4446-BEA2-76BD0B0B9B40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Accessibility</a:t>
          </a:r>
          <a:r>
            <a:rPr lang="en-US" sz="1600" b="0" i="0" kern="1200" baseline="0" dirty="0"/>
            <a:t>: Tools like ChatGPT or image generators make complex skills (writing, coding, design) accessible to non-experts, democratizing creativity</a:t>
          </a:r>
          <a:endParaRPr lang="en-US" sz="1600" kern="1200" dirty="0"/>
        </a:p>
      </dsp:txBody>
      <dsp:txXfrm>
        <a:off x="7229475" y="39687"/>
        <a:ext cx="3286125" cy="1971675"/>
      </dsp:txXfrm>
    </dsp:sp>
    <dsp:sp modelId="{31FA687A-E6BF-4297-8DA4-CBB052834D1B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Business Transformation</a:t>
          </a:r>
          <a:r>
            <a:rPr lang="en-US" sz="1600" b="0" i="0" kern="1200" baseline="0" dirty="0"/>
            <a:t>: Organizations are using GenAI to streamline workflows, personalize customer experiences, and innovate in areas like healthcare, finance, and education</a:t>
          </a:r>
          <a:endParaRPr lang="en-US" sz="1600" kern="1200" dirty="0"/>
        </a:p>
      </dsp:txBody>
      <dsp:txXfrm>
        <a:off x="1807368" y="2339975"/>
        <a:ext cx="3286125" cy="1971675"/>
      </dsp:txXfrm>
    </dsp:sp>
    <dsp:sp modelId="{7C466D55-2E77-46FF-B097-189FE3B098B0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Technology Evolution</a:t>
          </a:r>
          <a:r>
            <a:rPr lang="en-US" sz="1600" b="0" i="0" kern="1200" baseline="0" dirty="0"/>
            <a:t>: GenAI is driving advancements in embedded systems, IoT, and digital innovation, making it a catalyst for the next wave of technological progress</a:t>
          </a:r>
          <a:endParaRPr lang="en-US" sz="1600" kern="1200" dirty="0"/>
        </a:p>
      </dsp:txBody>
      <dsp:txXfrm>
        <a:off x="5422106" y="2339975"/>
        <a:ext cx="3286125" cy="1971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8FD2F-F5CC-42C4-BC05-8724780F7E62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780EE-E509-4DA4-ADD9-E753D504A07C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6FC4C-971F-4750-8154-C10FB3A72F69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Text:</a:t>
          </a:r>
          <a:r>
            <a:rPr lang="en-US" sz="2400" b="0" i="0" kern="1200" baseline="0"/>
            <a:t> ChatGPT, Microsoft Copilot, Google Gemini</a:t>
          </a:r>
          <a:endParaRPr lang="en-US" sz="2400" kern="1200"/>
        </a:p>
      </dsp:txBody>
      <dsp:txXfrm>
        <a:off x="1948202" y="159118"/>
        <a:ext cx="3233964" cy="1371985"/>
      </dsp:txXfrm>
    </dsp:sp>
    <dsp:sp modelId="{8DFEE77B-4761-4D93-A851-61F7F56AFE7C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EDF90-1973-4C4F-BFF3-305AFB0B8E17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150D1-C094-488C-8969-CC61917399F9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Code:</a:t>
          </a:r>
          <a:r>
            <a:rPr lang="en-US" sz="2400" b="0" i="0" kern="1200" baseline="0"/>
            <a:t> GitHub Copilot, Code4Eclipse</a:t>
          </a:r>
          <a:endParaRPr lang="en-US" sz="2400" kern="1200"/>
        </a:p>
      </dsp:txBody>
      <dsp:txXfrm>
        <a:off x="7411643" y="159118"/>
        <a:ext cx="3233964" cy="1371985"/>
      </dsp:txXfrm>
    </dsp:sp>
    <dsp:sp modelId="{A57F8B73-16D5-4B95-A234-7DC7B307DD06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BD386-D35B-4A3E-B76E-7BECE7079B6F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16910-DE69-4083-AB58-CC1A0644BADD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Images:</a:t>
          </a:r>
          <a:r>
            <a:rPr lang="en-US" sz="2400" b="0" i="0" kern="1200" baseline="0"/>
            <a:t> DALL·E, Stable Diffusion</a:t>
          </a:r>
          <a:endParaRPr lang="en-US" sz="2400" kern="1200"/>
        </a:p>
      </dsp:txBody>
      <dsp:txXfrm>
        <a:off x="1948202" y="2158301"/>
        <a:ext cx="3233964" cy="1371985"/>
      </dsp:txXfrm>
    </dsp:sp>
    <dsp:sp modelId="{9E67A480-D658-49DD-B505-3A71C956E268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2674C-3079-490C-B71A-739F1389B590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D657A-19B5-42F9-B75C-59ADB60AF73D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Business Apps:</a:t>
          </a:r>
          <a:r>
            <a:rPr lang="en-US" sz="2400" b="0" i="0" kern="1200" baseline="0"/>
            <a:t> Copilot in Word, Excel, PowerPoint</a:t>
          </a:r>
          <a:endParaRPr lang="en-US" sz="2400" kern="1200"/>
        </a:p>
      </dsp:txBody>
      <dsp:txXfrm>
        <a:off x="7411643" y="2158301"/>
        <a:ext cx="3233964" cy="13719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13206-7C13-40C7-8E65-BB7BE641CDDD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ED52B-B8DF-4243-9D62-953A6F6BB30F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19ED9-9E6B-4C1B-B74E-1986FF749E60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Code Autocompletion</a:t>
          </a:r>
          <a:r>
            <a:rPr lang="en-US" sz="1900" b="0" i="0" kern="1200" baseline="0" dirty="0"/>
            <a:t>: Functions, loops, boilerplate code</a:t>
          </a:r>
          <a:endParaRPr lang="en-US" sz="1900" kern="1200" dirty="0"/>
        </a:p>
      </dsp:txBody>
      <dsp:txXfrm>
        <a:off x="1129902" y="4592"/>
        <a:ext cx="5171698" cy="978270"/>
      </dsp:txXfrm>
    </dsp:sp>
    <dsp:sp modelId="{8FBF227A-14F9-4B65-A49B-2B5EF5D1B367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5F2A8-D7A0-4A37-8F88-4C5A007A8578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5BE30-2B29-4F61-AF08-092428768FA7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Documentation Generation</a:t>
          </a:r>
          <a:r>
            <a:rPr lang="en-US" sz="1900" b="0" i="0" kern="1200" baseline="0" dirty="0"/>
            <a:t>: Explains code snippets</a:t>
          </a:r>
          <a:endParaRPr lang="en-US" sz="1900" kern="1200" dirty="0"/>
        </a:p>
      </dsp:txBody>
      <dsp:txXfrm>
        <a:off x="1129902" y="1227431"/>
        <a:ext cx="5171698" cy="978270"/>
      </dsp:txXfrm>
    </dsp:sp>
    <dsp:sp modelId="{0D0EAB0A-051D-439C-8699-E960D1B7E037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E7328-577C-4637-9035-852F76D10F59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D8898-A82A-46E6-AF59-C4272E31F2C2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Test Creation</a:t>
          </a:r>
          <a:r>
            <a:rPr lang="en-US" sz="1900" b="0" i="0" kern="1200" baseline="0" dirty="0"/>
            <a:t>: Suggests unit tests automatically</a:t>
          </a:r>
          <a:endParaRPr lang="en-US" sz="1900" kern="1200" dirty="0"/>
        </a:p>
      </dsp:txBody>
      <dsp:txXfrm>
        <a:off x="1129902" y="2450269"/>
        <a:ext cx="5171698" cy="978270"/>
      </dsp:txXfrm>
    </dsp:sp>
    <dsp:sp modelId="{01A56148-B53B-434F-8948-2C729BA23466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C12117-0005-4032-9509-052D4F827B99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03B15A-4D32-4C9B-8945-6FE70476D163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Chat Interface</a:t>
          </a:r>
          <a:r>
            <a:rPr lang="en-US" sz="1900" b="0" i="0" kern="1200" baseline="0" dirty="0"/>
            <a:t>: Conversational coding support (Copilot Chat)</a:t>
          </a:r>
          <a:endParaRPr lang="en-US" sz="1900" kern="1200" dirty="0"/>
        </a:p>
      </dsp:txBody>
      <dsp:txXfrm>
        <a:off x="1129902" y="3673107"/>
        <a:ext cx="5171698" cy="978270"/>
      </dsp:txXfrm>
    </dsp:sp>
    <dsp:sp modelId="{D71DC7E8-A18E-457F-91F3-BD669713D1FC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5E0EEC-D180-4422-B516-92C581F56964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23FB9-5DC4-41F3-8812-C097076CDE4E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Multi-File Understanding</a:t>
          </a:r>
          <a:r>
            <a:rPr lang="en-US" sz="1900" b="0" i="0" kern="1200" baseline="0" dirty="0"/>
            <a:t>: Context across entire projects</a:t>
          </a:r>
          <a:endParaRPr lang="en-US" sz="1900" kern="1200" dirty="0"/>
        </a:p>
      </dsp:txBody>
      <dsp:txXfrm>
        <a:off x="1129902" y="4895945"/>
        <a:ext cx="5171698" cy="9782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C24D0-7238-47FE-8FEC-860339BDC44A}">
      <dsp:nvSpPr>
        <dsp:cNvPr id="0" name=""/>
        <dsp:cNvSpPr/>
      </dsp:nvSpPr>
      <dsp:spPr>
        <a:xfrm>
          <a:off x="0" y="1547464"/>
          <a:ext cx="6301601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2BC0DA-553B-4C31-A426-3F7ADCF6A1B4}">
      <dsp:nvSpPr>
        <dsp:cNvPr id="0" name=""/>
        <dsp:cNvSpPr/>
      </dsp:nvSpPr>
      <dsp:spPr>
        <a:xfrm>
          <a:off x="315080" y="1267024"/>
          <a:ext cx="4411120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30" tIns="0" rIns="16673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Visual Studio Code</a:t>
          </a:r>
          <a:endParaRPr lang="en-US" sz="1900" kern="1200"/>
        </a:p>
      </dsp:txBody>
      <dsp:txXfrm>
        <a:off x="342460" y="1294404"/>
        <a:ext cx="4356360" cy="506120"/>
      </dsp:txXfrm>
    </dsp:sp>
    <dsp:sp modelId="{12827C22-3794-4523-BD8A-17144BF3996C}">
      <dsp:nvSpPr>
        <dsp:cNvPr id="0" name=""/>
        <dsp:cNvSpPr/>
      </dsp:nvSpPr>
      <dsp:spPr>
        <a:xfrm>
          <a:off x="0" y="2409304"/>
          <a:ext cx="6301601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3C3AE7-9052-4C3C-9C9A-8EE2331FB87E}">
      <dsp:nvSpPr>
        <dsp:cNvPr id="0" name=""/>
        <dsp:cNvSpPr/>
      </dsp:nvSpPr>
      <dsp:spPr>
        <a:xfrm>
          <a:off x="315080" y="2128864"/>
          <a:ext cx="4411120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30" tIns="0" rIns="16673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JetBrains IDEs</a:t>
          </a:r>
          <a:endParaRPr lang="en-US" sz="1900" kern="1200"/>
        </a:p>
      </dsp:txBody>
      <dsp:txXfrm>
        <a:off x="342460" y="2156244"/>
        <a:ext cx="4356360" cy="506120"/>
      </dsp:txXfrm>
    </dsp:sp>
    <dsp:sp modelId="{E04881AF-4A7D-4748-9426-AF5A4F697817}">
      <dsp:nvSpPr>
        <dsp:cNvPr id="0" name=""/>
        <dsp:cNvSpPr/>
      </dsp:nvSpPr>
      <dsp:spPr>
        <a:xfrm>
          <a:off x="0" y="3271144"/>
          <a:ext cx="6301601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E8B45-5E6B-41E8-9C12-D1E79C9F5752}">
      <dsp:nvSpPr>
        <dsp:cNvPr id="0" name=""/>
        <dsp:cNvSpPr/>
      </dsp:nvSpPr>
      <dsp:spPr>
        <a:xfrm>
          <a:off x="315080" y="2990704"/>
          <a:ext cx="4411120" cy="5608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30" tIns="0" rIns="16673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Neovim</a:t>
          </a:r>
          <a:endParaRPr lang="en-US" sz="1900" kern="1200"/>
        </a:p>
      </dsp:txBody>
      <dsp:txXfrm>
        <a:off x="342460" y="3018084"/>
        <a:ext cx="4356360" cy="506120"/>
      </dsp:txXfrm>
    </dsp:sp>
    <dsp:sp modelId="{F283C707-B18C-4DAD-90AC-0970BD620B41}">
      <dsp:nvSpPr>
        <dsp:cNvPr id="0" name=""/>
        <dsp:cNvSpPr/>
      </dsp:nvSpPr>
      <dsp:spPr>
        <a:xfrm>
          <a:off x="0" y="4132984"/>
          <a:ext cx="6301601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784A4-E0FE-46D3-82CE-EB4D8062D3BD}">
      <dsp:nvSpPr>
        <dsp:cNvPr id="0" name=""/>
        <dsp:cNvSpPr/>
      </dsp:nvSpPr>
      <dsp:spPr>
        <a:xfrm>
          <a:off x="315080" y="3852544"/>
          <a:ext cx="4411120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30" tIns="0" rIns="16673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Eclipse (via Copilot4Eclipse plugin)</a:t>
          </a:r>
          <a:endParaRPr lang="en-US" sz="1900" kern="1200"/>
        </a:p>
      </dsp:txBody>
      <dsp:txXfrm>
        <a:off x="342460" y="3879924"/>
        <a:ext cx="4356360" cy="5061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713E3-2EAF-4CCF-BE27-0949BD81D7E3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1F0A97-0D09-43BF-988D-2C9FD1D36722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B358A-2C3F-4843-AC8F-0B87DA28D061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A </a:t>
          </a:r>
          <a:r>
            <a:rPr lang="en-GB" sz="1700" b="1" kern="1200"/>
            <a:t>prompt</a:t>
          </a:r>
          <a:r>
            <a:rPr lang="en-GB" sz="1700" kern="1200"/>
            <a:t> is the input (text, image, or instruction) given to an AI model</a:t>
          </a:r>
          <a:endParaRPr lang="en-US" sz="1700" kern="1200"/>
        </a:p>
      </dsp:txBody>
      <dsp:txXfrm>
        <a:off x="75768" y="3053169"/>
        <a:ext cx="3093750" cy="720000"/>
      </dsp:txXfrm>
    </dsp:sp>
    <dsp:sp modelId="{CDC11A9D-D588-4246-86C0-54F704C9926D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87CCC-1D28-4082-804A-58F3EDD5714F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D0C82-91E0-4B29-84BE-BD29AE4C2F2A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It guides the AI to generate relevant responses</a:t>
          </a:r>
          <a:endParaRPr lang="en-US" sz="1700" kern="1200"/>
        </a:p>
      </dsp:txBody>
      <dsp:txXfrm>
        <a:off x="3710925" y="3053169"/>
        <a:ext cx="3093750" cy="720000"/>
      </dsp:txXfrm>
    </dsp:sp>
    <dsp:sp modelId="{4052A139-05B1-491C-AA68-12F6AACF9884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0B24FB-C38B-47F4-98FE-F5A69E7C2B09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D9C43-EAB8-49EF-ADDE-19910BDA43DA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Prompts are the </a:t>
          </a:r>
          <a:r>
            <a:rPr lang="en-GB" sz="1700" b="1" kern="1200"/>
            <a:t>bridge between human intent and AI output</a:t>
          </a:r>
          <a:endParaRPr lang="en-US" sz="1700" kern="1200"/>
        </a:p>
      </dsp:txBody>
      <dsp:txXfrm>
        <a:off x="7346081" y="3053169"/>
        <a:ext cx="30937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EA9D3-8EB3-4329-9F02-429FED89AB10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/>
            <a:t>Precision</a:t>
          </a:r>
          <a:r>
            <a:rPr lang="en-GB" sz="3200" kern="1200"/>
            <a:t>: Better prompts = more accurate outputs.</a:t>
          </a:r>
          <a:endParaRPr lang="en-US" sz="3200" kern="1200"/>
        </a:p>
      </dsp:txBody>
      <dsp:txXfrm>
        <a:off x="62141" y="104940"/>
        <a:ext cx="6542551" cy="1148678"/>
      </dsp:txXfrm>
    </dsp:sp>
    <dsp:sp modelId="{BB227880-125D-47DF-BCB0-E105F338E938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/>
            <a:t>Creativity</a:t>
          </a:r>
          <a:r>
            <a:rPr lang="en-GB" sz="3200" kern="1200"/>
            <a:t>: Prompts unlock AI’s ability to generate unique ideas.</a:t>
          </a:r>
          <a:endParaRPr lang="en-US" sz="3200" kern="1200"/>
        </a:p>
      </dsp:txBody>
      <dsp:txXfrm>
        <a:off x="62141" y="1470060"/>
        <a:ext cx="6542551" cy="1148678"/>
      </dsp:txXfrm>
    </dsp:sp>
    <dsp:sp modelId="{D42AB640-31CA-44AC-B78E-F71F6168ECF9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/>
            <a:t>Efficiency</a:t>
          </a:r>
          <a:r>
            <a:rPr lang="en-GB" sz="3200" kern="1200"/>
            <a:t>: Saves time by reducing trial-and-error.</a:t>
          </a:r>
          <a:endParaRPr lang="en-US" sz="3200" kern="1200"/>
        </a:p>
      </dsp:txBody>
      <dsp:txXfrm>
        <a:off x="62141" y="2835181"/>
        <a:ext cx="6542551" cy="1148678"/>
      </dsp:txXfrm>
    </dsp:sp>
    <dsp:sp modelId="{4143EFB5-FCE8-4AB2-8BF2-7B213A98AEA4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/>
            <a:t>Control</a:t>
          </a:r>
          <a:r>
            <a:rPr lang="en-GB" sz="3200" kern="1200"/>
            <a:t>: Helps steer AI toward desired tone, style, or format.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5A8F8-9FEF-4AD2-915B-3F554E5481D7}">
      <dsp:nvSpPr>
        <dsp:cNvPr id="0" name=""/>
        <dsp:cNvSpPr/>
      </dsp:nvSpPr>
      <dsp:spPr>
        <a:xfrm>
          <a:off x="0" y="705604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Clarity: Be specific about what you want</a:t>
          </a:r>
          <a:endParaRPr lang="en-US" sz="2300" kern="1200"/>
        </a:p>
      </dsp:txBody>
      <dsp:txXfrm>
        <a:off x="27586" y="733190"/>
        <a:ext cx="6611661" cy="509938"/>
      </dsp:txXfrm>
    </dsp:sp>
    <dsp:sp modelId="{073799D2-E593-4E5F-AB4C-AAE51AD43E23}">
      <dsp:nvSpPr>
        <dsp:cNvPr id="0" name=""/>
        <dsp:cNvSpPr/>
      </dsp:nvSpPr>
      <dsp:spPr>
        <a:xfrm>
          <a:off x="0" y="1336954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Context: Provide background or examples</a:t>
          </a:r>
          <a:endParaRPr lang="en-US" sz="2300" kern="1200"/>
        </a:p>
      </dsp:txBody>
      <dsp:txXfrm>
        <a:off x="27586" y="1364540"/>
        <a:ext cx="6611661" cy="509938"/>
      </dsp:txXfrm>
    </dsp:sp>
    <dsp:sp modelId="{E20ADBCC-9705-4DB2-B740-192CDAC9FE4C}">
      <dsp:nvSpPr>
        <dsp:cNvPr id="0" name=""/>
        <dsp:cNvSpPr/>
      </dsp:nvSpPr>
      <dsp:spPr>
        <a:xfrm>
          <a:off x="0" y="1968304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Constraints: Define format, length, or style</a:t>
          </a:r>
          <a:endParaRPr lang="en-US" sz="2300" kern="1200"/>
        </a:p>
      </dsp:txBody>
      <dsp:txXfrm>
        <a:off x="27586" y="1995890"/>
        <a:ext cx="6611661" cy="509938"/>
      </dsp:txXfrm>
    </dsp:sp>
    <dsp:sp modelId="{2E6EB116-5118-497D-9909-58F93B6D8041}">
      <dsp:nvSpPr>
        <dsp:cNvPr id="0" name=""/>
        <dsp:cNvSpPr/>
      </dsp:nvSpPr>
      <dsp:spPr>
        <a:xfrm>
          <a:off x="0" y="2599654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Audience: Tailor output to intended readers/users</a:t>
          </a:r>
          <a:endParaRPr lang="en-US" sz="2300" kern="1200"/>
        </a:p>
      </dsp:txBody>
      <dsp:txXfrm>
        <a:off x="27586" y="2627240"/>
        <a:ext cx="6611661" cy="509938"/>
      </dsp:txXfrm>
    </dsp:sp>
    <dsp:sp modelId="{99B703BE-9891-44E6-8658-B81EBACA98CC}">
      <dsp:nvSpPr>
        <dsp:cNvPr id="0" name=""/>
        <dsp:cNvSpPr/>
      </dsp:nvSpPr>
      <dsp:spPr>
        <a:xfrm>
          <a:off x="0" y="3231005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Example:</a:t>
          </a:r>
          <a:endParaRPr lang="en-US" sz="2300" kern="1200"/>
        </a:p>
      </dsp:txBody>
      <dsp:txXfrm>
        <a:off x="27586" y="3258591"/>
        <a:ext cx="6611661" cy="509938"/>
      </dsp:txXfrm>
    </dsp:sp>
    <dsp:sp modelId="{12B7BB04-5A8F-44BB-B12D-BA598EEA4B9A}">
      <dsp:nvSpPr>
        <dsp:cNvPr id="0" name=""/>
        <dsp:cNvSpPr/>
      </dsp:nvSpPr>
      <dsp:spPr>
        <a:xfrm>
          <a:off x="0" y="3796115"/>
          <a:ext cx="6666833" cy="952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Weak Prompt  -  “Write about AI.”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 dirty="0"/>
            <a:t>Strong Prompt  - “Write a 200-word blog post explaining AI to high school students, using simple examples.”</a:t>
          </a:r>
          <a:endParaRPr lang="en-US" sz="2000" kern="1200" dirty="0"/>
        </a:p>
      </dsp:txBody>
      <dsp:txXfrm>
        <a:off x="0" y="3796115"/>
        <a:ext cx="6666833" cy="9522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BD6C4E-5E94-40B4-AA6C-8AF54B42CA33}">
      <dsp:nvSpPr>
        <dsp:cNvPr id="0" name=""/>
        <dsp:cNvSpPr/>
      </dsp:nvSpPr>
      <dsp:spPr>
        <a:xfrm>
          <a:off x="0" y="117612"/>
          <a:ext cx="6666833" cy="123771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Better prompts = better results.</a:t>
          </a:r>
          <a:endParaRPr lang="en-US" sz="3100" kern="1200"/>
        </a:p>
      </dsp:txBody>
      <dsp:txXfrm>
        <a:off x="60420" y="178032"/>
        <a:ext cx="6545993" cy="1116873"/>
      </dsp:txXfrm>
    </dsp:sp>
    <dsp:sp modelId="{7CC9C144-7065-44AE-A831-D0D69C7298A3}">
      <dsp:nvSpPr>
        <dsp:cNvPr id="0" name=""/>
        <dsp:cNvSpPr/>
      </dsp:nvSpPr>
      <dsp:spPr>
        <a:xfrm>
          <a:off x="0" y="1444606"/>
          <a:ext cx="6666833" cy="1237713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Saves time and effort.</a:t>
          </a:r>
          <a:endParaRPr lang="en-US" sz="3100" kern="1200"/>
        </a:p>
      </dsp:txBody>
      <dsp:txXfrm>
        <a:off x="60420" y="1505026"/>
        <a:ext cx="6545993" cy="1116873"/>
      </dsp:txXfrm>
    </dsp:sp>
    <dsp:sp modelId="{4A1EE85E-7570-4B33-901A-7041F4820CA8}">
      <dsp:nvSpPr>
        <dsp:cNvPr id="0" name=""/>
        <dsp:cNvSpPr/>
      </dsp:nvSpPr>
      <dsp:spPr>
        <a:xfrm>
          <a:off x="0" y="2771600"/>
          <a:ext cx="6666833" cy="1237713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Helps avoid wrong or irrelevant answers.</a:t>
          </a:r>
          <a:endParaRPr lang="en-US" sz="3100" kern="1200"/>
        </a:p>
      </dsp:txBody>
      <dsp:txXfrm>
        <a:off x="60420" y="2832020"/>
        <a:ext cx="6545993" cy="1116873"/>
      </dsp:txXfrm>
    </dsp:sp>
    <dsp:sp modelId="{A10729EC-4AE9-4CA9-B965-DEC23F43F324}">
      <dsp:nvSpPr>
        <dsp:cNvPr id="0" name=""/>
        <dsp:cNvSpPr/>
      </dsp:nvSpPr>
      <dsp:spPr>
        <a:xfrm>
          <a:off x="0" y="4098593"/>
          <a:ext cx="6666833" cy="1237713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Essential for coding, documentation, design, and learning.</a:t>
          </a:r>
          <a:endParaRPr lang="en-US" sz="3100" kern="1200"/>
        </a:p>
      </dsp:txBody>
      <dsp:txXfrm>
        <a:off x="60420" y="4159013"/>
        <a:ext cx="6545993" cy="111687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DB556-E9BF-4800-80A7-40E39A200BB3}">
      <dsp:nvSpPr>
        <dsp:cNvPr id="0" name=""/>
        <dsp:cNvSpPr/>
      </dsp:nvSpPr>
      <dsp:spPr>
        <a:xfrm>
          <a:off x="0" y="689803"/>
          <a:ext cx="11876314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Vague Prompts </a:t>
          </a:r>
          <a:r>
            <a:rPr lang="en-IN" sz="1900" kern="1200" dirty="0"/>
            <a:t>- </a:t>
          </a:r>
          <a:r>
            <a:rPr lang="en-GB" sz="1900" kern="1200" dirty="0"/>
            <a:t>Prompts that are too general lead to irrelevant or incomplete answers</a:t>
          </a:r>
          <a:endParaRPr lang="en-US" sz="1900" kern="1200" dirty="0"/>
        </a:p>
      </dsp:txBody>
      <dsp:txXfrm>
        <a:off x="22789" y="712592"/>
        <a:ext cx="11830736" cy="421252"/>
      </dsp:txXfrm>
    </dsp:sp>
    <dsp:sp modelId="{CA47B14E-DD32-406C-BD40-B25A4E39B738}">
      <dsp:nvSpPr>
        <dsp:cNvPr id="0" name=""/>
        <dsp:cNvSpPr/>
      </dsp:nvSpPr>
      <dsp:spPr>
        <a:xfrm>
          <a:off x="0" y="1211353"/>
          <a:ext cx="11876314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Lack of Context </a:t>
          </a:r>
          <a:r>
            <a:rPr lang="en-IN" sz="1900" kern="1200" dirty="0"/>
            <a:t>- </a:t>
          </a:r>
          <a:r>
            <a:rPr lang="en-GB" sz="1900" kern="1200" dirty="0"/>
            <a:t>Without background information, AI gives generic responses</a:t>
          </a:r>
          <a:endParaRPr lang="en-US" sz="1900" kern="1200" dirty="0"/>
        </a:p>
      </dsp:txBody>
      <dsp:txXfrm>
        <a:off x="22789" y="1234142"/>
        <a:ext cx="11830736" cy="421252"/>
      </dsp:txXfrm>
    </dsp:sp>
    <dsp:sp modelId="{CEAA0C0B-297F-460A-8596-B47CC2914C00}">
      <dsp:nvSpPr>
        <dsp:cNvPr id="0" name=""/>
        <dsp:cNvSpPr/>
      </dsp:nvSpPr>
      <dsp:spPr>
        <a:xfrm>
          <a:off x="0" y="1732903"/>
          <a:ext cx="11876314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Overly Complex Prompts  </a:t>
          </a:r>
          <a:r>
            <a:rPr lang="en-IN" sz="1900" kern="1200" dirty="0"/>
            <a:t>- </a:t>
          </a:r>
          <a:r>
            <a:rPr lang="en-GB" sz="1900" kern="1200" dirty="0"/>
            <a:t>Asking for too much in one prompt confuses AI</a:t>
          </a:r>
          <a:endParaRPr lang="en-US" sz="1900" kern="1200" dirty="0"/>
        </a:p>
      </dsp:txBody>
      <dsp:txXfrm>
        <a:off x="22789" y="1755692"/>
        <a:ext cx="11830736" cy="421252"/>
      </dsp:txXfrm>
    </dsp:sp>
    <dsp:sp modelId="{676CE723-091B-4F32-98E3-9DB86E970A4B}">
      <dsp:nvSpPr>
        <dsp:cNvPr id="0" name=""/>
        <dsp:cNvSpPr/>
      </dsp:nvSpPr>
      <dsp:spPr>
        <a:xfrm>
          <a:off x="0" y="2254453"/>
          <a:ext cx="11876314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Ambiguity in Language </a:t>
          </a:r>
          <a:r>
            <a:rPr lang="en-IN" sz="1900" kern="1200" dirty="0"/>
            <a:t>- </a:t>
          </a:r>
          <a:r>
            <a:rPr lang="en-GB" sz="1900" kern="1200" dirty="0"/>
            <a:t>Using unclear words or multiple meanings leads to wrong outputs</a:t>
          </a:r>
          <a:endParaRPr lang="en-US" sz="1900" kern="1200" dirty="0"/>
        </a:p>
      </dsp:txBody>
      <dsp:txXfrm>
        <a:off x="22789" y="2277242"/>
        <a:ext cx="11830736" cy="421252"/>
      </dsp:txXfrm>
    </dsp:sp>
    <dsp:sp modelId="{ACCD9A5E-E810-4CD9-9EBF-3811113B569B}">
      <dsp:nvSpPr>
        <dsp:cNvPr id="0" name=""/>
        <dsp:cNvSpPr/>
      </dsp:nvSpPr>
      <dsp:spPr>
        <a:xfrm>
          <a:off x="0" y="2776003"/>
          <a:ext cx="11876314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Ignoring Output Format  </a:t>
          </a:r>
          <a:r>
            <a:rPr lang="en-IN" sz="1900" kern="1200" dirty="0"/>
            <a:t>- </a:t>
          </a:r>
          <a:r>
            <a:rPr lang="en-GB" sz="1900" kern="1200" dirty="0"/>
            <a:t>If you don’t specify format, AI may give long paragraphs instead of structured answers</a:t>
          </a:r>
          <a:endParaRPr lang="en-US" sz="1900" kern="1200" dirty="0"/>
        </a:p>
      </dsp:txBody>
      <dsp:txXfrm>
        <a:off x="22789" y="2798792"/>
        <a:ext cx="11830736" cy="421252"/>
      </dsp:txXfrm>
    </dsp:sp>
    <dsp:sp modelId="{0B49C826-FE93-4C09-931D-23AAB02929B3}">
      <dsp:nvSpPr>
        <dsp:cNvPr id="0" name=""/>
        <dsp:cNvSpPr/>
      </dsp:nvSpPr>
      <dsp:spPr>
        <a:xfrm>
          <a:off x="0" y="3297553"/>
          <a:ext cx="11876314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Unrealistic Expectations </a:t>
          </a:r>
          <a:r>
            <a:rPr lang="en-IN" sz="1900" kern="1200" dirty="0"/>
            <a:t>- </a:t>
          </a:r>
          <a:r>
            <a:rPr lang="en-GB" sz="1900" kern="1200" dirty="0"/>
            <a:t>Expecting AI to know everything or give perfect answers</a:t>
          </a:r>
          <a:endParaRPr lang="en-US" sz="1900" kern="1200" dirty="0"/>
        </a:p>
      </dsp:txBody>
      <dsp:txXfrm>
        <a:off x="22789" y="3320342"/>
        <a:ext cx="11830736" cy="421252"/>
      </dsp:txXfrm>
    </dsp:sp>
    <dsp:sp modelId="{B93690CC-00A5-4F9D-8713-0C84EAF70AF2}">
      <dsp:nvSpPr>
        <dsp:cNvPr id="0" name=""/>
        <dsp:cNvSpPr/>
      </dsp:nvSpPr>
      <dsp:spPr>
        <a:xfrm>
          <a:off x="0" y="3819103"/>
          <a:ext cx="11876314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Ignoring Verification </a:t>
          </a:r>
          <a:r>
            <a:rPr lang="en-IN" sz="1900" kern="1200" dirty="0"/>
            <a:t>- </a:t>
          </a:r>
          <a:r>
            <a:rPr lang="en-GB" sz="1900" kern="1200" dirty="0"/>
            <a:t>Blindly trusting AI outputs without checking correctness</a:t>
          </a:r>
          <a:endParaRPr lang="en-US" sz="1900" kern="1200" dirty="0"/>
        </a:p>
      </dsp:txBody>
      <dsp:txXfrm>
        <a:off x="22789" y="3841892"/>
        <a:ext cx="11830736" cy="421252"/>
      </dsp:txXfrm>
    </dsp:sp>
    <dsp:sp modelId="{950A67E3-3C11-4512-BBB5-C1FF85A42B56}">
      <dsp:nvSpPr>
        <dsp:cNvPr id="0" name=""/>
        <dsp:cNvSpPr/>
      </dsp:nvSpPr>
      <dsp:spPr>
        <a:xfrm>
          <a:off x="0" y="4340653"/>
          <a:ext cx="11876314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Too Short or Too Long Prompts </a:t>
          </a:r>
          <a:r>
            <a:rPr lang="en-GB" sz="1900" kern="1200" dirty="0"/>
            <a:t>- Too short → AI doesn’t </a:t>
          </a:r>
          <a:r>
            <a:rPr lang="en-GB" sz="1900" kern="1200" dirty="0" err="1"/>
            <a:t>understand;Too</a:t>
          </a:r>
          <a:r>
            <a:rPr lang="en-GB" sz="1900" kern="1200" dirty="0"/>
            <a:t> long → AI gets confused</a:t>
          </a:r>
          <a:endParaRPr lang="en-US" sz="1900" kern="1200" dirty="0"/>
        </a:p>
      </dsp:txBody>
      <dsp:txXfrm>
        <a:off x="22789" y="4363442"/>
        <a:ext cx="11830736" cy="42125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ED764-C00D-4E1C-A26E-4680BA283CD0}">
      <dsp:nvSpPr>
        <dsp:cNvPr id="0" name=""/>
        <dsp:cNvSpPr/>
      </dsp:nvSpPr>
      <dsp:spPr>
        <a:xfrm>
          <a:off x="0" y="282064"/>
          <a:ext cx="6301601" cy="8353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Clarity of Prompts </a:t>
          </a:r>
          <a:r>
            <a:rPr lang="en-IN" sz="2100" kern="1200"/>
            <a:t>- </a:t>
          </a:r>
          <a:r>
            <a:rPr lang="en-GB" sz="2100" kern="1200"/>
            <a:t>Clear, detailed prompts yield better results</a:t>
          </a:r>
          <a:endParaRPr lang="en-US" sz="2100" kern="1200"/>
        </a:p>
      </dsp:txBody>
      <dsp:txXfrm>
        <a:off x="40780" y="322844"/>
        <a:ext cx="6220041" cy="753819"/>
      </dsp:txXfrm>
    </dsp:sp>
    <dsp:sp modelId="{2C6AE7C6-9F4C-4B5B-9969-EFFD7426FA83}">
      <dsp:nvSpPr>
        <dsp:cNvPr id="0" name=""/>
        <dsp:cNvSpPr/>
      </dsp:nvSpPr>
      <dsp:spPr>
        <a:xfrm>
          <a:off x="0" y="1177924"/>
          <a:ext cx="6301601" cy="835379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Human Oversight </a:t>
          </a:r>
          <a:r>
            <a:rPr lang="en-IN" sz="2100" kern="1200"/>
            <a:t>- </a:t>
          </a:r>
          <a:r>
            <a:rPr lang="en-GB" sz="2100" kern="1200"/>
            <a:t>Review outputs carefully: AI suggestions may contain errors or biases</a:t>
          </a:r>
          <a:endParaRPr lang="en-US" sz="2100" kern="1200"/>
        </a:p>
      </dsp:txBody>
      <dsp:txXfrm>
        <a:off x="40780" y="1218704"/>
        <a:ext cx="6220041" cy="753819"/>
      </dsp:txXfrm>
    </dsp:sp>
    <dsp:sp modelId="{6AD4AE9C-76E2-4B39-B1AB-DF9A69761F61}">
      <dsp:nvSpPr>
        <dsp:cNvPr id="0" name=""/>
        <dsp:cNvSpPr/>
      </dsp:nvSpPr>
      <dsp:spPr>
        <a:xfrm>
          <a:off x="0" y="2073784"/>
          <a:ext cx="6301601" cy="835379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Never fully automate critical tasks </a:t>
          </a:r>
          <a:r>
            <a:rPr lang="en-GB" sz="2100" kern="1200"/>
            <a:t>- Keep humans in the loop for decision-making</a:t>
          </a:r>
          <a:endParaRPr lang="en-US" sz="2100" kern="1200"/>
        </a:p>
      </dsp:txBody>
      <dsp:txXfrm>
        <a:off x="40780" y="2114564"/>
        <a:ext cx="6220041" cy="753819"/>
      </dsp:txXfrm>
    </dsp:sp>
    <dsp:sp modelId="{8F0B6A14-8119-45C8-8A8F-D836BF4A19C9}">
      <dsp:nvSpPr>
        <dsp:cNvPr id="0" name=""/>
        <dsp:cNvSpPr/>
      </dsp:nvSpPr>
      <dsp:spPr>
        <a:xfrm>
          <a:off x="0" y="2969644"/>
          <a:ext cx="6301601" cy="835379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Validate accuracy  </a:t>
          </a:r>
          <a:r>
            <a:rPr lang="en-GB" sz="2100" kern="1200"/>
            <a:t>- Cross-check with trusted sources before using AI-generated content</a:t>
          </a:r>
          <a:endParaRPr lang="en-US" sz="2100" kern="1200"/>
        </a:p>
      </dsp:txBody>
      <dsp:txXfrm>
        <a:off x="40780" y="3010424"/>
        <a:ext cx="6220041" cy="753819"/>
      </dsp:txXfrm>
    </dsp:sp>
    <dsp:sp modelId="{A03A0065-5FF5-44CA-B819-8304A4F1A798}">
      <dsp:nvSpPr>
        <dsp:cNvPr id="0" name=""/>
        <dsp:cNvSpPr/>
      </dsp:nvSpPr>
      <dsp:spPr>
        <a:xfrm>
          <a:off x="0" y="3865504"/>
          <a:ext cx="6301601" cy="835379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Data &amp; Security </a:t>
          </a:r>
          <a:r>
            <a:rPr lang="en-IN" sz="2100" kern="1200"/>
            <a:t>- </a:t>
          </a:r>
          <a:r>
            <a:rPr lang="en-GB" sz="2100" kern="1200"/>
            <a:t>Use secure environments -  Ensure AI tools comply with organizational policies</a:t>
          </a:r>
          <a:r>
            <a:rPr lang="en-IN" sz="2100" b="1" kern="1200"/>
            <a:t> </a:t>
          </a:r>
          <a:endParaRPr lang="en-US" sz="2100" kern="1200"/>
        </a:p>
      </dsp:txBody>
      <dsp:txXfrm>
        <a:off x="40780" y="3906284"/>
        <a:ext cx="6220041" cy="753819"/>
      </dsp:txXfrm>
    </dsp:sp>
    <dsp:sp modelId="{83109D9E-CBBF-4BC5-97E6-3FF44C59F26F}">
      <dsp:nvSpPr>
        <dsp:cNvPr id="0" name=""/>
        <dsp:cNvSpPr/>
      </dsp:nvSpPr>
      <dsp:spPr>
        <a:xfrm>
          <a:off x="0" y="4761364"/>
          <a:ext cx="6301601" cy="83537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Protect intellectual property - </a:t>
          </a:r>
          <a:r>
            <a:rPr lang="en-GB" sz="2100" kern="1200"/>
            <a:t>Avoid exposing proprietary code or documents</a:t>
          </a:r>
          <a:endParaRPr lang="en-US" sz="2100" kern="1200"/>
        </a:p>
      </dsp:txBody>
      <dsp:txXfrm>
        <a:off x="40780" y="4802144"/>
        <a:ext cx="6220041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987-207B-4FFF-EA5E-6C1A3A52B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5593F-DE68-1C62-F1F7-7BAF6D489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24B06-339E-B529-3281-C6EEBA02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3E583-D7A7-5007-B22F-92FAAC5F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3D757-A12E-9611-A102-69D93543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75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7B7F2-FA94-160F-7559-45E6219A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BFAD-B26B-9909-3B94-B5B749720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DC45A-D9FC-759B-71D6-67D020C0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3A105-1502-05DC-0EBD-126962CD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73479-9E24-3B88-8EDF-4A0F3B12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36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55ED-4094-F4B1-1B5F-3BB5B70E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78ECF-8719-093C-B156-343E01214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F6F1A-A076-742B-7197-498B1B419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F63F4-8898-EA34-B996-058A33A9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977DA-ECE0-BF6A-CE31-D3EA76E9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97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D7D7D-E30E-430B-8430-7CE960D8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76C7B-90AE-6866-E518-D0FE34F00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1DA48-AF32-8430-27A5-9A014BF6A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7969B-DBEC-EBE9-CC37-104FE7C95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21FF0-B6A8-9FF9-8FAE-3898A3F16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C9A65-3812-2D77-2A21-EC482CF8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12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97236-4FDC-FC8D-7133-F3B80954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79D7F-E8F9-C5AE-EDBA-4C771944D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EFA72-3FE2-E75B-F00A-7E978F34E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7D46A-C21C-D9F0-9D43-05BF566A3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E17463-6B1F-4BB1-684A-17D7510D4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BC1DF-9563-88B2-58C0-9556F0CF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74715-4E20-D260-7C4B-F9FF7807A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28F17-04CB-E445-C854-594910FB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975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C6FD-07BA-5EC6-B234-0BB4A19E6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93A3CA-A54F-499B-133B-825E0362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275BF-7FC3-B8FA-4E7A-A49B237D8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82F32-87CE-3083-BB6E-833BA84BD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02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C0D0D-CB9D-6A41-30F8-BCDC8BA5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5F907-C341-81DD-0BB6-6C90C7FE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61989-97F2-EF5C-F407-78AE5986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8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6F8E-13DD-3151-9300-F3CEFD8D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349CE-20D4-2459-D58B-C9E390F74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73E69-31EB-2BC5-1FE4-C2EFBB70D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9CA44-1CF6-F9E2-36E3-50EA76D8E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04927-51A9-F758-3D12-D2D0A805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909DD-6CBA-D367-CDDB-A80CEB55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275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9349-5EA1-D102-6546-DDC94860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8F5FD-5306-0ADF-0C8D-B213205FF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64DD5-556A-A8A5-4359-C707A019C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8890A-1F39-2FB7-85BC-AA5D8493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91845-5352-52DB-6F47-861E9E3D7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2C0D7-2958-DB9B-919A-B24DCB68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972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DFBA-C0BB-823F-C063-733EE4955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C0E19-5A2C-51B8-D42E-866FC9830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461EC-9FF2-7EF8-C9CA-705F603B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C5C6F-C41B-11BE-A3B0-BB3B3B2C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6DF2D-E0DC-C703-669A-EDBAE118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05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E5DE0C-495B-F3FC-5ED3-F34F799CD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352F8-B317-0EED-15F2-7FFAB60B2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548FE-ED6E-5DE9-5AD5-D9B8587E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50F3E-2111-B32A-8C91-FC48C4DF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B7164-045D-56E0-F954-86EE8E3D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034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1EB58-2A44-604A-CA9C-63336719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A222E-36A0-E060-8B29-C50694676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B02D4-0DA9-DE6E-BB2F-D67B2DC38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6EEC3-694A-431C-ABDD-551295FE10E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484BB-04EF-F9E0-3772-913E851A4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52B3C-0908-EEBB-84DC-DC43B3307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04071-DA1A-443E-8D3F-FBD777D20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9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DE083-CA09-C522-4BCB-C4536B126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GB" sz="11500" dirty="0"/>
              <a:t>GenAI</a:t>
            </a:r>
            <a:endParaRPr lang="en-IN" sz="11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67936-E43C-DD54-A330-3F0C5A766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GB" dirty="0"/>
              <a:t>Introduction to GenAI and Prompts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25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4D9BA-4C8C-2BD7-0A63-E963D85D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GB" sz="4000"/>
              <a:t>What is Artificial Intelligence</a:t>
            </a:r>
            <a:endParaRPr lang="en-IN" sz="400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9A94ECF-FAF7-319C-566C-0FE9E037C5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163774"/>
              </p:ext>
            </p:extLst>
          </p:nvPr>
        </p:nvGraphicFramePr>
        <p:xfrm>
          <a:off x="7203867" y="1165442"/>
          <a:ext cx="4892634" cy="4527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F70B34-AE73-5036-A310-5F48EE174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3017"/>
              </p:ext>
            </p:extLst>
          </p:nvPr>
        </p:nvGraphicFramePr>
        <p:xfrm>
          <a:off x="195944" y="1828799"/>
          <a:ext cx="6912426" cy="4721753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305346">
                  <a:extLst>
                    <a:ext uri="{9D8B030D-6E8A-4147-A177-3AD203B41FA5}">
                      <a16:colId xmlns:a16="http://schemas.microsoft.com/office/drawing/2014/main" val="2033162136"/>
                    </a:ext>
                  </a:extLst>
                </a:gridCol>
                <a:gridCol w="2426426">
                  <a:extLst>
                    <a:ext uri="{9D8B030D-6E8A-4147-A177-3AD203B41FA5}">
                      <a16:colId xmlns:a16="http://schemas.microsoft.com/office/drawing/2014/main" val="3076224564"/>
                    </a:ext>
                  </a:extLst>
                </a:gridCol>
                <a:gridCol w="2180654">
                  <a:extLst>
                    <a:ext uri="{9D8B030D-6E8A-4147-A177-3AD203B41FA5}">
                      <a16:colId xmlns:a16="http://schemas.microsoft.com/office/drawing/2014/main" val="3028263068"/>
                    </a:ext>
                  </a:extLst>
                </a:gridCol>
              </a:tblGrid>
              <a:tr h="594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tx1"/>
                          </a:solidFill>
                          <a:effectLst/>
                        </a:rPr>
                        <a:t>Type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639" marR="87415" marT="87415" marB="874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639" marR="87415" marT="87415" marB="874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tx1"/>
                          </a:solidFill>
                          <a:effectLst/>
                        </a:rPr>
                        <a:t>Examples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639" marR="87415" marT="87415" marB="874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366188"/>
                  </a:ext>
                </a:extLst>
              </a:tr>
              <a:tr h="1180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tx1"/>
                          </a:solidFill>
                          <a:effectLst/>
                        </a:rPr>
                        <a:t>Narrow AI (Weak AI)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639" marR="87415" marT="87415" marB="874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  <a:effectLst/>
                        </a:rPr>
                        <a:t>Specialized systems focused on one task</a:t>
                      </a:r>
                    </a:p>
                  </a:txBody>
                  <a:tcPr marL="113639" marR="87415" marT="87415" marB="874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  <a:effectLst/>
                        </a:rPr>
                        <a:t>Siri, Google Search, Netflix recommendations</a:t>
                      </a:r>
                    </a:p>
                  </a:txBody>
                  <a:tcPr marL="113639" marR="87415" marT="87415" marB="874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513934"/>
                  </a:ext>
                </a:extLst>
              </a:tr>
              <a:tr h="1473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tx1"/>
                          </a:solidFill>
                          <a:effectLst/>
                        </a:rPr>
                        <a:t>General AI (Strong AI)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639" marR="87415" marT="87415" marB="874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  <a:effectLst/>
                        </a:rPr>
                        <a:t>Hypothetical machines with human-like intelligence across domains</a:t>
                      </a:r>
                      <a:endParaRPr lang="en-GB" sz="16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639" marR="87415" marT="87415" marB="874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Not yet achieved</a:t>
                      </a:r>
                    </a:p>
                  </a:txBody>
                  <a:tcPr marL="113639" marR="87415" marT="87415" marB="874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283084"/>
                  </a:ext>
                </a:extLst>
              </a:tr>
              <a:tr h="1473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tx1"/>
                          </a:solidFill>
                          <a:effectLst/>
                        </a:rPr>
                        <a:t>Superintelligent AI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639" marR="87415" marT="87415" marB="874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  <a:effectLst/>
                        </a:rPr>
                        <a:t>Beyond human intelligence, capable of outperforming humans in all tasks</a:t>
                      </a:r>
                    </a:p>
                  </a:txBody>
                  <a:tcPr marL="113639" marR="87415" marT="87415" marB="874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 dirty="0">
                          <a:solidFill>
                            <a:schemeClr val="tx1"/>
                          </a:solidFill>
                          <a:effectLst/>
                        </a:rPr>
                        <a:t>Still theoretical</a:t>
                      </a:r>
                    </a:p>
                  </a:txBody>
                  <a:tcPr marL="113639" marR="87415" marT="87415" marB="874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250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9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11DBCA-FBC5-7C00-8FB1-46B8893CA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8562" y="170602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GenAI - </a:t>
            </a:r>
            <a:r>
              <a:rPr lang="en-IN" sz="3600" dirty="0">
                <a:solidFill>
                  <a:schemeClr val="tx2"/>
                </a:solidFill>
              </a:rPr>
              <a:t>Generative AI</a:t>
            </a:r>
          </a:p>
        </p:txBody>
      </p:sp>
      <p:pic>
        <p:nvPicPr>
          <p:cNvPr id="27" name="Graphic 26" descr="Robot">
            <a:extLst>
              <a:ext uri="{FF2B5EF4-FFF2-40B4-BE49-F238E27FC236}">
                <a16:creationId xmlns:a16="http://schemas.microsoft.com/office/drawing/2014/main" id="{36D2ED03-F29D-C114-06AD-E4CC0D143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3B9D7572-FD21-0DA5-E147-772803D61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0500" y="1619709"/>
            <a:ext cx="6202238" cy="5103028"/>
          </a:xfrm>
        </p:spPr>
        <p:txBody>
          <a:bodyPr anchor="ctr">
            <a:noAutofit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AI systems that can produce novel content in response to prompts</a:t>
            </a:r>
          </a:p>
          <a:p>
            <a:r>
              <a:rPr lang="en-GB" sz="2000" dirty="0">
                <a:solidFill>
                  <a:schemeClr val="tx2"/>
                </a:solidFill>
                <a:effectLst/>
              </a:rPr>
              <a:t>Difference from Traditional AI:</a:t>
            </a:r>
          </a:p>
          <a:p>
            <a:pPr lvl="1"/>
            <a:r>
              <a:rPr lang="en-GB" sz="2000" b="1" dirty="0">
                <a:solidFill>
                  <a:schemeClr val="tx2"/>
                </a:solidFill>
                <a:effectLst/>
              </a:rPr>
              <a:t>Predictive AI</a:t>
            </a:r>
            <a:r>
              <a:rPr lang="en-GB" sz="2000" dirty="0">
                <a:solidFill>
                  <a:schemeClr val="tx2"/>
                </a:solidFill>
                <a:effectLst/>
              </a:rPr>
              <a:t> → Focuses on classification (spam vs. not spam).</a:t>
            </a:r>
          </a:p>
          <a:p>
            <a:pPr lvl="1"/>
            <a:r>
              <a:rPr lang="en-GB" sz="2000" b="1" dirty="0">
                <a:solidFill>
                  <a:schemeClr val="tx2"/>
                </a:solidFill>
                <a:effectLst/>
              </a:rPr>
              <a:t>Generative AI</a:t>
            </a:r>
            <a:r>
              <a:rPr lang="en-GB" sz="2000" dirty="0">
                <a:solidFill>
                  <a:schemeClr val="tx2"/>
                </a:solidFill>
                <a:effectLst/>
              </a:rPr>
              <a:t> → Creates new data (a poem, a painting, a song).</a:t>
            </a:r>
          </a:p>
          <a:p>
            <a:endParaRPr lang="en-GB" sz="2000" b="1" dirty="0">
              <a:solidFill>
                <a:schemeClr val="tx2"/>
              </a:solidFill>
              <a:effectLst/>
            </a:endParaRPr>
          </a:p>
          <a:p>
            <a:r>
              <a:rPr lang="en-GB" sz="2000" b="1" dirty="0">
                <a:solidFill>
                  <a:schemeClr val="tx2"/>
                </a:solidFill>
                <a:effectLst/>
              </a:rPr>
              <a:t>How it Works</a:t>
            </a:r>
            <a:r>
              <a:rPr lang="en-GB" sz="2000" dirty="0">
                <a:solidFill>
                  <a:schemeClr val="tx2"/>
                </a:solidFill>
                <a:effectLst/>
              </a:rPr>
              <a:t>:</a:t>
            </a:r>
          </a:p>
          <a:p>
            <a:pPr lvl="1"/>
            <a:r>
              <a:rPr lang="en-GB" sz="2000" dirty="0">
                <a:solidFill>
                  <a:schemeClr val="tx2"/>
                </a:solidFill>
                <a:effectLst/>
              </a:rPr>
              <a:t>Trained on massive datasets (text, images, audio, video).</a:t>
            </a:r>
          </a:p>
          <a:p>
            <a:pPr lvl="1"/>
            <a:r>
              <a:rPr lang="en-GB" sz="2000" dirty="0">
                <a:solidFill>
                  <a:schemeClr val="tx2"/>
                </a:solidFill>
                <a:effectLst/>
              </a:rPr>
              <a:t>Uses </a:t>
            </a:r>
            <a:r>
              <a:rPr lang="en-GB" sz="2000" b="1" dirty="0">
                <a:solidFill>
                  <a:schemeClr val="tx2"/>
                </a:solidFill>
                <a:effectLst/>
              </a:rPr>
              <a:t>deep learning</a:t>
            </a:r>
            <a:r>
              <a:rPr lang="en-GB" sz="2000" dirty="0">
                <a:solidFill>
                  <a:schemeClr val="tx2"/>
                </a:solidFill>
                <a:effectLst/>
              </a:rPr>
              <a:t> and </a:t>
            </a:r>
            <a:r>
              <a:rPr lang="en-GB" sz="2000" b="1" dirty="0">
                <a:solidFill>
                  <a:schemeClr val="tx2"/>
                </a:solidFill>
                <a:effectLst/>
              </a:rPr>
              <a:t>neural networks</a:t>
            </a:r>
            <a:r>
              <a:rPr lang="en-GB" sz="2000" dirty="0">
                <a:solidFill>
                  <a:schemeClr val="tx2"/>
                </a:solidFill>
                <a:effectLst/>
              </a:rPr>
              <a:t> to identify patterns.</a:t>
            </a:r>
          </a:p>
          <a:p>
            <a:pPr lvl="1"/>
            <a:r>
              <a:rPr lang="en-GB" sz="2000" dirty="0">
                <a:solidFill>
                  <a:schemeClr val="tx2"/>
                </a:solidFill>
                <a:effectLst/>
              </a:rPr>
              <a:t>Generates new outputs by predicting what comes next in a sequence (e.g., words in a sentence, pixels in an image)</a:t>
            </a:r>
          </a:p>
          <a:p>
            <a:endParaRPr lang="en-IN" sz="2000" dirty="0">
              <a:solidFill>
                <a:schemeClr val="tx2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5549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F97FC-A6AD-A935-7D77-0923EE22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/>
              <a:t>Applications of GenAI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1F482D-09D1-817F-06F8-54BF252F4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3659557"/>
              </p:ext>
            </p:extLst>
          </p:nvPr>
        </p:nvGraphicFramePr>
        <p:xfrm>
          <a:off x="838200" y="2307083"/>
          <a:ext cx="10515600" cy="3595896"/>
        </p:xfrm>
        <a:graphic>
          <a:graphicData uri="http://schemas.openxmlformats.org/drawingml/2006/table">
            <a:tbl>
              <a:tblPr/>
              <a:tblGrid>
                <a:gridCol w="2683642">
                  <a:extLst>
                    <a:ext uri="{9D8B030D-6E8A-4147-A177-3AD203B41FA5}">
                      <a16:colId xmlns:a16="http://schemas.microsoft.com/office/drawing/2014/main" val="2945873408"/>
                    </a:ext>
                  </a:extLst>
                </a:gridCol>
                <a:gridCol w="7831958">
                  <a:extLst>
                    <a:ext uri="{9D8B030D-6E8A-4147-A177-3AD203B41FA5}">
                      <a16:colId xmlns:a16="http://schemas.microsoft.com/office/drawing/2014/main" val="1079922364"/>
                    </a:ext>
                  </a:extLst>
                </a:gridCol>
              </a:tblGrid>
              <a:tr h="59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>
                          <a:effectLst/>
                        </a:rPr>
                        <a:t>Domain</a:t>
                      </a:r>
                      <a:endParaRPr lang="en-IN" sz="2700">
                        <a:effectLst/>
                      </a:endParaRP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>
                          <a:effectLst/>
                        </a:rPr>
                        <a:t>Examples</a:t>
                      </a:r>
                      <a:endParaRPr lang="en-IN" sz="2700">
                        <a:effectLst/>
                      </a:endParaRP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704213"/>
                  </a:ext>
                </a:extLst>
              </a:tr>
              <a:tr h="59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>
                          <a:effectLst/>
                        </a:rPr>
                        <a:t>Text</a:t>
                      </a:r>
                      <a:endParaRPr lang="en-IN" sz="2700">
                        <a:effectLst/>
                      </a:endParaRP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>
                          <a:effectLst/>
                        </a:rPr>
                        <a:t>Chatbots, automated writing, summarization</a:t>
                      </a: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141686"/>
                  </a:ext>
                </a:extLst>
              </a:tr>
              <a:tr h="59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>
                          <a:effectLst/>
                        </a:rPr>
                        <a:t>Images</a:t>
                      </a:r>
                      <a:endParaRPr lang="en-IN" sz="2700">
                        <a:effectLst/>
                      </a:endParaRP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 dirty="0">
                          <a:effectLst/>
                        </a:rPr>
                        <a:t>AI art, design </a:t>
                      </a:r>
                      <a:r>
                        <a:rPr lang="en-GB" sz="2700" dirty="0" err="1">
                          <a:effectLst/>
                        </a:rPr>
                        <a:t>mockups</a:t>
                      </a:r>
                      <a:r>
                        <a:rPr lang="en-GB" sz="2700" dirty="0">
                          <a:effectLst/>
                        </a:rPr>
                        <a:t>, product visualization</a:t>
                      </a: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503634"/>
                  </a:ext>
                </a:extLst>
              </a:tr>
              <a:tr h="59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>
                          <a:effectLst/>
                        </a:rPr>
                        <a:t>Audio</a:t>
                      </a:r>
                      <a:endParaRPr lang="en-IN" sz="2700">
                        <a:effectLst/>
                      </a:endParaRP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>
                          <a:effectLst/>
                        </a:rPr>
                        <a:t>Music composition, voice synthesis</a:t>
                      </a: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324808"/>
                  </a:ext>
                </a:extLst>
              </a:tr>
              <a:tr h="59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>
                          <a:effectLst/>
                        </a:rPr>
                        <a:t>Video</a:t>
                      </a:r>
                      <a:endParaRPr lang="en-IN" sz="2700">
                        <a:effectLst/>
                      </a:endParaRP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>
                          <a:effectLst/>
                        </a:rPr>
                        <a:t>Short clips, animations, marketing content</a:t>
                      </a: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325915"/>
                  </a:ext>
                </a:extLst>
              </a:tr>
              <a:tr h="59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>
                          <a:effectLst/>
                        </a:rPr>
                        <a:t>Code</a:t>
                      </a:r>
                      <a:endParaRPr lang="en-IN" sz="2700">
                        <a:effectLst/>
                      </a:endParaRP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>
                          <a:effectLst/>
                        </a:rPr>
                        <a:t>AI-assisted programming, bug fixing</a:t>
                      </a:r>
                    </a:p>
                  </a:txBody>
                  <a:tcPr marL="136208" marR="136208" marT="68104" marB="68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521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88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E56DB-C9AB-A776-85EA-026CE522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Benefits of GenAI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24" name="Rectangle 1">
            <a:extLst>
              <a:ext uri="{FF2B5EF4-FFF2-40B4-BE49-F238E27FC236}">
                <a16:creationId xmlns:a16="http://schemas.microsoft.com/office/drawing/2014/main" id="{184EA95E-9DC4-36FF-E968-CE0264D32C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66264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544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C0D2E63-3A60-7B20-514D-344DA46B38D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75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D36E1-E188-552F-6316-00ECCE37F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>
                <a:effectLst/>
              </a:rPr>
              <a:t>Why GenAI Matters Today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DBBE19C-D6DB-1E65-79C1-41563F8A8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6238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1521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2A9C8-DECD-2184-6A8B-056A6C71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GenAI Skills Employers Want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F4E3B7-DEAF-CB87-2474-E049FF3459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9393198"/>
              </p:ext>
            </p:extLst>
          </p:nvPr>
        </p:nvGraphicFramePr>
        <p:xfrm>
          <a:off x="4038604" y="1164771"/>
          <a:ext cx="8153396" cy="4517570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702737">
                  <a:extLst>
                    <a:ext uri="{9D8B030D-6E8A-4147-A177-3AD203B41FA5}">
                      <a16:colId xmlns:a16="http://schemas.microsoft.com/office/drawing/2014/main" val="3105604257"/>
                    </a:ext>
                  </a:extLst>
                </a:gridCol>
                <a:gridCol w="2717799">
                  <a:extLst>
                    <a:ext uri="{9D8B030D-6E8A-4147-A177-3AD203B41FA5}">
                      <a16:colId xmlns:a16="http://schemas.microsoft.com/office/drawing/2014/main" val="4221359265"/>
                    </a:ext>
                  </a:extLst>
                </a:gridCol>
                <a:gridCol w="2732860">
                  <a:extLst>
                    <a:ext uri="{9D8B030D-6E8A-4147-A177-3AD203B41FA5}">
                      <a16:colId xmlns:a16="http://schemas.microsoft.com/office/drawing/2014/main" val="251064814"/>
                    </a:ext>
                  </a:extLst>
                </a:gridCol>
              </a:tblGrid>
              <a:tr h="535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 dirty="0">
                          <a:solidFill>
                            <a:schemeClr val="bg1"/>
                          </a:solidFill>
                          <a:effectLst/>
                        </a:rPr>
                        <a:t>Skill Area</a:t>
                      </a:r>
                      <a:endParaRPr lang="en-IN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884" marR="109835" marT="21967" marB="16475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 dirty="0">
                          <a:solidFill>
                            <a:schemeClr val="bg1"/>
                          </a:solidFill>
                          <a:effectLst/>
                        </a:rPr>
                        <a:t>Why It Matters</a:t>
                      </a:r>
                      <a:endParaRPr lang="en-IN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 dirty="0">
                          <a:solidFill>
                            <a:schemeClr val="bg1"/>
                          </a:solidFill>
                          <a:effectLst/>
                        </a:rPr>
                        <a:t>Examples of Roles</a:t>
                      </a:r>
                      <a:endParaRPr lang="en-IN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084246"/>
                  </a:ext>
                </a:extLst>
              </a:tr>
              <a:tr h="796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 dirty="0">
                          <a:solidFill>
                            <a:schemeClr val="bg1"/>
                          </a:solidFill>
                          <a:effectLst/>
                        </a:rPr>
                        <a:t>Prompt Engineering</a:t>
                      </a:r>
                      <a:endParaRPr lang="en-IN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884" marR="109835" marT="21967" marB="16475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bg1"/>
                          </a:solidFill>
                          <a:effectLst/>
                        </a:rPr>
                        <a:t>Crafting effective inputs for GenAI models</a:t>
                      </a: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bg1"/>
                          </a:solidFill>
                          <a:effectLst/>
                        </a:rPr>
                        <a:t>AI Prompt Engineer, UX Designer</a:t>
                      </a: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630639"/>
                  </a:ext>
                </a:extLst>
              </a:tr>
              <a:tr h="796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>
                          <a:solidFill>
                            <a:schemeClr val="bg1"/>
                          </a:solidFill>
                          <a:effectLst/>
                        </a:rPr>
                        <a:t>AI Governance &amp; Ethics</a:t>
                      </a:r>
                      <a:endParaRPr lang="en-IN" sz="14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884" marR="109835" marT="21967" marB="16475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cap="none" spc="0">
                          <a:solidFill>
                            <a:schemeClr val="bg1"/>
                          </a:solidFill>
                          <a:effectLst/>
                        </a:rPr>
                        <a:t>Ensuring responsible and compliant AI use</a:t>
                      </a: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cap="none" spc="0">
                          <a:solidFill>
                            <a:schemeClr val="bg1"/>
                          </a:solidFill>
                          <a:effectLst/>
                        </a:rPr>
                        <a:t>AI Governance Specialist, Compliance Officer</a:t>
                      </a: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001191"/>
                  </a:ext>
                </a:extLst>
              </a:tr>
              <a:tr h="796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>
                          <a:solidFill>
                            <a:schemeClr val="bg1"/>
                          </a:solidFill>
                          <a:effectLst/>
                        </a:rPr>
                        <a:t>Machine Learning &amp; Data Science</a:t>
                      </a:r>
                      <a:endParaRPr lang="en-IN" sz="14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884" marR="109835" marT="21967" marB="16475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 dirty="0">
                          <a:solidFill>
                            <a:schemeClr val="bg1"/>
                          </a:solidFill>
                          <a:effectLst/>
                        </a:rPr>
                        <a:t>Building and training models</a:t>
                      </a: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bg1"/>
                          </a:solidFill>
                          <a:effectLst/>
                        </a:rPr>
                        <a:t>ML Engineer, Data Scientist</a:t>
                      </a: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43551"/>
                  </a:ext>
                </a:extLst>
              </a:tr>
              <a:tr h="796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>
                          <a:solidFill>
                            <a:schemeClr val="bg1"/>
                          </a:solidFill>
                          <a:effectLst/>
                        </a:rPr>
                        <a:t>Generative Model Deployment</a:t>
                      </a:r>
                      <a:endParaRPr lang="en-IN" sz="14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884" marR="109835" marT="21967" marB="16475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cap="none" spc="0">
                          <a:solidFill>
                            <a:schemeClr val="bg1"/>
                          </a:solidFill>
                          <a:effectLst/>
                        </a:rPr>
                        <a:t>Applying GenAI in real-world systems</a:t>
                      </a: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bg1"/>
                          </a:solidFill>
                          <a:effectLst/>
                        </a:rPr>
                        <a:t>AI Product Manager, Cloud Engineer</a:t>
                      </a: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896348"/>
                  </a:ext>
                </a:extLst>
              </a:tr>
              <a:tr h="796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>
                          <a:solidFill>
                            <a:schemeClr val="bg1"/>
                          </a:solidFill>
                          <a:effectLst/>
                        </a:rPr>
                        <a:t>Critical Thinking &amp; Adaptability</a:t>
                      </a:r>
                      <a:endParaRPr lang="en-IN" sz="14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884" marR="109835" marT="21967" marB="16475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cap="none" spc="0">
                          <a:solidFill>
                            <a:schemeClr val="bg1"/>
                          </a:solidFill>
                          <a:effectLst/>
                        </a:rPr>
                        <a:t>Applying AI responsibly in business contexts</a:t>
                      </a: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 dirty="0">
                          <a:solidFill>
                            <a:schemeClr val="bg1"/>
                          </a:solidFill>
                          <a:effectLst/>
                        </a:rPr>
                        <a:t>Business Analyst, Strategy Consultant</a:t>
                      </a:r>
                    </a:p>
                  </a:txBody>
                  <a:tcPr marL="76884" marR="109835" marT="21967" marB="1647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241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84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5F233-A9CF-3436-B355-3F32A2774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Popular GenAI Tools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24112C0-320D-A46B-A716-F0D50518CC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6395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351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06D9-C6E4-74CC-0A86-F9B8B7918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IN" sz="3600">
                <a:effectLst/>
              </a:rPr>
              <a:t>GitHub Copilot</a:t>
            </a:r>
            <a:endParaRPr lang="en-IN" sz="3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25494E-2FE5-9C6C-B704-D468B8B57B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06" b="20632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A6C0B-5C92-EC79-25FD-85786F636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GB" sz="1800"/>
              <a:t>AI-powered coding assistant developed by GitHub &amp; OpenAI</a:t>
            </a:r>
          </a:p>
          <a:p>
            <a:r>
              <a:rPr lang="en-GB" sz="1800"/>
              <a:t>Suggests code, functions, and documentation in real time</a:t>
            </a:r>
          </a:p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478108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310D9-F379-92CC-8A6D-49443C90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Key Features</a:t>
            </a: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2746A38-A889-D602-7CB1-98AC13F975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31399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2129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A37D6-E25C-737B-CE17-5D4B64E7E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Github Copilot Integration</a:t>
            </a:r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8EC79E6-A59A-DC58-19A5-90AC05C97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26858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7912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FE150-E9F6-6775-71F1-33992C28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  <a:effectLst/>
              </a:rPr>
              <a:t>Prompts: The Language of Generative AI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BC2E78E2-FD89-8F91-480B-CE5E988BE0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416996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3349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11F74-4380-E788-4915-B8F7B66B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Why Prompts Matter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A4C95C8-5776-3577-02E8-1BB89C6307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19463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9119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DF19F-7006-F833-F38A-0D04FB533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/>
              <a:t>Types of Prompts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30199A4-8E2C-FF3C-23D0-CE30CC641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2533871"/>
              </p:ext>
            </p:extLst>
          </p:nvPr>
        </p:nvGraphicFramePr>
        <p:xfrm>
          <a:off x="1013802" y="1926266"/>
          <a:ext cx="10164398" cy="4357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260">
                  <a:extLst>
                    <a:ext uri="{9D8B030D-6E8A-4147-A177-3AD203B41FA5}">
                      <a16:colId xmlns:a16="http://schemas.microsoft.com/office/drawing/2014/main" val="3612525288"/>
                    </a:ext>
                  </a:extLst>
                </a:gridCol>
                <a:gridCol w="3265247">
                  <a:extLst>
                    <a:ext uri="{9D8B030D-6E8A-4147-A177-3AD203B41FA5}">
                      <a16:colId xmlns:a16="http://schemas.microsoft.com/office/drawing/2014/main" val="3547631058"/>
                    </a:ext>
                  </a:extLst>
                </a:gridCol>
                <a:gridCol w="4107891">
                  <a:extLst>
                    <a:ext uri="{9D8B030D-6E8A-4147-A177-3AD203B41FA5}">
                      <a16:colId xmlns:a16="http://schemas.microsoft.com/office/drawing/2014/main" val="4242566597"/>
                    </a:ext>
                  </a:extLst>
                </a:gridCol>
              </a:tblGrid>
              <a:tr h="436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Type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Description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Example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extLst>
                  <a:ext uri="{0D108BD9-81ED-4DB2-BD59-A6C34878D82A}">
                    <a16:rowId xmlns:a16="http://schemas.microsoft.com/office/drawing/2014/main" val="2180383521"/>
                  </a:ext>
                </a:extLst>
              </a:tr>
              <a:tr h="7841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Instructional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Direct commands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u="none" strike="noStrike">
                          <a:effectLst/>
                        </a:rPr>
                        <a:t>“Write a Python function for factorial”</a:t>
                      </a:r>
                      <a:endParaRPr lang="en-GB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extLst>
                  <a:ext uri="{0D108BD9-81ED-4DB2-BD59-A6C34878D82A}">
                    <a16:rowId xmlns:a16="http://schemas.microsoft.com/office/drawing/2014/main" val="3720662520"/>
                  </a:ext>
                </a:extLst>
              </a:tr>
              <a:tr h="7841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Descriptive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Detailed context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u="none" strike="noStrike">
                          <a:effectLst/>
                        </a:rPr>
                        <a:t>“Describe the Eiffel Tower at sunset in poetic style”</a:t>
                      </a:r>
                      <a:endParaRPr lang="en-GB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extLst>
                  <a:ext uri="{0D108BD9-81ED-4DB2-BD59-A6C34878D82A}">
                    <a16:rowId xmlns:a16="http://schemas.microsoft.com/office/drawing/2014/main" val="4052049405"/>
                  </a:ext>
                </a:extLst>
              </a:tr>
              <a:tr h="7841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Conversational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Natural dialogue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u="none" strike="noStrike">
                          <a:effectLst/>
                        </a:rPr>
                        <a:t>“Explain quantum physics like I’m 10 years old”</a:t>
                      </a:r>
                      <a:endParaRPr lang="en-GB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extLst>
                  <a:ext uri="{0D108BD9-81ED-4DB2-BD59-A6C34878D82A}">
                    <a16:rowId xmlns:a16="http://schemas.microsoft.com/office/drawing/2014/main" val="1637440692"/>
                  </a:ext>
                </a:extLst>
              </a:tr>
              <a:tr h="7841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Few-shot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Includes examples for guidance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“Translate: Hello → Hola, Goodbye → Adiós”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extLst>
                  <a:ext uri="{0D108BD9-81ED-4DB2-BD59-A6C34878D82A}">
                    <a16:rowId xmlns:a16="http://schemas.microsoft.com/office/drawing/2014/main" val="3328157500"/>
                  </a:ext>
                </a:extLst>
              </a:tr>
              <a:tr h="7841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Multimodal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Combines text + image/audio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u="none" strike="noStrike">
                          <a:effectLst/>
                        </a:rPr>
                        <a:t>“Generate a caption for this photo”</a:t>
                      </a:r>
                      <a:endParaRPr lang="en-GB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166" marR="13166" marT="13166" marB="0" anchor="ctr"/>
                </a:tc>
                <a:extLst>
                  <a:ext uri="{0D108BD9-81ED-4DB2-BD59-A6C34878D82A}">
                    <a16:rowId xmlns:a16="http://schemas.microsoft.com/office/drawing/2014/main" val="3044168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014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F8E92-0F83-DB28-88B7-D83551F3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Anatomy of a Good Prompt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13E635-6FFC-B407-A36E-7B49D7457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14321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9161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C239F-D466-1064-17CC-6421F53A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400">
                <a:effectLst/>
              </a:rPr>
              <a:t>Prompt Engineering</a:t>
            </a:r>
            <a:endParaRPr lang="en-IN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D14BD-D00E-2EA5-71FE-5E56905BB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200"/>
              <a:t>The practice of designing effective prompts to optimize AI outputs</a:t>
            </a:r>
          </a:p>
          <a:p>
            <a:r>
              <a:rPr lang="en-GB" sz="2200"/>
              <a:t>Combines clarity, context, and creativity</a:t>
            </a:r>
          </a:p>
          <a:p>
            <a:r>
              <a:rPr lang="en-GB" sz="2200"/>
              <a:t>Key skill for developers, analysts, and designers</a:t>
            </a:r>
            <a:endParaRPr lang="en-IN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7B16F-8B3F-24F3-8369-FC1C30664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39107"/>
            <a:ext cx="7385304" cy="377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393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2405C-7AB5-961F-0FA8-C36BEF29F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Why Prompt Engineering Matters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E3B9645-F747-8C40-39A1-D7E40B933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21415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5791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4FFEA-B608-D10A-418C-CC5072BF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  <a:effectLst/>
              </a:rPr>
              <a:t>Principles of Good Prompting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E8089-6732-5B40-37B7-8F59B2A8D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b="1" dirty="0">
                <a:effectLst/>
              </a:rPr>
              <a:t>Clarity</a:t>
            </a:r>
          </a:p>
          <a:p>
            <a:pPr lvl="1"/>
            <a:r>
              <a:rPr lang="en-GB" dirty="0">
                <a:effectLst/>
              </a:rPr>
              <a:t>Prompts should be easy to understand, with no ambiguity</a:t>
            </a:r>
          </a:p>
          <a:p>
            <a:pPr lvl="1"/>
            <a:r>
              <a:rPr lang="en-GB" b="1" dirty="0">
                <a:effectLst/>
              </a:rPr>
              <a:t>Why:</a:t>
            </a:r>
            <a:r>
              <a:rPr lang="en-GB" dirty="0">
                <a:effectLst/>
              </a:rPr>
              <a:t> AI struggles with vague or confusing instructions</a:t>
            </a:r>
          </a:p>
          <a:p>
            <a:pPr marL="457200" lvl="1" indent="0">
              <a:buNone/>
            </a:pPr>
            <a:r>
              <a:rPr lang="en-GB" b="1" dirty="0">
                <a:effectLst/>
              </a:rPr>
              <a:t>Examples:</a:t>
            </a:r>
            <a:endParaRPr lang="en-GB" dirty="0">
              <a:effectLst/>
            </a:endParaRPr>
          </a:p>
          <a:p>
            <a:pPr lvl="2"/>
            <a:r>
              <a:rPr lang="en-GB" dirty="0">
                <a:effectLst/>
              </a:rPr>
              <a:t> Bad: </a:t>
            </a:r>
            <a:r>
              <a:rPr lang="en-GB" i="1" dirty="0">
                <a:effectLst/>
              </a:rPr>
              <a:t>“Write code.”</a:t>
            </a:r>
            <a:endParaRPr lang="en-GB" dirty="0">
              <a:effectLst/>
            </a:endParaRPr>
          </a:p>
          <a:p>
            <a:pPr lvl="2"/>
            <a:r>
              <a:rPr lang="en-GB" dirty="0">
                <a:effectLst/>
              </a:rPr>
              <a:t>Good: </a:t>
            </a:r>
            <a:r>
              <a:rPr lang="en-GB" i="1" dirty="0">
                <a:effectLst/>
              </a:rPr>
              <a:t>“Write a Java program that takes user input and prints it in reverse order.”</a:t>
            </a:r>
            <a:endParaRPr lang="en-GB" dirty="0">
              <a:effectLst/>
            </a:endParaRPr>
          </a:p>
          <a:p>
            <a:pPr lvl="1"/>
            <a:endParaRPr lang="en-GB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481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37801-6222-31D4-7979-DB50BF2E3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Principles of Good Prompting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BE28F-2EBE-EBDE-DB0C-6C3337F40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b="1" dirty="0">
                <a:effectLst/>
              </a:rPr>
              <a:t>Context</a:t>
            </a:r>
          </a:p>
          <a:p>
            <a:pPr lvl="1"/>
            <a:r>
              <a:rPr lang="en-GB" dirty="0">
                <a:effectLst/>
              </a:rPr>
              <a:t>Provide background or details so AI understands the situation</a:t>
            </a:r>
          </a:p>
          <a:p>
            <a:pPr lvl="1"/>
            <a:r>
              <a:rPr lang="en-GB" b="1" dirty="0">
                <a:effectLst/>
              </a:rPr>
              <a:t>Why:</a:t>
            </a:r>
            <a:r>
              <a:rPr lang="en-GB" dirty="0">
                <a:effectLst/>
              </a:rPr>
              <a:t> Context helps AI tailor the response to your needs</a:t>
            </a:r>
          </a:p>
          <a:p>
            <a:pPr marL="0" indent="0">
              <a:buNone/>
            </a:pPr>
            <a:r>
              <a:rPr lang="en-GB" b="1" dirty="0">
                <a:effectLst/>
              </a:rPr>
              <a:t>Examples:</a:t>
            </a:r>
            <a:endParaRPr lang="en-GB" dirty="0">
              <a:effectLst/>
            </a:endParaRPr>
          </a:p>
          <a:p>
            <a:pPr lvl="1"/>
            <a:r>
              <a:rPr lang="en-GB" dirty="0">
                <a:effectLst/>
              </a:rPr>
              <a:t>Bad: </a:t>
            </a:r>
            <a:r>
              <a:rPr lang="en-GB" i="1" dirty="0">
                <a:effectLst/>
              </a:rPr>
              <a:t>“Explain inheritance.”</a:t>
            </a:r>
            <a:endParaRPr lang="en-GB" dirty="0">
              <a:effectLst/>
            </a:endParaRPr>
          </a:p>
          <a:p>
            <a:pPr lvl="1"/>
            <a:r>
              <a:rPr lang="en-GB" dirty="0">
                <a:effectLst/>
              </a:rPr>
              <a:t>Good: </a:t>
            </a:r>
            <a:r>
              <a:rPr lang="en-GB" i="1" dirty="0">
                <a:effectLst/>
              </a:rPr>
              <a:t>“Explain inheritance in Java with a simple example using classes Animal and Dog.”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65323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590BE-1C06-9401-37A1-EFF955C31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Principles of Good Prompting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E7FBF-3FBE-A1B2-A16C-5FE427B06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b="1" dirty="0">
                <a:effectLst/>
              </a:rPr>
              <a:t>Specificity</a:t>
            </a:r>
          </a:p>
          <a:p>
            <a:pPr lvl="1"/>
            <a:r>
              <a:rPr lang="en-GB" dirty="0">
                <a:effectLst/>
              </a:rPr>
              <a:t>Define exactly what you want — format, length, style, or audience</a:t>
            </a:r>
          </a:p>
          <a:p>
            <a:pPr lvl="1"/>
            <a:r>
              <a:rPr lang="en-GB" b="1" dirty="0">
                <a:effectLst/>
              </a:rPr>
              <a:t>Why:</a:t>
            </a:r>
            <a:r>
              <a:rPr lang="en-GB" dirty="0">
                <a:effectLst/>
              </a:rPr>
              <a:t> Specific prompts reduce irrelevant or overly broad answers</a:t>
            </a:r>
          </a:p>
          <a:p>
            <a:pPr marL="0" indent="0">
              <a:buNone/>
            </a:pPr>
            <a:r>
              <a:rPr lang="en-GB" b="1" dirty="0">
                <a:effectLst/>
              </a:rPr>
              <a:t>Examples:</a:t>
            </a:r>
            <a:endParaRPr lang="en-GB" dirty="0">
              <a:effectLst/>
            </a:endParaRPr>
          </a:p>
          <a:p>
            <a:pPr lvl="1"/>
            <a:r>
              <a:rPr lang="en-GB" dirty="0">
                <a:effectLst/>
              </a:rPr>
              <a:t>Bad: </a:t>
            </a:r>
            <a:r>
              <a:rPr lang="en-GB" i="1" dirty="0">
                <a:effectLst/>
              </a:rPr>
              <a:t>“Explain AI.”</a:t>
            </a:r>
            <a:endParaRPr lang="en-GB" dirty="0">
              <a:effectLst/>
            </a:endParaRPr>
          </a:p>
          <a:p>
            <a:pPr lvl="1"/>
            <a:r>
              <a:rPr lang="en-GB" dirty="0">
                <a:effectLst/>
              </a:rPr>
              <a:t>Good: </a:t>
            </a:r>
            <a:r>
              <a:rPr lang="en-GB" i="1" dirty="0">
                <a:effectLst/>
              </a:rPr>
              <a:t>“Explain AI in simple terms with 3 real-world examples, in less than 100 words.”</a:t>
            </a:r>
            <a:endParaRPr lang="en-GB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796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38F2A-7EAF-0060-6F93-28D5065A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Principles of Good Prompting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483B-2B83-86A2-EDFB-E5CA46A31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b="1" dirty="0">
                <a:effectLst/>
              </a:rPr>
              <a:t>Step-by-Step Instructions</a:t>
            </a:r>
          </a:p>
          <a:p>
            <a:pPr lvl="1"/>
            <a:r>
              <a:rPr lang="en-GB" dirty="0">
                <a:effectLst/>
              </a:rPr>
              <a:t>Break complex tasks into smaller steps</a:t>
            </a:r>
          </a:p>
          <a:p>
            <a:pPr lvl="1"/>
            <a:r>
              <a:rPr lang="en-GB" b="1" dirty="0">
                <a:effectLst/>
              </a:rPr>
              <a:t>Why:</a:t>
            </a:r>
            <a:r>
              <a:rPr lang="en-GB" dirty="0">
                <a:effectLst/>
              </a:rPr>
              <a:t> AI performs better when guided through stages</a:t>
            </a:r>
          </a:p>
          <a:p>
            <a:pPr marL="0" indent="0">
              <a:buNone/>
            </a:pPr>
            <a:r>
              <a:rPr lang="en-GB" b="1" dirty="0">
                <a:effectLst/>
              </a:rPr>
              <a:t>Examples:</a:t>
            </a:r>
            <a:endParaRPr lang="en-GB" dirty="0">
              <a:effectLst/>
            </a:endParaRPr>
          </a:p>
          <a:p>
            <a:pPr lvl="1"/>
            <a:r>
              <a:rPr lang="en-GB" dirty="0">
                <a:effectLst/>
              </a:rPr>
              <a:t>Bad: </a:t>
            </a:r>
            <a:r>
              <a:rPr lang="en-GB" i="1" dirty="0">
                <a:effectLst/>
              </a:rPr>
              <a:t>“Write a program for banking system.”</a:t>
            </a:r>
            <a:endParaRPr lang="en-GB" dirty="0">
              <a:effectLst/>
            </a:endParaRPr>
          </a:p>
          <a:p>
            <a:pPr lvl="1"/>
            <a:r>
              <a:rPr lang="en-GB" dirty="0">
                <a:effectLst/>
              </a:rPr>
              <a:t>Good:</a:t>
            </a:r>
          </a:p>
          <a:p>
            <a:pPr lvl="2"/>
            <a:r>
              <a:rPr lang="en-GB" i="1" dirty="0">
                <a:effectLst/>
              </a:rPr>
              <a:t>“First, create a class Account with balance.”</a:t>
            </a:r>
            <a:endParaRPr lang="en-GB" dirty="0">
              <a:effectLst/>
            </a:endParaRPr>
          </a:p>
          <a:p>
            <a:pPr lvl="2"/>
            <a:r>
              <a:rPr lang="en-GB" i="1" dirty="0">
                <a:effectLst/>
              </a:rPr>
              <a:t>“Next, add deposit and withdraw methods.”</a:t>
            </a:r>
            <a:endParaRPr lang="en-GB" dirty="0">
              <a:effectLst/>
            </a:endParaRPr>
          </a:p>
          <a:p>
            <a:pPr lvl="2"/>
            <a:r>
              <a:rPr lang="en-GB" i="1" dirty="0">
                <a:effectLst/>
              </a:rPr>
              <a:t>“Finally, write a main method to test the class.”</a:t>
            </a:r>
            <a:endParaRPr lang="en-GB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195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65F8F-EEAA-C40E-10C3-62170DA5A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Principles of Good Prompting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DBC4-3F4D-F3DC-3E3B-00D5F76D1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b="1" dirty="0">
                <a:effectLst/>
              </a:rPr>
              <a:t>Role Prompting</a:t>
            </a:r>
          </a:p>
          <a:p>
            <a:pPr lvl="1"/>
            <a:r>
              <a:rPr lang="en-GB" dirty="0">
                <a:effectLst/>
              </a:rPr>
              <a:t> Ask AI to take on a role for better perspective</a:t>
            </a:r>
          </a:p>
          <a:p>
            <a:pPr lvl="1"/>
            <a:r>
              <a:rPr lang="en-GB" b="1" dirty="0">
                <a:effectLst/>
              </a:rPr>
              <a:t>Why:</a:t>
            </a:r>
            <a:r>
              <a:rPr lang="en-GB" dirty="0">
                <a:effectLst/>
              </a:rPr>
              <a:t> Role prompts shape the style and tone of responses</a:t>
            </a:r>
          </a:p>
          <a:p>
            <a:pPr marL="0" indent="0">
              <a:buNone/>
            </a:pPr>
            <a:r>
              <a:rPr lang="en-GB" b="1" dirty="0">
                <a:effectLst/>
              </a:rPr>
              <a:t>Examples:</a:t>
            </a:r>
            <a:endParaRPr lang="en-GB" dirty="0">
              <a:effectLst/>
            </a:endParaRPr>
          </a:p>
          <a:p>
            <a:pPr lvl="1"/>
            <a:r>
              <a:rPr lang="en-GB" i="1" dirty="0">
                <a:effectLst/>
              </a:rPr>
              <a:t>“Act as a Java tutor and explain polymorphism with examples.”</a:t>
            </a:r>
            <a:endParaRPr lang="en-GB" dirty="0">
              <a:effectLst/>
            </a:endParaRPr>
          </a:p>
          <a:p>
            <a:pPr lvl="1"/>
            <a:r>
              <a:rPr lang="en-GB" i="1" dirty="0">
                <a:effectLst/>
              </a:rPr>
              <a:t>“Act as a project manager and draft a daily status report.”</a:t>
            </a:r>
            <a:endParaRPr lang="en-GB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757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E8EDB-6829-9B25-7D35-207F86929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Principles of Good Prompting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B953C-5B8C-7FE7-9625-E347A6349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b="1" dirty="0">
                <a:effectLst/>
              </a:rPr>
              <a:t>Format Guidance</a:t>
            </a:r>
          </a:p>
          <a:p>
            <a:pPr lvl="1"/>
            <a:r>
              <a:rPr lang="en-GB" dirty="0">
                <a:effectLst/>
              </a:rPr>
              <a:t>Tell AI how to structure the output</a:t>
            </a:r>
          </a:p>
          <a:p>
            <a:pPr lvl="1"/>
            <a:r>
              <a:rPr lang="en-GB" b="1" dirty="0">
                <a:effectLst/>
              </a:rPr>
              <a:t>Why:</a:t>
            </a:r>
            <a:r>
              <a:rPr lang="en-GB" dirty="0">
                <a:effectLst/>
              </a:rPr>
              <a:t> Ensures answers are easy to read and usable</a:t>
            </a:r>
          </a:p>
          <a:p>
            <a:pPr marL="0" indent="0">
              <a:buNone/>
            </a:pPr>
            <a:r>
              <a:rPr lang="en-GB" b="1" dirty="0">
                <a:effectLst/>
              </a:rPr>
              <a:t>Examples:</a:t>
            </a:r>
            <a:endParaRPr lang="en-GB" dirty="0">
              <a:effectLst/>
            </a:endParaRPr>
          </a:p>
          <a:p>
            <a:pPr lvl="1"/>
            <a:r>
              <a:rPr lang="en-GB" i="1" dirty="0">
                <a:effectLst/>
              </a:rPr>
              <a:t>“Explain OOP concepts in a table with columns: Concept, Definition, Example.”</a:t>
            </a:r>
            <a:endParaRPr lang="en-GB" dirty="0">
              <a:effectLst/>
            </a:endParaRPr>
          </a:p>
          <a:p>
            <a:pPr lvl="1"/>
            <a:r>
              <a:rPr lang="en-GB" i="1" dirty="0">
                <a:effectLst/>
              </a:rPr>
              <a:t>“Summarize this article in 5 bullet points.”</a:t>
            </a:r>
            <a:endParaRPr lang="en-GB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548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24A68-87E5-9E80-3B39-32DFC1AA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Principles of Good Prompting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A140-A710-CD3A-6833-86D55C678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b="1" dirty="0">
                <a:effectLst/>
              </a:rPr>
              <a:t>Constraints</a:t>
            </a:r>
          </a:p>
          <a:p>
            <a:pPr lvl="1"/>
            <a:r>
              <a:rPr lang="en-GB" dirty="0">
                <a:effectLst/>
              </a:rPr>
              <a:t> Limit the scope (word count, style, tone)</a:t>
            </a:r>
          </a:p>
          <a:p>
            <a:pPr lvl="1"/>
            <a:r>
              <a:rPr lang="en-GB" b="1" dirty="0">
                <a:effectLst/>
              </a:rPr>
              <a:t>Why:</a:t>
            </a:r>
            <a:r>
              <a:rPr lang="en-GB" dirty="0">
                <a:effectLst/>
              </a:rPr>
              <a:t> Keeps output concise and aligned with your needs</a:t>
            </a:r>
          </a:p>
          <a:p>
            <a:pPr marL="0" indent="0">
              <a:buNone/>
            </a:pPr>
            <a:r>
              <a:rPr lang="en-GB" b="1" dirty="0">
                <a:effectLst/>
              </a:rPr>
              <a:t>Examples:</a:t>
            </a:r>
            <a:endParaRPr lang="en-GB" dirty="0">
              <a:effectLst/>
            </a:endParaRPr>
          </a:p>
          <a:p>
            <a:pPr lvl="1"/>
            <a:r>
              <a:rPr lang="en-GB" i="1" dirty="0">
                <a:effectLst/>
              </a:rPr>
              <a:t>“Explain recursion in less than 50 words.”</a:t>
            </a:r>
            <a:endParaRPr lang="en-GB" dirty="0">
              <a:effectLst/>
            </a:endParaRPr>
          </a:p>
          <a:p>
            <a:pPr lvl="1"/>
            <a:r>
              <a:rPr lang="en-GB" i="1" dirty="0">
                <a:effectLst/>
              </a:rPr>
              <a:t>“Write a professional email in a polite tone, under 5 sentences.”</a:t>
            </a:r>
            <a:endParaRPr lang="en-GB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406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08B6B-9B26-CA8D-E59B-3B3848260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Problems Faced while Writing Prompts</a:t>
            </a:r>
            <a:endParaRPr lang="en-IN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501FD82-39B2-C38A-3738-7582DF8D0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953289"/>
              </p:ext>
            </p:extLst>
          </p:nvPr>
        </p:nvGraphicFramePr>
        <p:xfrm>
          <a:off x="157843" y="1240971"/>
          <a:ext cx="11876314" cy="5497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5093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7A4BF-AEBE-6144-A5A1-D88E2C390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GenAI – Best Practices</a:t>
            </a:r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1BC42F-A001-304F-C825-51A638A7B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201546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2159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1453</Words>
  <Application>Microsoft Office PowerPoint</Application>
  <PresentationFormat>Widescreen</PresentationFormat>
  <Paragraphs>202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Aptos Narrow</vt:lpstr>
      <vt:lpstr>Arial</vt:lpstr>
      <vt:lpstr>Calibri</vt:lpstr>
      <vt:lpstr>Office Theme</vt:lpstr>
      <vt:lpstr>GenAI</vt:lpstr>
      <vt:lpstr>What is Artificial Intelligence</vt:lpstr>
      <vt:lpstr>GenAI - Generative AI</vt:lpstr>
      <vt:lpstr>Applications of GenAI</vt:lpstr>
      <vt:lpstr>Benefits of GenAI</vt:lpstr>
      <vt:lpstr>Why GenAI Matters Today</vt:lpstr>
      <vt:lpstr>Key GenAI Skills Employers Want</vt:lpstr>
      <vt:lpstr>Popular GenAI Tools</vt:lpstr>
      <vt:lpstr>GitHub Copilot</vt:lpstr>
      <vt:lpstr>Key Features</vt:lpstr>
      <vt:lpstr>Github Copilot Integration</vt:lpstr>
      <vt:lpstr>Prompts: The Language of Generative AI</vt:lpstr>
      <vt:lpstr>Why Prompts Matter</vt:lpstr>
      <vt:lpstr>Types of Prompts</vt:lpstr>
      <vt:lpstr>Anatomy of a Good Prompt</vt:lpstr>
      <vt:lpstr>Prompt Engineering</vt:lpstr>
      <vt:lpstr>Why Prompt Engineering Matters</vt:lpstr>
      <vt:lpstr>Principles of Good Prompting</vt:lpstr>
      <vt:lpstr>Principles of Good Prompting</vt:lpstr>
      <vt:lpstr>Principles of Good Prompting</vt:lpstr>
      <vt:lpstr>Principles of Good Prompting</vt:lpstr>
      <vt:lpstr>Principles of Good Prompting</vt:lpstr>
      <vt:lpstr>Principles of Good Prompting</vt:lpstr>
      <vt:lpstr>Principles of Good Prompting</vt:lpstr>
      <vt:lpstr>Problems Faced while Writing Prompts</vt:lpstr>
      <vt:lpstr>GenAI – Best Practices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Kalyanakumar, Arun (Cognizant)</dc:creator>
  <cp:lastModifiedBy>Kalyanakumar, Arun (Cognizant)</cp:lastModifiedBy>
  <cp:revision>62</cp:revision>
  <dcterms:created xsi:type="dcterms:W3CDTF">2025-12-31T03:15:17Z</dcterms:created>
  <dcterms:modified xsi:type="dcterms:W3CDTF">2025-12-31T04:32:22Z</dcterms:modified>
</cp:coreProperties>
</file>