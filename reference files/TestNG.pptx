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69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5719CA-48F2-4A11-A1A0-9608BE4E7C8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B7BAECB-55E7-4D3D-9223-BFA4A044D36C}">
      <dgm:prSet/>
      <dgm:spPr/>
      <dgm:t>
        <a:bodyPr/>
        <a:lstStyle/>
        <a:p>
          <a:r>
            <a:rPr lang="en-GB" b="1"/>
            <a:t>Powerful Testing Framework:</a:t>
          </a:r>
          <a:r>
            <a:rPr lang="en-GB"/>
            <a:t> TestNG is a popular open-source framework that gives you a lot of control over how you write and run your automated tests</a:t>
          </a:r>
          <a:endParaRPr lang="en-US"/>
        </a:p>
      </dgm:t>
    </dgm:pt>
    <dgm:pt modelId="{1C0DC2E5-ADFF-4509-97CD-FFFB32C8C18F}" type="parTrans" cxnId="{0EBFADA4-5D27-424C-B362-D86F552C7BD5}">
      <dgm:prSet/>
      <dgm:spPr/>
      <dgm:t>
        <a:bodyPr/>
        <a:lstStyle/>
        <a:p>
          <a:endParaRPr lang="en-US"/>
        </a:p>
      </dgm:t>
    </dgm:pt>
    <dgm:pt modelId="{79637DEC-7E36-44EE-8432-04883AFAD36E}" type="sibTrans" cxnId="{0EBFADA4-5D27-424C-B362-D86F552C7BD5}">
      <dgm:prSet/>
      <dgm:spPr/>
      <dgm:t>
        <a:bodyPr/>
        <a:lstStyle/>
        <a:p>
          <a:endParaRPr lang="en-US"/>
        </a:p>
      </dgm:t>
    </dgm:pt>
    <dgm:pt modelId="{3FF7CA80-157E-428E-B01F-066E1D17CFD5}">
      <dgm:prSet/>
      <dgm:spPr/>
      <dgm:t>
        <a:bodyPr/>
        <a:lstStyle/>
        <a:p>
          <a:r>
            <a:rPr lang="en-GB" b="1"/>
            <a:t>Successor to JUnit:</a:t>
          </a:r>
          <a:r>
            <a:rPr lang="en-GB"/>
            <a:t> Built upon the foundation of JUnit, TestNG offers additional features and a more user-friendly experience</a:t>
          </a:r>
          <a:endParaRPr lang="en-US"/>
        </a:p>
      </dgm:t>
    </dgm:pt>
    <dgm:pt modelId="{1D4E6EF5-0CB9-4F9B-A270-3A1A8D0259F8}" type="parTrans" cxnId="{ECD83005-1899-4A76-8F6D-4065FF51823A}">
      <dgm:prSet/>
      <dgm:spPr/>
      <dgm:t>
        <a:bodyPr/>
        <a:lstStyle/>
        <a:p>
          <a:endParaRPr lang="en-US"/>
        </a:p>
      </dgm:t>
    </dgm:pt>
    <dgm:pt modelId="{F6C27451-2C90-451D-9630-B327AAFFBBDB}" type="sibTrans" cxnId="{ECD83005-1899-4A76-8F6D-4065FF51823A}">
      <dgm:prSet/>
      <dgm:spPr/>
      <dgm:t>
        <a:bodyPr/>
        <a:lstStyle/>
        <a:p>
          <a:endParaRPr lang="en-US"/>
        </a:p>
      </dgm:t>
    </dgm:pt>
    <dgm:pt modelId="{17064899-8DB4-46CE-9731-5D66ED09DE1B}">
      <dgm:prSet/>
      <dgm:spPr/>
      <dgm:t>
        <a:bodyPr/>
        <a:lstStyle/>
        <a:p>
          <a:r>
            <a:rPr lang="en-GB" b="1"/>
            <a:t>Easy Test Control:</a:t>
          </a:r>
          <a:r>
            <a:rPr lang="en-GB"/>
            <a:t> TestNG allows you to easily define test case dependencies. You can ensure that specific tests run before others, mimicking real-world test workflows</a:t>
          </a:r>
          <a:endParaRPr lang="en-US"/>
        </a:p>
      </dgm:t>
    </dgm:pt>
    <dgm:pt modelId="{937C746F-C910-4ED6-990D-9A6D79D95D4E}" type="parTrans" cxnId="{B9AF941F-EEF0-4565-B672-6D5050667D96}">
      <dgm:prSet/>
      <dgm:spPr/>
      <dgm:t>
        <a:bodyPr/>
        <a:lstStyle/>
        <a:p>
          <a:endParaRPr lang="en-US"/>
        </a:p>
      </dgm:t>
    </dgm:pt>
    <dgm:pt modelId="{17A0AFE0-BD1E-48FE-9C1B-808E8A09A5CF}" type="sibTrans" cxnId="{B9AF941F-EEF0-4565-B672-6D5050667D96}">
      <dgm:prSet/>
      <dgm:spPr/>
      <dgm:t>
        <a:bodyPr/>
        <a:lstStyle/>
        <a:p>
          <a:endParaRPr lang="en-US"/>
        </a:p>
      </dgm:t>
    </dgm:pt>
    <dgm:pt modelId="{A68EAD33-CF5D-48AE-9437-4F03E6C9FC4A}">
      <dgm:prSet/>
      <dgm:spPr/>
      <dgm:t>
        <a:bodyPr/>
        <a:lstStyle/>
        <a:p>
          <a:r>
            <a:rPr lang="en-GB" b="1"/>
            <a:t>Enhanced Functionality:</a:t>
          </a:r>
          <a:r>
            <a:rPr lang="en-GB"/>
            <a:t> Through annotations, grouping, test sequencing, and data-driven testing, TestNG provides more powerful and flexible ways to design your test suites</a:t>
          </a:r>
          <a:endParaRPr lang="en-US"/>
        </a:p>
      </dgm:t>
    </dgm:pt>
    <dgm:pt modelId="{C8121553-4CC9-41B2-B6DF-7A460E93648C}" type="parTrans" cxnId="{0C2A46E4-4FDE-464C-B92D-279E5B48C108}">
      <dgm:prSet/>
      <dgm:spPr/>
      <dgm:t>
        <a:bodyPr/>
        <a:lstStyle/>
        <a:p>
          <a:endParaRPr lang="en-US"/>
        </a:p>
      </dgm:t>
    </dgm:pt>
    <dgm:pt modelId="{F4F32F16-D023-4446-9C14-0ED449C0A92E}" type="sibTrans" cxnId="{0C2A46E4-4FDE-464C-B92D-279E5B48C108}">
      <dgm:prSet/>
      <dgm:spPr/>
      <dgm:t>
        <a:bodyPr/>
        <a:lstStyle/>
        <a:p>
          <a:endParaRPr lang="en-US"/>
        </a:p>
      </dgm:t>
    </dgm:pt>
    <dgm:pt modelId="{A595729C-D23B-4838-AE91-0AED19BE7F7A}" type="pres">
      <dgm:prSet presAssocID="{E95719CA-48F2-4A11-A1A0-9608BE4E7C83}" presName="root" presStyleCnt="0">
        <dgm:presLayoutVars>
          <dgm:dir/>
          <dgm:resizeHandles val="exact"/>
        </dgm:presLayoutVars>
      </dgm:prSet>
      <dgm:spPr/>
    </dgm:pt>
    <dgm:pt modelId="{12E40561-D0B0-483D-9AD4-6FD47ADC3BBF}" type="pres">
      <dgm:prSet presAssocID="{5B7BAECB-55E7-4D3D-9223-BFA4A044D36C}" presName="compNode" presStyleCnt="0"/>
      <dgm:spPr/>
    </dgm:pt>
    <dgm:pt modelId="{7D4EF682-4A89-4841-A867-E7E02B390A01}" type="pres">
      <dgm:prSet presAssocID="{5B7BAECB-55E7-4D3D-9223-BFA4A044D36C}" presName="bgRect" presStyleLbl="bgShp" presStyleIdx="0" presStyleCnt="4"/>
      <dgm:spPr/>
    </dgm:pt>
    <dgm:pt modelId="{F7F6E405-2488-4094-89E0-B8C75900CD4C}" type="pres">
      <dgm:prSet presAssocID="{5B7BAECB-55E7-4D3D-9223-BFA4A044D36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7FCA09C-2DB7-4EB6-A373-ECCA0046B946}" type="pres">
      <dgm:prSet presAssocID="{5B7BAECB-55E7-4D3D-9223-BFA4A044D36C}" presName="spaceRect" presStyleCnt="0"/>
      <dgm:spPr/>
    </dgm:pt>
    <dgm:pt modelId="{6F8FE7A4-0E23-4957-8D87-97DB4575DEA5}" type="pres">
      <dgm:prSet presAssocID="{5B7BAECB-55E7-4D3D-9223-BFA4A044D36C}" presName="parTx" presStyleLbl="revTx" presStyleIdx="0" presStyleCnt="4">
        <dgm:presLayoutVars>
          <dgm:chMax val="0"/>
          <dgm:chPref val="0"/>
        </dgm:presLayoutVars>
      </dgm:prSet>
      <dgm:spPr/>
    </dgm:pt>
    <dgm:pt modelId="{559A7F92-3946-49F8-8C59-364696AA6DF6}" type="pres">
      <dgm:prSet presAssocID="{79637DEC-7E36-44EE-8432-04883AFAD36E}" presName="sibTrans" presStyleCnt="0"/>
      <dgm:spPr/>
    </dgm:pt>
    <dgm:pt modelId="{00E065CF-1370-46DE-AA1F-AAF0E9E57D16}" type="pres">
      <dgm:prSet presAssocID="{3FF7CA80-157E-428E-B01F-066E1D17CFD5}" presName="compNode" presStyleCnt="0"/>
      <dgm:spPr/>
    </dgm:pt>
    <dgm:pt modelId="{65E73433-8507-4869-9322-069638A55623}" type="pres">
      <dgm:prSet presAssocID="{3FF7CA80-157E-428E-B01F-066E1D17CFD5}" presName="bgRect" presStyleLbl="bgShp" presStyleIdx="1" presStyleCnt="4"/>
      <dgm:spPr/>
    </dgm:pt>
    <dgm:pt modelId="{9F71275C-90AD-4B79-9032-E3F04F3C9920}" type="pres">
      <dgm:prSet presAssocID="{3FF7CA80-157E-428E-B01F-066E1D17CFD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A78B2300-3C95-4154-B193-1BEF27DB013C}" type="pres">
      <dgm:prSet presAssocID="{3FF7CA80-157E-428E-B01F-066E1D17CFD5}" presName="spaceRect" presStyleCnt="0"/>
      <dgm:spPr/>
    </dgm:pt>
    <dgm:pt modelId="{FDCFBE6E-6D99-4642-95D0-779386DA1D2B}" type="pres">
      <dgm:prSet presAssocID="{3FF7CA80-157E-428E-B01F-066E1D17CFD5}" presName="parTx" presStyleLbl="revTx" presStyleIdx="1" presStyleCnt="4">
        <dgm:presLayoutVars>
          <dgm:chMax val="0"/>
          <dgm:chPref val="0"/>
        </dgm:presLayoutVars>
      </dgm:prSet>
      <dgm:spPr/>
    </dgm:pt>
    <dgm:pt modelId="{4D1C3666-986B-40A5-838F-16869FC21367}" type="pres">
      <dgm:prSet presAssocID="{F6C27451-2C90-451D-9630-B327AAFFBBDB}" presName="sibTrans" presStyleCnt="0"/>
      <dgm:spPr/>
    </dgm:pt>
    <dgm:pt modelId="{27496040-B6D0-4F04-B190-89E14206C2DC}" type="pres">
      <dgm:prSet presAssocID="{17064899-8DB4-46CE-9731-5D66ED09DE1B}" presName="compNode" presStyleCnt="0"/>
      <dgm:spPr/>
    </dgm:pt>
    <dgm:pt modelId="{BA392750-33B8-4961-8904-70AAEF02DD3C}" type="pres">
      <dgm:prSet presAssocID="{17064899-8DB4-46CE-9731-5D66ED09DE1B}" presName="bgRect" presStyleLbl="bgShp" presStyleIdx="2" presStyleCnt="4"/>
      <dgm:spPr/>
    </dgm:pt>
    <dgm:pt modelId="{1AC92DBE-B03C-4A91-845B-821DFB0D7857}" type="pres">
      <dgm:prSet presAssocID="{17064899-8DB4-46CE-9731-5D66ED09DE1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D4F2D6BF-F5C1-4D8C-B702-8CB3F3F30DB8}" type="pres">
      <dgm:prSet presAssocID="{17064899-8DB4-46CE-9731-5D66ED09DE1B}" presName="spaceRect" presStyleCnt="0"/>
      <dgm:spPr/>
    </dgm:pt>
    <dgm:pt modelId="{C1D582B1-D224-4087-A363-13F53E23730A}" type="pres">
      <dgm:prSet presAssocID="{17064899-8DB4-46CE-9731-5D66ED09DE1B}" presName="parTx" presStyleLbl="revTx" presStyleIdx="2" presStyleCnt="4">
        <dgm:presLayoutVars>
          <dgm:chMax val="0"/>
          <dgm:chPref val="0"/>
        </dgm:presLayoutVars>
      </dgm:prSet>
      <dgm:spPr/>
    </dgm:pt>
    <dgm:pt modelId="{9940EC4D-4A8A-4BB4-B44F-05C92C3541E4}" type="pres">
      <dgm:prSet presAssocID="{17A0AFE0-BD1E-48FE-9C1B-808E8A09A5CF}" presName="sibTrans" presStyleCnt="0"/>
      <dgm:spPr/>
    </dgm:pt>
    <dgm:pt modelId="{5820BD2A-D874-4F6D-A6B4-937F74BAC94C}" type="pres">
      <dgm:prSet presAssocID="{A68EAD33-CF5D-48AE-9437-4F03E6C9FC4A}" presName="compNode" presStyleCnt="0"/>
      <dgm:spPr/>
    </dgm:pt>
    <dgm:pt modelId="{479C1151-63AE-4C3D-AA6D-FA26CC90C5FD}" type="pres">
      <dgm:prSet presAssocID="{A68EAD33-CF5D-48AE-9437-4F03E6C9FC4A}" presName="bgRect" presStyleLbl="bgShp" presStyleIdx="3" presStyleCnt="4"/>
      <dgm:spPr/>
    </dgm:pt>
    <dgm:pt modelId="{941A31E3-4947-4E17-AD87-260C4CFC3261}" type="pres">
      <dgm:prSet presAssocID="{A68EAD33-CF5D-48AE-9437-4F03E6C9FC4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44031D60-74E8-4246-9CC8-EC63CAA7238F}" type="pres">
      <dgm:prSet presAssocID="{A68EAD33-CF5D-48AE-9437-4F03E6C9FC4A}" presName="spaceRect" presStyleCnt="0"/>
      <dgm:spPr/>
    </dgm:pt>
    <dgm:pt modelId="{CE5A5F17-3E03-4D13-B979-40BB0AC78139}" type="pres">
      <dgm:prSet presAssocID="{A68EAD33-CF5D-48AE-9437-4F03E6C9FC4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CD83005-1899-4A76-8F6D-4065FF51823A}" srcId="{E95719CA-48F2-4A11-A1A0-9608BE4E7C83}" destId="{3FF7CA80-157E-428E-B01F-066E1D17CFD5}" srcOrd="1" destOrd="0" parTransId="{1D4E6EF5-0CB9-4F9B-A270-3A1A8D0259F8}" sibTransId="{F6C27451-2C90-451D-9630-B327AAFFBBDB}"/>
    <dgm:cxn modelId="{711BA314-4DE2-4192-AFB8-1FAD90333523}" type="presOf" srcId="{A68EAD33-CF5D-48AE-9437-4F03E6C9FC4A}" destId="{CE5A5F17-3E03-4D13-B979-40BB0AC78139}" srcOrd="0" destOrd="0" presId="urn:microsoft.com/office/officeart/2018/2/layout/IconVerticalSolidList"/>
    <dgm:cxn modelId="{B9AF941F-EEF0-4565-B672-6D5050667D96}" srcId="{E95719CA-48F2-4A11-A1A0-9608BE4E7C83}" destId="{17064899-8DB4-46CE-9731-5D66ED09DE1B}" srcOrd="2" destOrd="0" parTransId="{937C746F-C910-4ED6-990D-9A6D79D95D4E}" sibTransId="{17A0AFE0-BD1E-48FE-9C1B-808E8A09A5CF}"/>
    <dgm:cxn modelId="{1657CD64-6CBC-41BC-A933-32F5F1BA893E}" type="presOf" srcId="{17064899-8DB4-46CE-9731-5D66ED09DE1B}" destId="{C1D582B1-D224-4087-A363-13F53E23730A}" srcOrd="0" destOrd="0" presId="urn:microsoft.com/office/officeart/2018/2/layout/IconVerticalSolidList"/>
    <dgm:cxn modelId="{0EBFADA4-5D27-424C-B362-D86F552C7BD5}" srcId="{E95719CA-48F2-4A11-A1A0-9608BE4E7C83}" destId="{5B7BAECB-55E7-4D3D-9223-BFA4A044D36C}" srcOrd="0" destOrd="0" parTransId="{1C0DC2E5-ADFF-4509-97CD-FFFB32C8C18F}" sibTransId="{79637DEC-7E36-44EE-8432-04883AFAD36E}"/>
    <dgm:cxn modelId="{8D99B3C4-07FD-441F-BFD9-7213A3EF90E2}" type="presOf" srcId="{E95719CA-48F2-4A11-A1A0-9608BE4E7C83}" destId="{A595729C-D23B-4838-AE91-0AED19BE7F7A}" srcOrd="0" destOrd="0" presId="urn:microsoft.com/office/officeart/2018/2/layout/IconVerticalSolidList"/>
    <dgm:cxn modelId="{571911C5-39F3-47FF-9294-30DE5D895B65}" type="presOf" srcId="{3FF7CA80-157E-428E-B01F-066E1D17CFD5}" destId="{FDCFBE6E-6D99-4642-95D0-779386DA1D2B}" srcOrd="0" destOrd="0" presId="urn:microsoft.com/office/officeart/2018/2/layout/IconVerticalSolidList"/>
    <dgm:cxn modelId="{0C2A46E4-4FDE-464C-B92D-279E5B48C108}" srcId="{E95719CA-48F2-4A11-A1A0-9608BE4E7C83}" destId="{A68EAD33-CF5D-48AE-9437-4F03E6C9FC4A}" srcOrd="3" destOrd="0" parTransId="{C8121553-4CC9-41B2-B6DF-7A460E93648C}" sibTransId="{F4F32F16-D023-4446-9C14-0ED449C0A92E}"/>
    <dgm:cxn modelId="{724981F5-5295-43AC-846E-F361A86F03ED}" type="presOf" srcId="{5B7BAECB-55E7-4D3D-9223-BFA4A044D36C}" destId="{6F8FE7A4-0E23-4957-8D87-97DB4575DEA5}" srcOrd="0" destOrd="0" presId="urn:microsoft.com/office/officeart/2018/2/layout/IconVerticalSolidList"/>
    <dgm:cxn modelId="{7330FAFF-9989-4A4D-833F-C684944DB851}" type="presParOf" srcId="{A595729C-D23B-4838-AE91-0AED19BE7F7A}" destId="{12E40561-D0B0-483D-9AD4-6FD47ADC3BBF}" srcOrd="0" destOrd="0" presId="urn:microsoft.com/office/officeart/2018/2/layout/IconVerticalSolidList"/>
    <dgm:cxn modelId="{75F7EA54-7984-4745-BCEB-0C8BF5E3430E}" type="presParOf" srcId="{12E40561-D0B0-483D-9AD4-6FD47ADC3BBF}" destId="{7D4EF682-4A89-4841-A867-E7E02B390A01}" srcOrd="0" destOrd="0" presId="urn:microsoft.com/office/officeart/2018/2/layout/IconVerticalSolidList"/>
    <dgm:cxn modelId="{49A12721-A96A-4368-866E-F71A29DA7503}" type="presParOf" srcId="{12E40561-D0B0-483D-9AD4-6FD47ADC3BBF}" destId="{F7F6E405-2488-4094-89E0-B8C75900CD4C}" srcOrd="1" destOrd="0" presId="urn:microsoft.com/office/officeart/2018/2/layout/IconVerticalSolidList"/>
    <dgm:cxn modelId="{BABB5CE1-539D-41AC-B519-8001A3009441}" type="presParOf" srcId="{12E40561-D0B0-483D-9AD4-6FD47ADC3BBF}" destId="{B7FCA09C-2DB7-4EB6-A373-ECCA0046B946}" srcOrd="2" destOrd="0" presId="urn:microsoft.com/office/officeart/2018/2/layout/IconVerticalSolidList"/>
    <dgm:cxn modelId="{EB1C2BC6-899A-4941-93B2-1242F661EC9D}" type="presParOf" srcId="{12E40561-D0B0-483D-9AD4-6FD47ADC3BBF}" destId="{6F8FE7A4-0E23-4957-8D87-97DB4575DEA5}" srcOrd="3" destOrd="0" presId="urn:microsoft.com/office/officeart/2018/2/layout/IconVerticalSolidList"/>
    <dgm:cxn modelId="{488C5DE8-5ED3-4CF5-B2F1-4A42F4C9BB3D}" type="presParOf" srcId="{A595729C-D23B-4838-AE91-0AED19BE7F7A}" destId="{559A7F92-3946-49F8-8C59-364696AA6DF6}" srcOrd="1" destOrd="0" presId="urn:microsoft.com/office/officeart/2018/2/layout/IconVerticalSolidList"/>
    <dgm:cxn modelId="{78A35166-D029-42FC-832A-F613300B6306}" type="presParOf" srcId="{A595729C-D23B-4838-AE91-0AED19BE7F7A}" destId="{00E065CF-1370-46DE-AA1F-AAF0E9E57D16}" srcOrd="2" destOrd="0" presId="urn:microsoft.com/office/officeart/2018/2/layout/IconVerticalSolidList"/>
    <dgm:cxn modelId="{73305409-A8F8-451E-97FC-B54CBF147564}" type="presParOf" srcId="{00E065CF-1370-46DE-AA1F-AAF0E9E57D16}" destId="{65E73433-8507-4869-9322-069638A55623}" srcOrd="0" destOrd="0" presId="urn:microsoft.com/office/officeart/2018/2/layout/IconVerticalSolidList"/>
    <dgm:cxn modelId="{2FB4857D-B2A9-4165-B5EA-BDA750DDE8EE}" type="presParOf" srcId="{00E065CF-1370-46DE-AA1F-AAF0E9E57D16}" destId="{9F71275C-90AD-4B79-9032-E3F04F3C9920}" srcOrd="1" destOrd="0" presId="urn:microsoft.com/office/officeart/2018/2/layout/IconVerticalSolidList"/>
    <dgm:cxn modelId="{15DB6D02-009D-4E8C-972C-6E204876FAC8}" type="presParOf" srcId="{00E065CF-1370-46DE-AA1F-AAF0E9E57D16}" destId="{A78B2300-3C95-4154-B193-1BEF27DB013C}" srcOrd="2" destOrd="0" presId="urn:microsoft.com/office/officeart/2018/2/layout/IconVerticalSolidList"/>
    <dgm:cxn modelId="{720F2CB3-91B1-49B8-9A6A-E66585222760}" type="presParOf" srcId="{00E065CF-1370-46DE-AA1F-AAF0E9E57D16}" destId="{FDCFBE6E-6D99-4642-95D0-779386DA1D2B}" srcOrd="3" destOrd="0" presId="urn:microsoft.com/office/officeart/2018/2/layout/IconVerticalSolidList"/>
    <dgm:cxn modelId="{469EBB7D-1481-4683-A532-A342F70619E3}" type="presParOf" srcId="{A595729C-D23B-4838-AE91-0AED19BE7F7A}" destId="{4D1C3666-986B-40A5-838F-16869FC21367}" srcOrd="3" destOrd="0" presId="urn:microsoft.com/office/officeart/2018/2/layout/IconVerticalSolidList"/>
    <dgm:cxn modelId="{EA6E2E2C-66F0-4E11-96D5-F843BB9EC301}" type="presParOf" srcId="{A595729C-D23B-4838-AE91-0AED19BE7F7A}" destId="{27496040-B6D0-4F04-B190-89E14206C2DC}" srcOrd="4" destOrd="0" presId="urn:microsoft.com/office/officeart/2018/2/layout/IconVerticalSolidList"/>
    <dgm:cxn modelId="{629A634E-7BD8-4533-9F9E-6FF6B152226E}" type="presParOf" srcId="{27496040-B6D0-4F04-B190-89E14206C2DC}" destId="{BA392750-33B8-4961-8904-70AAEF02DD3C}" srcOrd="0" destOrd="0" presId="urn:microsoft.com/office/officeart/2018/2/layout/IconVerticalSolidList"/>
    <dgm:cxn modelId="{EB06911A-F2D7-469C-A95E-CD4656DDDCEC}" type="presParOf" srcId="{27496040-B6D0-4F04-B190-89E14206C2DC}" destId="{1AC92DBE-B03C-4A91-845B-821DFB0D7857}" srcOrd="1" destOrd="0" presId="urn:microsoft.com/office/officeart/2018/2/layout/IconVerticalSolidList"/>
    <dgm:cxn modelId="{7D1A703E-5E08-4E0F-961A-D4108BB0294E}" type="presParOf" srcId="{27496040-B6D0-4F04-B190-89E14206C2DC}" destId="{D4F2D6BF-F5C1-4D8C-B702-8CB3F3F30DB8}" srcOrd="2" destOrd="0" presId="urn:microsoft.com/office/officeart/2018/2/layout/IconVerticalSolidList"/>
    <dgm:cxn modelId="{1AC97160-91DD-47FE-9E9D-75A51690C054}" type="presParOf" srcId="{27496040-B6D0-4F04-B190-89E14206C2DC}" destId="{C1D582B1-D224-4087-A363-13F53E23730A}" srcOrd="3" destOrd="0" presId="urn:microsoft.com/office/officeart/2018/2/layout/IconVerticalSolidList"/>
    <dgm:cxn modelId="{FB025127-8F05-47BA-AD7C-D0D106AFC851}" type="presParOf" srcId="{A595729C-D23B-4838-AE91-0AED19BE7F7A}" destId="{9940EC4D-4A8A-4BB4-B44F-05C92C3541E4}" srcOrd="5" destOrd="0" presId="urn:microsoft.com/office/officeart/2018/2/layout/IconVerticalSolidList"/>
    <dgm:cxn modelId="{99091EE7-4815-4A84-AABC-9A0346650B18}" type="presParOf" srcId="{A595729C-D23B-4838-AE91-0AED19BE7F7A}" destId="{5820BD2A-D874-4F6D-A6B4-937F74BAC94C}" srcOrd="6" destOrd="0" presId="urn:microsoft.com/office/officeart/2018/2/layout/IconVerticalSolidList"/>
    <dgm:cxn modelId="{028CE77E-781A-4DE9-8B76-F09C13D54425}" type="presParOf" srcId="{5820BD2A-D874-4F6D-A6B4-937F74BAC94C}" destId="{479C1151-63AE-4C3D-AA6D-FA26CC90C5FD}" srcOrd="0" destOrd="0" presId="urn:microsoft.com/office/officeart/2018/2/layout/IconVerticalSolidList"/>
    <dgm:cxn modelId="{5A975091-E793-4897-9AD1-42F70AD9C92F}" type="presParOf" srcId="{5820BD2A-D874-4F6D-A6B4-937F74BAC94C}" destId="{941A31E3-4947-4E17-AD87-260C4CFC3261}" srcOrd="1" destOrd="0" presId="urn:microsoft.com/office/officeart/2018/2/layout/IconVerticalSolidList"/>
    <dgm:cxn modelId="{F64EB31E-88DE-45FA-B9D7-B53353BC7E0A}" type="presParOf" srcId="{5820BD2A-D874-4F6D-A6B4-937F74BAC94C}" destId="{44031D60-74E8-4246-9CC8-EC63CAA7238F}" srcOrd="2" destOrd="0" presId="urn:microsoft.com/office/officeart/2018/2/layout/IconVerticalSolidList"/>
    <dgm:cxn modelId="{E2ED1D80-0D54-41D8-B192-8D37FB71C32D}" type="presParOf" srcId="{5820BD2A-D874-4F6D-A6B4-937F74BAC94C}" destId="{CE5A5F17-3E03-4D13-B979-40BB0AC7813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0D8C5A9-20C4-4E25-9274-ADA163E59ACA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183B304-573D-40CD-B6F9-FDAA4B0DEC24}">
      <dgm:prSet/>
      <dgm:spPr/>
      <dgm:t>
        <a:bodyPr/>
        <a:lstStyle/>
        <a:p>
          <a:r>
            <a:rPr lang="en-IN"/>
            <a:t>Supports object oriented programming</a:t>
          </a:r>
          <a:r>
            <a:rPr lang="en-US"/>
            <a:t>​</a:t>
          </a:r>
        </a:p>
      </dgm:t>
    </dgm:pt>
    <dgm:pt modelId="{F96153A9-4BCF-4CFF-A9E4-32501DD110BA}" type="parTrans" cxnId="{A99571CF-F2AD-4BED-BE94-906539E60500}">
      <dgm:prSet/>
      <dgm:spPr/>
      <dgm:t>
        <a:bodyPr/>
        <a:lstStyle/>
        <a:p>
          <a:endParaRPr lang="en-US"/>
        </a:p>
      </dgm:t>
    </dgm:pt>
    <dgm:pt modelId="{E46BD839-48C6-4C15-AC2E-D8AF9C2B7DAE}" type="sibTrans" cxnId="{A99571CF-F2AD-4BED-BE94-906539E60500}">
      <dgm:prSet/>
      <dgm:spPr/>
      <dgm:t>
        <a:bodyPr/>
        <a:lstStyle/>
        <a:p>
          <a:endParaRPr lang="en-US"/>
        </a:p>
      </dgm:t>
    </dgm:pt>
    <dgm:pt modelId="{AA50C5AB-B85F-4A4C-869A-BCCBE6FECA87}">
      <dgm:prSet/>
      <dgm:spPr/>
      <dgm:t>
        <a:bodyPr/>
        <a:lstStyle/>
        <a:p>
          <a:r>
            <a:rPr lang="en-IN"/>
            <a:t>Uses annotation</a:t>
          </a:r>
          <a:r>
            <a:rPr lang="en-US"/>
            <a:t>​</a:t>
          </a:r>
        </a:p>
      </dgm:t>
    </dgm:pt>
    <dgm:pt modelId="{E8BD6A45-9211-42F4-B375-1A30E18A19BB}" type="parTrans" cxnId="{C861D417-8094-4111-B038-9C6E29CB81FA}">
      <dgm:prSet/>
      <dgm:spPr/>
      <dgm:t>
        <a:bodyPr/>
        <a:lstStyle/>
        <a:p>
          <a:endParaRPr lang="en-US"/>
        </a:p>
      </dgm:t>
    </dgm:pt>
    <dgm:pt modelId="{BBA1343F-B472-4BFD-AEDC-EA72A3E7C364}" type="sibTrans" cxnId="{C861D417-8094-4111-B038-9C6E29CB81FA}">
      <dgm:prSet/>
      <dgm:spPr/>
      <dgm:t>
        <a:bodyPr/>
        <a:lstStyle/>
        <a:p>
          <a:endParaRPr lang="en-US"/>
        </a:p>
      </dgm:t>
    </dgm:pt>
    <dgm:pt modelId="{45BBE881-FEAD-4E72-A1CC-F02689B9E32B}">
      <dgm:prSet/>
      <dgm:spPr/>
      <dgm:t>
        <a:bodyPr/>
        <a:lstStyle/>
        <a:p>
          <a:r>
            <a:rPr lang="en-IN"/>
            <a:t>Prioritizes the task</a:t>
          </a:r>
          <a:r>
            <a:rPr lang="en-US"/>
            <a:t>​</a:t>
          </a:r>
        </a:p>
      </dgm:t>
    </dgm:pt>
    <dgm:pt modelId="{4D03E3A5-9676-4976-819F-6B1F73D9DCEB}" type="parTrans" cxnId="{FFD1F1DA-DA2F-477F-95F5-153FD3BA2348}">
      <dgm:prSet/>
      <dgm:spPr/>
      <dgm:t>
        <a:bodyPr/>
        <a:lstStyle/>
        <a:p>
          <a:endParaRPr lang="en-US"/>
        </a:p>
      </dgm:t>
    </dgm:pt>
    <dgm:pt modelId="{C0999021-869B-4465-9BB2-8E94E931B6B7}" type="sibTrans" cxnId="{FFD1F1DA-DA2F-477F-95F5-153FD3BA2348}">
      <dgm:prSet/>
      <dgm:spPr/>
      <dgm:t>
        <a:bodyPr/>
        <a:lstStyle/>
        <a:p>
          <a:endParaRPr lang="en-US"/>
        </a:p>
      </dgm:t>
    </dgm:pt>
    <dgm:pt modelId="{9C74792B-DEFB-4E5F-97AC-EAA2D91C6117}">
      <dgm:prSet/>
      <dgm:spPr/>
      <dgm:t>
        <a:bodyPr/>
        <a:lstStyle/>
        <a:p>
          <a:r>
            <a:rPr lang="en-IN"/>
            <a:t>Parameterization</a:t>
          </a:r>
          <a:r>
            <a:rPr lang="en-US"/>
            <a:t>​</a:t>
          </a:r>
        </a:p>
      </dgm:t>
    </dgm:pt>
    <dgm:pt modelId="{6D3812D3-CB3B-40C8-8FDB-36A503DD49D3}" type="parTrans" cxnId="{191AAA0E-BCDC-4989-BC40-7DBEEE45C757}">
      <dgm:prSet/>
      <dgm:spPr/>
      <dgm:t>
        <a:bodyPr/>
        <a:lstStyle/>
        <a:p>
          <a:endParaRPr lang="en-US"/>
        </a:p>
      </dgm:t>
    </dgm:pt>
    <dgm:pt modelId="{A4459528-7F00-470F-A211-296DCC3E09AB}" type="sibTrans" cxnId="{191AAA0E-BCDC-4989-BC40-7DBEEE45C757}">
      <dgm:prSet/>
      <dgm:spPr/>
      <dgm:t>
        <a:bodyPr/>
        <a:lstStyle/>
        <a:p>
          <a:endParaRPr lang="en-US"/>
        </a:p>
      </dgm:t>
    </dgm:pt>
    <dgm:pt modelId="{7EF151C2-BD57-423A-8FAC-E8A95C221614}">
      <dgm:prSet/>
      <dgm:spPr/>
      <dgm:t>
        <a:bodyPr/>
        <a:lstStyle/>
        <a:p>
          <a:r>
            <a:rPr lang="en-IN"/>
            <a:t>Test Reports</a:t>
          </a:r>
          <a:r>
            <a:rPr lang="en-US"/>
            <a:t>​</a:t>
          </a:r>
        </a:p>
      </dgm:t>
    </dgm:pt>
    <dgm:pt modelId="{05338A77-C352-40EF-BEB0-772A2C41B430}" type="parTrans" cxnId="{AF7B3CDD-F278-4F70-A51B-8F70828C6F7F}">
      <dgm:prSet/>
      <dgm:spPr/>
      <dgm:t>
        <a:bodyPr/>
        <a:lstStyle/>
        <a:p>
          <a:endParaRPr lang="en-US"/>
        </a:p>
      </dgm:t>
    </dgm:pt>
    <dgm:pt modelId="{06611810-9B26-4306-B59A-52B82F49A023}" type="sibTrans" cxnId="{AF7B3CDD-F278-4F70-A51B-8F70828C6F7F}">
      <dgm:prSet/>
      <dgm:spPr/>
      <dgm:t>
        <a:bodyPr/>
        <a:lstStyle/>
        <a:p>
          <a:endParaRPr lang="en-US"/>
        </a:p>
      </dgm:t>
    </dgm:pt>
    <dgm:pt modelId="{5F2E8E2A-7767-4B9E-8FF3-128B83FFA2BB}">
      <dgm:prSet/>
      <dgm:spPr/>
      <dgm:t>
        <a:bodyPr/>
        <a:lstStyle/>
        <a:p>
          <a:r>
            <a:rPr lang="en-IN"/>
            <a:t>Groups</a:t>
          </a:r>
          <a:r>
            <a:rPr lang="en-US"/>
            <a:t>​</a:t>
          </a:r>
        </a:p>
      </dgm:t>
    </dgm:pt>
    <dgm:pt modelId="{A5C9823C-2927-48B3-A9FA-B70D24061765}" type="parTrans" cxnId="{0C148AA5-BF8D-4E4C-B8DE-BAD12160D63A}">
      <dgm:prSet/>
      <dgm:spPr/>
      <dgm:t>
        <a:bodyPr/>
        <a:lstStyle/>
        <a:p>
          <a:endParaRPr lang="en-US"/>
        </a:p>
      </dgm:t>
    </dgm:pt>
    <dgm:pt modelId="{7B301983-69AF-4C54-A9C4-DCD3590D5E3F}" type="sibTrans" cxnId="{0C148AA5-BF8D-4E4C-B8DE-BAD12160D63A}">
      <dgm:prSet/>
      <dgm:spPr/>
      <dgm:t>
        <a:bodyPr/>
        <a:lstStyle/>
        <a:p>
          <a:endParaRPr lang="en-US"/>
        </a:p>
      </dgm:t>
    </dgm:pt>
    <dgm:pt modelId="{A1233981-3B27-4649-A0A0-BB11C0A01F09}">
      <dgm:prSet/>
      <dgm:spPr/>
      <dgm:t>
        <a:bodyPr/>
        <a:lstStyle/>
        <a:p>
          <a:r>
            <a:rPr lang="en-IN"/>
            <a:t>XML</a:t>
          </a:r>
          <a:r>
            <a:rPr lang="en-US"/>
            <a:t>​</a:t>
          </a:r>
        </a:p>
      </dgm:t>
    </dgm:pt>
    <dgm:pt modelId="{13B8D06F-45D7-4A3E-AA28-597C32EA5B8B}" type="parTrans" cxnId="{B1659D36-9BFF-413E-8DDD-C4593965BAE2}">
      <dgm:prSet/>
      <dgm:spPr/>
      <dgm:t>
        <a:bodyPr/>
        <a:lstStyle/>
        <a:p>
          <a:endParaRPr lang="en-US"/>
        </a:p>
      </dgm:t>
    </dgm:pt>
    <dgm:pt modelId="{2432D24E-9F8D-496D-9B11-238AECA982F6}" type="sibTrans" cxnId="{B1659D36-9BFF-413E-8DDD-C4593965BAE2}">
      <dgm:prSet/>
      <dgm:spPr/>
      <dgm:t>
        <a:bodyPr/>
        <a:lstStyle/>
        <a:p>
          <a:endParaRPr lang="en-US"/>
        </a:p>
      </dgm:t>
    </dgm:pt>
    <dgm:pt modelId="{6C88870A-4038-46F5-8DE8-B1ABDC0BDFFF}">
      <dgm:prSet/>
      <dgm:spPr/>
      <dgm:t>
        <a:bodyPr/>
        <a:lstStyle/>
        <a:p>
          <a:r>
            <a:rPr lang="en-IN"/>
            <a:t>In-built Exception Handling</a:t>
          </a:r>
          <a:r>
            <a:rPr lang="en-US"/>
            <a:t>​</a:t>
          </a:r>
        </a:p>
      </dgm:t>
    </dgm:pt>
    <dgm:pt modelId="{AC790E68-D9B3-4AA4-B504-0D9A716F2E73}" type="parTrans" cxnId="{1D00B059-1423-4136-824C-27F790543A21}">
      <dgm:prSet/>
      <dgm:spPr/>
      <dgm:t>
        <a:bodyPr/>
        <a:lstStyle/>
        <a:p>
          <a:endParaRPr lang="en-US"/>
        </a:p>
      </dgm:t>
    </dgm:pt>
    <dgm:pt modelId="{4A64A587-1F84-44D1-9295-886712BC3FC5}" type="sibTrans" cxnId="{1D00B059-1423-4136-824C-27F790543A21}">
      <dgm:prSet/>
      <dgm:spPr/>
      <dgm:t>
        <a:bodyPr/>
        <a:lstStyle/>
        <a:p>
          <a:endParaRPr lang="en-US"/>
        </a:p>
      </dgm:t>
    </dgm:pt>
    <dgm:pt modelId="{526FE82D-01E1-49E3-8705-2001533B1903}">
      <dgm:prSet/>
      <dgm:spPr/>
      <dgm:t>
        <a:bodyPr/>
        <a:lstStyle/>
        <a:p>
          <a:r>
            <a:rPr lang="en-IN"/>
            <a:t>It covers unit, functional, end-to-end andIntegration testing.</a:t>
          </a:r>
          <a:r>
            <a:rPr lang="en-US"/>
            <a:t>​</a:t>
          </a:r>
        </a:p>
      </dgm:t>
    </dgm:pt>
    <dgm:pt modelId="{FC024D03-6E92-46DE-8D48-F066BF31B415}" type="parTrans" cxnId="{6BB17E1D-2578-42DD-9A0F-85E38CB1FA60}">
      <dgm:prSet/>
      <dgm:spPr/>
      <dgm:t>
        <a:bodyPr/>
        <a:lstStyle/>
        <a:p>
          <a:endParaRPr lang="en-US"/>
        </a:p>
      </dgm:t>
    </dgm:pt>
    <dgm:pt modelId="{7B3D8C49-FB7F-47E9-B083-F95FB7F9E0DB}" type="sibTrans" cxnId="{6BB17E1D-2578-42DD-9A0F-85E38CB1FA60}">
      <dgm:prSet/>
      <dgm:spPr/>
      <dgm:t>
        <a:bodyPr/>
        <a:lstStyle/>
        <a:p>
          <a:endParaRPr lang="en-US"/>
        </a:p>
      </dgm:t>
    </dgm:pt>
    <dgm:pt modelId="{7DC2B34F-2322-4E37-B2FD-7F8E25FB5CC1}">
      <dgm:prSet/>
      <dgm:spPr/>
      <dgm:t>
        <a:bodyPr/>
        <a:lstStyle/>
        <a:p>
          <a:r>
            <a:rPr lang="en-IN"/>
            <a:t>Cross browser testing </a:t>
          </a:r>
          <a:r>
            <a:rPr lang="en-US"/>
            <a:t>​</a:t>
          </a:r>
        </a:p>
      </dgm:t>
    </dgm:pt>
    <dgm:pt modelId="{23B8F059-05FD-412B-AE14-53E25FEF792C}" type="parTrans" cxnId="{082B0DB0-96A1-49DC-ABEA-D9B869ECF60D}">
      <dgm:prSet/>
      <dgm:spPr/>
      <dgm:t>
        <a:bodyPr/>
        <a:lstStyle/>
        <a:p>
          <a:endParaRPr lang="en-US"/>
        </a:p>
      </dgm:t>
    </dgm:pt>
    <dgm:pt modelId="{C3F7A50E-4441-4148-90E8-0E49DFA43098}" type="sibTrans" cxnId="{082B0DB0-96A1-49DC-ABEA-D9B869ECF60D}">
      <dgm:prSet/>
      <dgm:spPr/>
      <dgm:t>
        <a:bodyPr/>
        <a:lstStyle/>
        <a:p>
          <a:endParaRPr lang="en-US"/>
        </a:p>
      </dgm:t>
    </dgm:pt>
    <dgm:pt modelId="{8D80D747-4B63-4478-865C-C3935E19EF08}" type="pres">
      <dgm:prSet presAssocID="{F0D8C5A9-20C4-4E25-9274-ADA163E59ACA}" presName="diagram" presStyleCnt="0">
        <dgm:presLayoutVars>
          <dgm:dir/>
          <dgm:resizeHandles val="exact"/>
        </dgm:presLayoutVars>
      </dgm:prSet>
      <dgm:spPr/>
    </dgm:pt>
    <dgm:pt modelId="{2CA7C622-D1B1-44B9-BB77-677AFAF096D6}" type="pres">
      <dgm:prSet presAssocID="{6183B304-573D-40CD-B6F9-FDAA4B0DEC24}" presName="node" presStyleLbl="node1" presStyleIdx="0" presStyleCnt="10">
        <dgm:presLayoutVars>
          <dgm:bulletEnabled val="1"/>
        </dgm:presLayoutVars>
      </dgm:prSet>
      <dgm:spPr/>
    </dgm:pt>
    <dgm:pt modelId="{05375706-C3D1-4B21-8BCE-9D45958A76F2}" type="pres">
      <dgm:prSet presAssocID="{E46BD839-48C6-4C15-AC2E-D8AF9C2B7DAE}" presName="sibTrans" presStyleCnt="0"/>
      <dgm:spPr/>
    </dgm:pt>
    <dgm:pt modelId="{9688DCAD-64C1-4AF2-ADB3-77A32986C31A}" type="pres">
      <dgm:prSet presAssocID="{AA50C5AB-B85F-4A4C-869A-BCCBE6FECA87}" presName="node" presStyleLbl="node1" presStyleIdx="1" presStyleCnt="10">
        <dgm:presLayoutVars>
          <dgm:bulletEnabled val="1"/>
        </dgm:presLayoutVars>
      </dgm:prSet>
      <dgm:spPr/>
    </dgm:pt>
    <dgm:pt modelId="{5BCF4298-5D33-4698-8B12-1C28296D7A9E}" type="pres">
      <dgm:prSet presAssocID="{BBA1343F-B472-4BFD-AEDC-EA72A3E7C364}" presName="sibTrans" presStyleCnt="0"/>
      <dgm:spPr/>
    </dgm:pt>
    <dgm:pt modelId="{5A23FD82-AF5C-4934-86A2-C501772C3051}" type="pres">
      <dgm:prSet presAssocID="{45BBE881-FEAD-4E72-A1CC-F02689B9E32B}" presName="node" presStyleLbl="node1" presStyleIdx="2" presStyleCnt="10">
        <dgm:presLayoutVars>
          <dgm:bulletEnabled val="1"/>
        </dgm:presLayoutVars>
      </dgm:prSet>
      <dgm:spPr/>
    </dgm:pt>
    <dgm:pt modelId="{75413C55-30BB-408C-A1E4-93197119A934}" type="pres">
      <dgm:prSet presAssocID="{C0999021-869B-4465-9BB2-8E94E931B6B7}" presName="sibTrans" presStyleCnt="0"/>
      <dgm:spPr/>
    </dgm:pt>
    <dgm:pt modelId="{B8774D39-C8A5-4FCE-9B04-CC26F463235E}" type="pres">
      <dgm:prSet presAssocID="{9C74792B-DEFB-4E5F-97AC-EAA2D91C6117}" presName="node" presStyleLbl="node1" presStyleIdx="3" presStyleCnt="10">
        <dgm:presLayoutVars>
          <dgm:bulletEnabled val="1"/>
        </dgm:presLayoutVars>
      </dgm:prSet>
      <dgm:spPr/>
    </dgm:pt>
    <dgm:pt modelId="{A26F2702-927F-4B03-8B5D-A913E2B57953}" type="pres">
      <dgm:prSet presAssocID="{A4459528-7F00-470F-A211-296DCC3E09AB}" presName="sibTrans" presStyleCnt="0"/>
      <dgm:spPr/>
    </dgm:pt>
    <dgm:pt modelId="{99B02732-EF88-4690-BDD4-9E18EA6D6869}" type="pres">
      <dgm:prSet presAssocID="{7EF151C2-BD57-423A-8FAC-E8A95C221614}" presName="node" presStyleLbl="node1" presStyleIdx="4" presStyleCnt="10">
        <dgm:presLayoutVars>
          <dgm:bulletEnabled val="1"/>
        </dgm:presLayoutVars>
      </dgm:prSet>
      <dgm:spPr/>
    </dgm:pt>
    <dgm:pt modelId="{54691D44-9416-441C-A64C-747731077F53}" type="pres">
      <dgm:prSet presAssocID="{06611810-9B26-4306-B59A-52B82F49A023}" presName="sibTrans" presStyleCnt="0"/>
      <dgm:spPr/>
    </dgm:pt>
    <dgm:pt modelId="{42BFC8B4-5E1B-474D-AD57-38FBB8E89EDB}" type="pres">
      <dgm:prSet presAssocID="{5F2E8E2A-7767-4B9E-8FF3-128B83FFA2BB}" presName="node" presStyleLbl="node1" presStyleIdx="5" presStyleCnt="10">
        <dgm:presLayoutVars>
          <dgm:bulletEnabled val="1"/>
        </dgm:presLayoutVars>
      </dgm:prSet>
      <dgm:spPr/>
    </dgm:pt>
    <dgm:pt modelId="{46053003-4549-4250-B230-EF606A5FA57B}" type="pres">
      <dgm:prSet presAssocID="{7B301983-69AF-4C54-A9C4-DCD3590D5E3F}" presName="sibTrans" presStyleCnt="0"/>
      <dgm:spPr/>
    </dgm:pt>
    <dgm:pt modelId="{E6D73D2E-C185-41B0-85B8-86772B53686C}" type="pres">
      <dgm:prSet presAssocID="{A1233981-3B27-4649-A0A0-BB11C0A01F09}" presName="node" presStyleLbl="node1" presStyleIdx="6" presStyleCnt="10">
        <dgm:presLayoutVars>
          <dgm:bulletEnabled val="1"/>
        </dgm:presLayoutVars>
      </dgm:prSet>
      <dgm:spPr/>
    </dgm:pt>
    <dgm:pt modelId="{D039EEFD-36E0-4388-BB6E-46FE95E10704}" type="pres">
      <dgm:prSet presAssocID="{2432D24E-9F8D-496D-9B11-238AECA982F6}" presName="sibTrans" presStyleCnt="0"/>
      <dgm:spPr/>
    </dgm:pt>
    <dgm:pt modelId="{8F197EBC-75E1-485F-8045-ED28F8F10188}" type="pres">
      <dgm:prSet presAssocID="{6C88870A-4038-46F5-8DE8-B1ABDC0BDFFF}" presName="node" presStyleLbl="node1" presStyleIdx="7" presStyleCnt="10">
        <dgm:presLayoutVars>
          <dgm:bulletEnabled val="1"/>
        </dgm:presLayoutVars>
      </dgm:prSet>
      <dgm:spPr/>
    </dgm:pt>
    <dgm:pt modelId="{60DA1DA2-2B63-46F4-9C94-830EDBF80DA3}" type="pres">
      <dgm:prSet presAssocID="{4A64A587-1F84-44D1-9295-886712BC3FC5}" presName="sibTrans" presStyleCnt="0"/>
      <dgm:spPr/>
    </dgm:pt>
    <dgm:pt modelId="{9FEC87A4-1B2A-404F-A5CC-58DAF58FECA2}" type="pres">
      <dgm:prSet presAssocID="{526FE82D-01E1-49E3-8705-2001533B1903}" presName="node" presStyleLbl="node1" presStyleIdx="8" presStyleCnt="10">
        <dgm:presLayoutVars>
          <dgm:bulletEnabled val="1"/>
        </dgm:presLayoutVars>
      </dgm:prSet>
      <dgm:spPr/>
    </dgm:pt>
    <dgm:pt modelId="{9E3FD3F2-E27F-4F91-BE4F-63A2906635FE}" type="pres">
      <dgm:prSet presAssocID="{7B3D8C49-FB7F-47E9-B083-F95FB7F9E0DB}" presName="sibTrans" presStyleCnt="0"/>
      <dgm:spPr/>
    </dgm:pt>
    <dgm:pt modelId="{B092B0A9-787C-4EDD-83AB-5EE36C887934}" type="pres">
      <dgm:prSet presAssocID="{7DC2B34F-2322-4E37-B2FD-7F8E25FB5CC1}" presName="node" presStyleLbl="node1" presStyleIdx="9" presStyleCnt="10">
        <dgm:presLayoutVars>
          <dgm:bulletEnabled val="1"/>
        </dgm:presLayoutVars>
      </dgm:prSet>
      <dgm:spPr/>
    </dgm:pt>
  </dgm:ptLst>
  <dgm:cxnLst>
    <dgm:cxn modelId="{B3DE5109-395E-4350-A9E4-0CE26B71FC70}" type="presOf" srcId="{6183B304-573D-40CD-B6F9-FDAA4B0DEC24}" destId="{2CA7C622-D1B1-44B9-BB77-677AFAF096D6}" srcOrd="0" destOrd="0" presId="urn:microsoft.com/office/officeart/2005/8/layout/default"/>
    <dgm:cxn modelId="{C356570A-3A10-4D67-A0CE-F71559E3C1FE}" type="presOf" srcId="{5F2E8E2A-7767-4B9E-8FF3-128B83FFA2BB}" destId="{42BFC8B4-5E1B-474D-AD57-38FBB8E89EDB}" srcOrd="0" destOrd="0" presId="urn:microsoft.com/office/officeart/2005/8/layout/default"/>
    <dgm:cxn modelId="{191AAA0E-BCDC-4989-BC40-7DBEEE45C757}" srcId="{F0D8C5A9-20C4-4E25-9274-ADA163E59ACA}" destId="{9C74792B-DEFB-4E5F-97AC-EAA2D91C6117}" srcOrd="3" destOrd="0" parTransId="{6D3812D3-CB3B-40C8-8FDB-36A503DD49D3}" sibTransId="{A4459528-7F00-470F-A211-296DCC3E09AB}"/>
    <dgm:cxn modelId="{C861D417-8094-4111-B038-9C6E29CB81FA}" srcId="{F0D8C5A9-20C4-4E25-9274-ADA163E59ACA}" destId="{AA50C5AB-B85F-4A4C-869A-BCCBE6FECA87}" srcOrd="1" destOrd="0" parTransId="{E8BD6A45-9211-42F4-B375-1A30E18A19BB}" sibTransId="{BBA1343F-B472-4BFD-AEDC-EA72A3E7C364}"/>
    <dgm:cxn modelId="{6BB17E1D-2578-42DD-9A0F-85E38CB1FA60}" srcId="{F0D8C5A9-20C4-4E25-9274-ADA163E59ACA}" destId="{526FE82D-01E1-49E3-8705-2001533B1903}" srcOrd="8" destOrd="0" parTransId="{FC024D03-6E92-46DE-8D48-F066BF31B415}" sibTransId="{7B3D8C49-FB7F-47E9-B083-F95FB7F9E0DB}"/>
    <dgm:cxn modelId="{CC85662B-74CD-4DCF-B0EC-85F352D28535}" type="presOf" srcId="{45BBE881-FEAD-4E72-A1CC-F02689B9E32B}" destId="{5A23FD82-AF5C-4934-86A2-C501772C3051}" srcOrd="0" destOrd="0" presId="urn:microsoft.com/office/officeart/2005/8/layout/default"/>
    <dgm:cxn modelId="{B1659D36-9BFF-413E-8DDD-C4593965BAE2}" srcId="{F0D8C5A9-20C4-4E25-9274-ADA163E59ACA}" destId="{A1233981-3B27-4649-A0A0-BB11C0A01F09}" srcOrd="6" destOrd="0" parTransId="{13B8D06F-45D7-4A3E-AA28-597C32EA5B8B}" sibTransId="{2432D24E-9F8D-496D-9B11-238AECA982F6}"/>
    <dgm:cxn modelId="{285D2839-55CB-4235-B1F3-43121491491E}" type="presOf" srcId="{6C88870A-4038-46F5-8DE8-B1ABDC0BDFFF}" destId="{8F197EBC-75E1-485F-8045-ED28F8F10188}" srcOrd="0" destOrd="0" presId="urn:microsoft.com/office/officeart/2005/8/layout/default"/>
    <dgm:cxn modelId="{CA960B40-034F-4B18-9D92-CD06E0E6E3A6}" type="presOf" srcId="{7DC2B34F-2322-4E37-B2FD-7F8E25FB5CC1}" destId="{B092B0A9-787C-4EDD-83AB-5EE36C887934}" srcOrd="0" destOrd="0" presId="urn:microsoft.com/office/officeart/2005/8/layout/default"/>
    <dgm:cxn modelId="{BC926C66-F863-4B11-BE00-652D65AE3B66}" type="presOf" srcId="{AA50C5AB-B85F-4A4C-869A-BCCBE6FECA87}" destId="{9688DCAD-64C1-4AF2-ADB3-77A32986C31A}" srcOrd="0" destOrd="0" presId="urn:microsoft.com/office/officeart/2005/8/layout/default"/>
    <dgm:cxn modelId="{12179350-ECBD-45AD-9B2A-43431B4BD3F0}" type="presOf" srcId="{A1233981-3B27-4649-A0A0-BB11C0A01F09}" destId="{E6D73D2E-C185-41B0-85B8-86772B53686C}" srcOrd="0" destOrd="0" presId="urn:microsoft.com/office/officeart/2005/8/layout/default"/>
    <dgm:cxn modelId="{1D00B059-1423-4136-824C-27F790543A21}" srcId="{F0D8C5A9-20C4-4E25-9274-ADA163E59ACA}" destId="{6C88870A-4038-46F5-8DE8-B1ABDC0BDFFF}" srcOrd="7" destOrd="0" parTransId="{AC790E68-D9B3-4AA4-B504-0D9A716F2E73}" sibTransId="{4A64A587-1F84-44D1-9295-886712BC3FC5}"/>
    <dgm:cxn modelId="{404F5485-CFC3-4E03-B731-DA7B2D035279}" type="presOf" srcId="{9C74792B-DEFB-4E5F-97AC-EAA2D91C6117}" destId="{B8774D39-C8A5-4FCE-9B04-CC26F463235E}" srcOrd="0" destOrd="0" presId="urn:microsoft.com/office/officeart/2005/8/layout/default"/>
    <dgm:cxn modelId="{0C148AA5-BF8D-4E4C-B8DE-BAD12160D63A}" srcId="{F0D8C5A9-20C4-4E25-9274-ADA163E59ACA}" destId="{5F2E8E2A-7767-4B9E-8FF3-128B83FFA2BB}" srcOrd="5" destOrd="0" parTransId="{A5C9823C-2927-48B3-A9FA-B70D24061765}" sibTransId="{7B301983-69AF-4C54-A9C4-DCD3590D5E3F}"/>
    <dgm:cxn modelId="{082B0DB0-96A1-49DC-ABEA-D9B869ECF60D}" srcId="{F0D8C5A9-20C4-4E25-9274-ADA163E59ACA}" destId="{7DC2B34F-2322-4E37-B2FD-7F8E25FB5CC1}" srcOrd="9" destOrd="0" parTransId="{23B8F059-05FD-412B-AE14-53E25FEF792C}" sibTransId="{C3F7A50E-4441-4148-90E8-0E49DFA43098}"/>
    <dgm:cxn modelId="{B6DDE6C3-0D4C-4580-8770-9E1702049B58}" type="presOf" srcId="{F0D8C5A9-20C4-4E25-9274-ADA163E59ACA}" destId="{8D80D747-4B63-4478-865C-C3935E19EF08}" srcOrd="0" destOrd="0" presId="urn:microsoft.com/office/officeart/2005/8/layout/default"/>
    <dgm:cxn modelId="{A99571CF-F2AD-4BED-BE94-906539E60500}" srcId="{F0D8C5A9-20C4-4E25-9274-ADA163E59ACA}" destId="{6183B304-573D-40CD-B6F9-FDAA4B0DEC24}" srcOrd="0" destOrd="0" parTransId="{F96153A9-4BCF-4CFF-A9E4-32501DD110BA}" sibTransId="{E46BD839-48C6-4C15-AC2E-D8AF9C2B7DAE}"/>
    <dgm:cxn modelId="{FFD1F1DA-DA2F-477F-95F5-153FD3BA2348}" srcId="{F0D8C5A9-20C4-4E25-9274-ADA163E59ACA}" destId="{45BBE881-FEAD-4E72-A1CC-F02689B9E32B}" srcOrd="2" destOrd="0" parTransId="{4D03E3A5-9676-4976-819F-6B1F73D9DCEB}" sibTransId="{C0999021-869B-4465-9BB2-8E94E931B6B7}"/>
    <dgm:cxn modelId="{AF7B3CDD-F278-4F70-A51B-8F70828C6F7F}" srcId="{F0D8C5A9-20C4-4E25-9274-ADA163E59ACA}" destId="{7EF151C2-BD57-423A-8FAC-E8A95C221614}" srcOrd="4" destOrd="0" parTransId="{05338A77-C352-40EF-BEB0-772A2C41B430}" sibTransId="{06611810-9B26-4306-B59A-52B82F49A023}"/>
    <dgm:cxn modelId="{62D797F7-8D78-4ADE-9822-23DEF2243678}" type="presOf" srcId="{526FE82D-01E1-49E3-8705-2001533B1903}" destId="{9FEC87A4-1B2A-404F-A5CC-58DAF58FECA2}" srcOrd="0" destOrd="0" presId="urn:microsoft.com/office/officeart/2005/8/layout/default"/>
    <dgm:cxn modelId="{DAD481FA-4176-4546-8C34-F41BCC8213F7}" type="presOf" srcId="{7EF151C2-BD57-423A-8FAC-E8A95C221614}" destId="{99B02732-EF88-4690-BDD4-9E18EA6D6869}" srcOrd="0" destOrd="0" presId="urn:microsoft.com/office/officeart/2005/8/layout/default"/>
    <dgm:cxn modelId="{F8B9F07A-C273-4A2A-A2D9-1A145991BA4A}" type="presParOf" srcId="{8D80D747-4B63-4478-865C-C3935E19EF08}" destId="{2CA7C622-D1B1-44B9-BB77-677AFAF096D6}" srcOrd="0" destOrd="0" presId="urn:microsoft.com/office/officeart/2005/8/layout/default"/>
    <dgm:cxn modelId="{90B93579-B435-487C-AFB0-1A6C53CD16CD}" type="presParOf" srcId="{8D80D747-4B63-4478-865C-C3935E19EF08}" destId="{05375706-C3D1-4B21-8BCE-9D45958A76F2}" srcOrd="1" destOrd="0" presId="urn:microsoft.com/office/officeart/2005/8/layout/default"/>
    <dgm:cxn modelId="{6FF91F11-DFE3-4F9E-A5C5-1A76A3597D62}" type="presParOf" srcId="{8D80D747-4B63-4478-865C-C3935E19EF08}" destId="{9688DCAD-64C1-4AF2-ADB3-77A32986C31A}" srcOrd="2" destOrd="0" presId="urn:microsoft.com/office/officeart/2005/8/layout/default"/>
    <dgm:cxn modelId="{53C54BAD-786D-4B53-82C1-D404CF0DB3FC}" type="presParOf" srcId="{8D80D747-4B63-4478-865C-C3935E19EF08}" destId="{5BCF4298-5D33-4698-8B12-1C28296D7A9E}" srcOrd="3" destOrd="0" presId="urn:microsoft.com/office/officeart/2005/8/layout/default"/>
    <dgm:cxn modelId="{B0AE92D4-8C5C-43A2-B831-576DA3732AAF}" type="presParOf" srcId="{8D80D747-4B63-4478-865C-C3935E19EF08}" destId="{5A23FD82-AF5C-4934-86A2-C501772C3051}" srcOrd="4" destOrd="0" presId="urn:microsoft.com/office/officeart/2005/8/layout/default"/>
    <dgm:cxn modelId="{1E2956AC-DFEC-454F-A36F-7E00DA0E540D}" type="presParOf" srcId="{8D80D747-4B63-4478-865C-C3935E19EF08}" destId="{75413C55-30BB-408C-A1E4-93197119A934}" srcOrd="5" destOrd="0" presId="urn:microsoft.com/office/officeart/2005/8/layout/default"/>
    <dgm:cxn modelId="{DE85204F-1DD7-4F1B-8CE0-5B8A14B12207}" type="presParOf" srcId="{8D80D747-4B63-4478-865C-C3935E19EF08}" destId="{B8774D39-C8A5-4FCE-9B04-CC26F463235E}" srcOrd="6" destOrd="0" presId="urn:microsoft.com/office/officeart/2005/8/layout/default"/>
    <dgm:cxn modelId="{420B23EB-F4C4-41D7-AC91-3CE5BB430D34}" type="presParOf" srcId="{8D80D747-4B63-4478-865C-C3935E19EF08}" destId="{A26F2702-927F-4B03-8B5D-A913E2B57953}" srcOrd="7" destOrd="0" presId="urn:microsoft.com/office/officeart/2005/8/layout/default"/>
    <dgm:cxn modelId="{CC1EDB09-6DDE-483A-BB94-8F1E426D8E8C}" type="presParOf" srcId="{8D80D747-4B63-4478-865C-C3935E19EF08}" destId="{99B02732-EF88-4690-BDD4-9E18EA6D6869}" srcOrd="8" destOrd="0" presId="urn:microsoft.com/office/officeart/2005/8/layout/default"/>
    <dgm:cxn modelId="{190FD543-CC72-4443-A1EE-8B7A5DE3A4A4}" type="presParOf" srcId="{8D80D747-4B63-4478-865C-C3935E19EF08}" destId="{54691D44-9416-441C-A64C-747731077F53}" srcOrd="9" destOrd="0" presId="urn:microsoft.com/office/officeart/2005/8/layout/default"/>
    <dgm:cxn modelId="{3170E0BD-FCAE-4597-9758-C2DC5D164516}" type="presParOf" srcId="{8D80D747-4B63-4478-865C-C3935E19EF08}" destId="{42BFC8B4-5E1B-474D-AD57-38FBB8E89EDB}" srcOrd="10" destOrd="0" presId="urn:microsoft.com/office/officeart/2005/8/layout/default"/>
    <dgm:cxn modelId="{D95602F9-7858-4F8A-989E-92B6A25E61FF}" type="presParOf" srcId="{8D80D747-4B63-4478-865C-C3935E19EF08}" destId="{46053003-4549-4250-B230-EF606A5FA57B}" srcOrd="11" destOrd="0" presId="urn:microsoft.com/office/officeart/2005/8/layout/default"/>
    <dgm:cxn modelId="{F4D6D873-4B89-4EF1-BBA3-F6F3CE27A331}" type="presParOf" srcId="{8D80D747-4B63-4478-865C-C3935E19EF08}" destId="{E6D73D2E-C185-41B0-85B8-86772B53686C}" srcOrd="12" destOrd="0" presId="urn:microsoft.com/office/officeart/2005/8/layout/default"/>
    <dgm:cxn modelId="{F41DB03E-937A-45F8-95C5-22601A0F5017}" type="presParOf" srcId="{8D80D747-4B63-4478-865C-C3935E19EF08}" destId="{D039EEFD-36E0-4388-BB6E-46FE95E10704}" srcOrd="13" destOrd="0" presId="urn:microsoft.com/office/officeart/2005/8/layout/default"/>
    <dgm:cxn modelId="{D3FBDD2E-8706-4A7D-ACE7-FA4E5AE75544}" type="presParOf" srcId="{8D80D747-4B63-4478-865C-C3935E19EF08}" destId="{8F197EBC-75E1-485F-8045-ED28F8F10188}" srcOrd="14" destOrd="0" presId="urn:microsoft.com/office/officeart/2005/8/layout/default"/>
    <dgm:cxn modelId="{1FB2F9ED-7C5F-46CC-B4ED-600978D99DC2}" type="presParOf" srcId="{8D80D747-4B63-4478-865C-C3935E19EF08}" destId="{60DA1DA2-2B63-46F4-9C94-830EDBF80DA3}" srcOrd="15" destOrd="0" presId="urn:microsoft.com/office/officeart/2005/8/layout/default"/>
    <dgm:cxn modelId="{8407D488-EE77-4991-A41D-0DC29655C5B4}" type="presParOf" srcId="{8D80D747-4B63-4478-865C-C3935E19EF08}" destId="{9FEC87A4-1B2A-404F-A5CC-58DAF58FECA2}" srcOrd="16" destOrd="0" presId="urn:microsoft.com/office/officeart/2005/8/layout/default"/>
    <dgm:cxn modelId="{2B229F44-B266-4E9B-AC3D-EE3717203258}" type="presParOf" srcId="{8D80D747-4B63-4478-865C-C3935E19EF08}" destId="{9E3FD3F2-E27F-4F91-BE4F-63A2906635FE}" srcOrd="17" destOrd="0" presId="urn:microsoft.com/office/officeart/2005/8/layout/default"/>
    <dgm:cxn modelId="{B4F47F5E-3745-447E-952D-F510E48E6A2A}" type="presParOf" srcId="{8D80D747-4B63-4478-865C-C3935E19EF08}" destId="{B092B0A9-787C-4EDD-83AB-5EE36C887934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34E1198-DCBB-4E05-A0CF-1E300F885D55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7387867-6253-4316-9EB9-0842735C03CB}">
      <dgm:prSet custT="1"/>
      <dgm:spPr/>
      <dgm:t>
        <a:bodyPr/>
        <a:lstStyle/>
        <a:p>
          <a:r>
            <a:rPr lang="en-GB" sz="1800" dirty="0"/>
            <a:t>Parallel testing runs multiple tests simultaneously</a:t>
          </a:r>
          <a:endParaRPr lang="en-US" sz="1800" dirty="0"/>
        </a:p>
      </dgm:t>
    </dgm:pt>
    <dgm:pt modelId="{22552232-3FE7-4E71-BB85-B857D6DA78FC}" type="parTrans" cxnId="{7974D8C8-327F-496B-ADF4-A000545B3A9E}">
      <dgm:prSet/>
      <dgm:spPr/>
      <dgm:t>
        <a:bodyPr/>
        <a:lstStyle/>
        <a:p>
          <a:endParaRPr lang="en-US"/>
        </a:p>
      </dgm:t>
    </dgm:pt>
    <dgm:pt modelId="{BF1445C6-DDC9-4747-8732-D56527C83A86}" type="sibTrans" cxnId="{7974D8C8-327F-496B-ADF4-A000545B3A9E}">
      <dgm:prSet/>
      <dgm:spPr/>
      <dgm:t>
        <a:bodyPr/>
        <a:lstStyle/>
        <a:p>
          <a:endParaRPr lang="en-US"/>
        </a:p>
      </dgm:t>
    </dgm:pt>
    <dgm:pt modelId="{3749EEBB-64B4-468B-AD2E-54055E6792C4}">
      <dgm:prSet custT="1"/>
      <dgm:spPr/>
      <dgm:t>
        <a:bodyPr/>
        <a:lstStyle/>
        <a:p>
          <a:r>
            <a:rPr lang="en-GB" sz="1800"/>
            <a:t>Reduces total execution time</a:t>
          </a:r>
          <a:endParaRPr lang="en-US" sz="1800"/>
        </a:p>
      </dgm:t>
    </dgm:pt>
    <dgm:pt modelId="{3386FDD7-A681-4110-9C74-04F07F0E0A6E}" type="parTrans" cxnId="{CB9815DA-5144-494C-AB58-0CCC131E5551}">
      <dgm:prSet/>
      <dgm:spPr/>
      <dgm:t>
        <a:bodyPr/>
        <a:lstStyle/>
        <a:p>
          <a:endParaRPr lang="en-US"/>
        </a:p>
      </dgm:t>
    </dgm:pt>
    <dgm:pt modelId="{466E27BE-0B76-489B-869E-D8AB7F238FBB}" type="sibTrans" cxnId="{CB9815DA-5144-494C-AB58-0CCC131E5551}">
      <dgm:prSet/>
      <dgm:spPr/>
      <dgm:t>
        <a:bodyPr/>
        <a:lstStyle/>
        <a:p>
          <a:endParaRPr lang="en-US"/>
        </a:p>
      </dgm:t>
    </dgm:pt>
    <dgm:pt modelId="{210F0AD0-ADC7-4B79-ACB5-28BCF0797F75}">
      <dgm:prSet custT="1"/>
      <dgm:spPr/>
      <dgm:t>
        <a:bodyPr/>
        <a:lstStyle/>
        <a:p>
          <a:r>
            <a:rPr lang="en-GB" sz="1800"/>
            <a:t>Ideal for large test suites and cross-browser testing</a:t>
          </a:r>
          <a:endParaRPr lang="en-US" sz="1800"/>
        </a:p>
      </dgm:t>
    </dgm:pt>
    <dgm:pt modelId="{62C210B2-867A-487A-9B12-AE9C7151CD71}" type="parTrans" cxnId="{D0A7B6EC-5CE0-401F-A41E-9C060F91F575}">
      <dgm:prSet/>
      <dgm:spPr/>
      <dgm:t>
        <a:bodyPr/>
        <a:lstStyle/>
        <a:p>
          <a:endParaRPr lang="en-US"/>
        </a:p>
      </dgm:t>
    </dgm:pt>
    <dgm:pt modelId="{1EE050F0-ED98-44EE-A782-F9F6B54D1428}" type="sibTrans" cxnId="{D0A7B6EC-5CE0-401F-A41E-9C060F91F575}">
      <dgm:prSet/>
      <dgm:spPr/>
      <dgm:t>
        <a:bodyPr/>
        <a:lstStyle/>
        <a:p>
          <a:endParaRPr lang="en-US"/>
        </a:p>
      </dgm:t>
    </dgm:pt>
    <dgm:pt modelId="{BC5E28E9-E66F-460B-8BDC-0AD68C2E16D2}">
      <dgm:prSet custT="1"/>
      <dgm:spPr/>
      <dgm:t>
        <a:bodyPr/>
        <a:lstStyle/>
        <a:p>
          <a:r>
            <a:rPr lang="en-GB" sz="1800"/>
            <a:t>TestNG allows parallel execution at multiple levels:</a:t>
          </a:r>
          <a:endParaRPr lang="en-US" sz="1800"/>
        </a:p>
      </dgm:t>
    </dgm:pt>
    <dgm:pt modelId="{902A2336-A55D-46D6-85B2-D0B37C76B4E2}" type="parTrans" cxnId="{B5C364B4-0893-4577-B608-1A93C5CA62D5}">
      <dgm:prSet/>
      <dgm:spPr/>
      <dgm:t>
        <a:bodyPr/>
        <a:lstStyle/>
        <a:p>
          <a:endParaRPr lang="en-US"/>
        </a:p>
      </dgm:t>
    </dgm:pt>
    <dgm:pt modelId="{465A5C29-7B4E-447C-B5C0-609190B3B2F7}" type="sibTrans" cxnId="{B5C364B4-0893-4577-B608-1A93C5CA62D5}">
      <dgm:prSet/>
      <dgm:spPr/>
      <dgm:t>
        <a:bodyPr/>
        <a:lstStyle/>
        <a:p>
          <a:endParaRPr lang="en-US"/>
        </a:p>
      </dgm:t>
    </dgm:pt>
    <dgm:pt modelId="{B29D9D23-F3F8-4FC8-B132-1FA82CFEA218}">
      <dgm:prSet custT="1"/>
      <dgm:spPr/>
      <dgm:t>
        <a:bodyPr/>
        <a:lstStyle/>
        <a:p>
          <a:r>
            <a:rPr lang="en-GB" sz="1800" b="1"/>
            <a:t>Methods</a:t>
          </a:r>
          <a:endParaRPr lang="en-US" sz="1800"/>
        </a:p>
      </dgm:t>
    </dgm:pt>
    <dgm:pt modelId="{514181BD-C10E-4EDF-ACF6-EB8FE8FEF44F}" type="parTrans" cxnId="{6D1713B1-ED7A-4E70-8593-987E4F2D6C1D}">
      <dgm:prSet/>
      <dgm:spPr/>
      <dgm:t>
        <a:bodyPr/>
        <a:lstStyle/>
        <a:p>
          <a:endParaRPr lang="en-US"/>
        </a:p>
      </dgm:t>
    </dgm:pt>
    <dgm:pt modelId="{8AA1FFE3-6B7A-4DBF-B929-1828FC5E7B55}" type="sibTrans" cxnId="{6D1713B1-ED7A-4E70-8593-987E4F2D6C1D}">
      <dgm:prSet/>
      <dgm:spPr/>
      <dgm:t>
        <a:bodyPr/>
        <a:lstStyle/>
        <a:p>
          <a:endParaRPr lang="en-US"/>
        </a:p>
      </dgm:t>
    </dgm:pt>
    <dgm:pt modelId="{E1775D2F-051E-446D-9273-FE3E84CEA583}">
      <dgm:prSet custT="1"/>
      <dgm:spPr/>
      <dgm:t>
        <a:bodyPr/>
        <a:lstStyle/>
        <a:p>
          <a:r>
            <a:rPr lang="en-GB" sz="1800" b="1"/>
            <a:t>Classes</a:t>
          </a:r>
          <a:endParaRPr lang="en-US" sz="1800"/>
        </a:p>
      </dgm:t>
    </dgm:pt>
    <dgm:pt modelId="{4F8A4B6B-4892-4FEA-A017-D654572889F4}" type="parTrans" cxnId="{4F48F73F-C3E9-4B52-A5A9-976029622273}">
      <dgm:prSet/>
      <dgm:spPr/>
      <dgm:t>
        <a:bodyPr/>
        <a:lstStyle/>
        <a:p>
          <a:endParaRPr lang="en-US"/>
        </a:p>
      </dgm:t>
    </dgm:pt>
    <dgm:pt modelId="{9093AB17-93AB-424A-B368-6099A23354C5}" type="sibTrans" cxnId="{4F48F73F-C3E9-4B52-A5A9-976029622273}">
      <dgm:prSet/>
      <dgm:spPr/>
      <dgm:t>
        <a:bodyPr/>
        <a:lstStyle/>
        <a:p>
          <a:endParaRPr lang="en-US"/>
        </a:p>
      </dgm:t>
    </dgm:pt>
    <dgm:pt modelId="{88016DA7-3274-4E03-84CE-5BF73D8D6CF0}">
      <dgm:prSet custT="1"/>
      <dgm:spPr/>
      <dgm:t>
        <a:bodyPr/>
        <a:lstStyle/>
        <a:p>
          <a:r>
            <a:rPr lang="en-GB" sz="1800" b="1"/>
            <a:t>Tests</a:t>
          </a:r>
          <a:endParaRPr lang="en-US" sz="1800"/>
        </a:p>
      </dgm:t>
    </dgm:pt>
    <dgm:pt modelId="{F97441A5-24B7-4E06-A928-6D49D24A5A2E}" type="parTrans" cxnId="{FE945755-E496-4595-A394-7CE77D345339}">
      <dgm:prSet/>
      <dgm:spPr/>
      <dgm:t>
        <a:bodyPr/>
        <a:lstStyle/>
        <a:p>
          <a:endParaRPr lang="en-US"/>
        </a:p>
      </dgm:t>
    </dgm:pt>
    <dgm:pt modelId="{C86DB544-4B13-4449-8663-F77F4229B754}" type="sibTrans" cxnId="{FE945755-E496-4595-A394-7CE77D345339}">
      <dgm:prSet/>
      <dgm:spPr/>
      <dgm:t>
        <a:bodyPr/>
        <a:lstStyle/>
        <a:p>
          <a:endParaRPr lang="en-US"/>
        </a:p>
      </dgm:t>
    </dgm:pt>
    <dgm:pt modelId="{C6B583D3-22CE-44F6-9D6D-60073A7D43C1}">
      <dgm:prSet custT="1"/>
      <dgm:spPr/>
      <dgm:t>
        <a:bodyPr/>
        <a:lstStyle/>
        <a:p>
          <a:r>
            <a:rPr lang="en-GB" sz="1800" b="1"/>
            <a:t>Instances</a:t>
          </a:r>
          <a:endParaRPr lang="en-US" sz="1800"/>
        </a:p>
      </dgm:t>
    </dgm:pt>
    <dgm:pt modelId="{D8D7573F-C602-4302-A2B2-7C2882B088F7}" type="parTrans" cxnId="{C02E0DBC-DEF9-4FCD-9CB1-E7BE7597FC47}">
      <dgm:prSet/>
      <dgm:spPr/>
      <dgm:t>
        <a:bodyPr/>
        <a:lstStyle/>
        <a:p>
          <a:endParaRPr lang="en-US"/>
        </a:p>
      </dgm:t>
    </dgm:pt>
    <dgm:pt modelId="{83826EBD-E43F-4A4B-8180-01B2DCA876B0}" type="sibTrans" cxnId="{C02E0DBC-DEF9-4FCD-9CB1-E7BE7597FC47}">
      <dgm:prSet/>
      <dgm:spPr/>
      <dgm:t>
        <a:bodyPr/>
        <a:lstStyle/>
        <a:p>
          <a:endParaRPr lang="en-US"/>
        </a:p>
      </dgm:t>
    </dgm:pt>
    <dgm:pt modelId="{9AC16A85-016B-4F58-96E1-97D0EC939988}" type="pres">
      <dgm:prSet presAssocID="{D34E1198-DCBB-4E05-A0CF-1E300F885D55}" presName="matrix" presStyleCnt="0">
        <dgm:presLayoutVars>
          <dgm:chMax val="1"/>
          <dgm:dir/>
          <dgm:resizeHandles val="exact"/>
        </dgm:presLayoutVars>
      </dgm:prSet>
      <dgm:spPr/>
    </dgm:pt>
    <dgm:pt modelId="{70AA66CF-6151-4F60-AEF2-747109B78A4E}" type="pres">
      <dgm:prSet presAssocID="{D34E1198-DCBB-4E05-A0CF-1E300F885D55}" presName="diamond" presStyleLbl="bgShp" presStyleIdx="0" presStyleCnt="1"/>
      <dgm:spPr/>
    </dgm:pt>
    <dgm:pt modelId="{9327DDA8-2C9F-470D-B3AD-E00DD511A2F9}" type="pres">
      <dgm:prSet presAssocID="{D34E1198-DCBB-4E05-A0CF-1E300F885D5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A96ABEA-656A-4C21-ACC7-364B3DC06962}" type="pres">
      <dgm:prSet presAssocID="{D34E1198-DCBB-4E05-A0CF-1E300F885D5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4DEBDDE-EE1D-42B2-BF0A-399DB900648C}" type="pres">
      <dgm:prSet presAssocID="{D34E1198-DCBB-4E05-A0CF-1E300F885D5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662B1D9-EB7A-4B1D-941E-ECBF3CFE83A4}" type="pres">
      <dgm:prSet presAssocID="{D34E1198-DCBB-4E05-A0CF-1E300F885D5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F48F73F-C3E9-4B52-A5A9-976029622273}" srcId="{BC5E28E9-E66F-460B-8BDC-0AD68C2E16D2}" destId="{E1775D2F-051E-446D-9273-FE3E84CEA583}" srcOrd="1" destOrd="0" parTransId="{4F8A4B6B-4892-4FEA-A017-D654572889F4}" sibTransId="{9093AB17-93AB-424A-B368-6099A23354C5}"/>
    <dgm:cxn modelId="{66F95343-E723-4B39-B2DF-1955C0DA0C6E}" type="presOf" srcId="{C6B583D3-22CE-44F6-9D6D-60073A7D43C1}" destId="{4662B1D9-EB7A-4B1D-941E-ECBF3CFE83A4}" srcOrd="0" destOrd="4" presId="urn:microsoft.com/office/officeart/2005/8/layout/matrix3"/>
    <dgm:cxn modelId="{FE945755-E496-4595-A394-7CE77D345339}" srcId="{BC5E28E9-E66F-460B-8BDC-0AD68C2E16D2}" destId="{88016DA7-3274-4E03-84CE-5BF73D8D6CF0}" srcOrd="2" destOrd="0" parTransId="{F97441A5-24B7-4E06-A928-6D49D24A5A2E}" sibTransId="{C86DB544-4B13-4449-8663-F77F4229B754}"/>
    <dgm:cxn modelId="{427A7576-FA19-42AF-98D1-28D76CCB23DB}" type="presOf" srcId="{88016DA7-3274-4E03-84CE-5BF73D8D6CF0}" destId="{4662B1D9-EB7A-4B1D-941E-ECBF3CFE83A4}" srcOrd="0" destOrd="3" presId="urn:microsoft.com/office/officeart/2005/8/layout/matrix3"/>
    <dgm:cxn modelId="{6619FD78-A9E9-4629-80AE-DF3DD8A2D714}" type="presOf" srcId="{3749EEBB-64B4-468B-AD2E-54055E6792C4}" destId="{9A96ABEA-656A-4C21-ACC7-364B3DC06962}" srcOrd="0" destOrd="0" presId="urn:microsoft.com/office/officeart/2005/8/layout/matrix3"/>
    <dgm:cxn modelId="{2F953F94-8D0C-4FDD-B1A9-32FB2DF73DD3}" type="presOf" srcId="{B29D9D23-F3F8-4FC8-B132-1FA82CFEA218}" destId="{4662B1D9-EB7A-4B1D-941E-ECBF3CFE83A4}" srcOrd="0" destOrd="1" presId="urn:microsoft.com/office/officeart/2005/8/layout/matrix3"/>
    <dgm:cxn modelId="{C4AE35A0-B69D-4AF7-B3D4-90CDD934DFE6}" type="presOf" srcId="{C7387867-6253-4316-9EB9-0842735C03CB}" destId="{9327DDA8-2C9F-470D-B3AD-E00DD511A2F9}" srcOrd="0" destOrd="0" presId="urn:microsoft.com/office/officeart/2005/8/layout/matrix3"/>
    <dgm:cxn modelId="{6D1713B1-ED7A-4E70-8593-987E4F2D6C1D}" srcId="{BC5E28E9-E66F-460B-8BDC-0AD68C2E16D2}" destId="{B29D9D23-F3F8-4FC8-B132-1FA82CFEA218}" srcOrd="0" destOrd="0" parTransId="{514181BD-C10E-4EDF-ACF6-EB8FE8FEF44F}" sibTransId="{8AA1FFE3-6B7A-4DBF-B929-1828FC5E7B55}"/>
    <dgm:cxn modelId="{B5C364B4-0893-4577-B608-1A93C5CA62D5}" srcId="{D34E1198-DCBB-4E05-A0CF-1E300F885D55}" destId="{BC5E28E9-E66F-460B-8BDC-0AD68C2E16D2}" srcOrd="3" destOrd="0" parTransId="{902A2336-A55D-46D6-85B2-D0B37C76B4E2}" sibTransId="{465A5C29-7B4E-447C-B5C0-609190B3B2F7}"/>
    <dgm:cxn modelId="{C02E0DBC-DEF9-4FCD-9CB1-E7BE7597FC47}" srcId="{BC5E28E9-E66F-460B-8BDC-0AD68C2E16D2}" destId="{C6B583D3-22CE-44F6-9D6D-60073A7D43C1}" srcOrd="3" destOrd="0" parTransId="{D8D7573F-C602-4302-A2B2-7C2882B088F7}" sibTransId="{83826EBD-E43F-4A4B-8180-01B2DCA876B0}"/>
    <dgm:cxn modelId="{7974D8C8-327F-496B-ADF4-A000545B3A9E}" srcId="{D34E1198-DCBB-4E05-A0CF-1E300F885D55}" destId="{C7387867-6253-4316-9EB9-0842735C03CB}" srcOrd="0" destOrd="0" parTransId="{22552232-3FE7-4E71-BB85-B857D6DA78FC}" sibTransId="{BF1445C6-DDC9-4747-8732-D56527C83A86}"/>
    <dgm:cxn modelId="{42EAF9CA-D205-494D-B1F3-CA3168F97D77}" type="presOf" srcId="{E1775D2F-051E-446D-9273-FE3E84CEA583}" destId="{4662B1D9-EB7A-4B1D-941E-ECBF3CFE83A4}" srcOrd="0" destOrd="2" presId="urn:microsoft.com/office/officeart/2005/8/layout/matrix3"/>
    <dgm:cxn modelId="{CB9815DA-5144-494C-AB58-0CCC131E5551}" srcId="{D34E1198-DCBB-4E05-A0CF-1E300F885D55}" destId="{3749EEBB-64B4-468B-AD2E-54055E6792C4}" srcOrd="1" destOrd="0" parTransId="{3386FDD7-A681-4110-9C74-04F07F0E0A6E}" sibTransId="{466E27BE-0B76-489B-869E-D8AB7F238FBB}"/>
    <dgm:cxn modelId="{3A4883E1-7D86-4AE4-A66D-E7A434E36AF6}" type="presOf" srcId="{210F0AD0-ADC7-4B79-ACB5-28BCF0797F75}" destId="{A4DEBDDE-EE1D-42B2-BF0A-399DB900648C}" srcOrd="0" destOrd="0" presId="urn:microsoft.com/office/officeart/2005/8/layout/matrix3"/>
    <dgm:cxn modelId="{D0A7B6EC-5CE0-401F-A41E-9C060F91F575}" srcId="{D34E1198-DCBB-4E05-A0CF-1E300F885D55}" destId="{210F0AD0-ADC7-4B79-ACB5-28BCF0797F75}" srcOrd="2" destOrd="0" parTransId="{62C210B2-867A-487A-9B12-AE9C7151CD71}" sibTransId="{1EE050F0-ED98-44EE-A782-F9F6B54D1428}"/>
    <dgm:cxn modelId="{16DDBCF0-6A5B-48F5-AC7A-C611EE5AC228}" type="presOf" srcId="{BC5E28E9-E66F-460B-8BDC-0AD68C2E16D2}" destId="{4662B1D9-EB7A-4B1D-941E-ECBF3CFE83A4}" srcOrd="0" destOrd="0" presId="urn:microsoft.com/office/officeart/2005/8/layout/matrix3"/>
    <dgm:cxn modelId="{AEBCDEF4-91A1-4AC3-8954-5D982CCEF6CF}" type="presOf" srcId="{D34E1198-DCBB-4E05-A0CF-1E300F885D55}" destId="{9AC16A85-016B-4F58-96E1-97D0EC939988}" srcOrd="0" destOrd="0" presId="urn:microsoft.com/office/officeart/2005/8/layout/matrix3"/>
    <dgm:cxn modelId="{F05378E8-BC53-49C1-8C0F-E67C40AB8956}" type="presParOf" srcId="{9AC16A85-016B-4F58-96E1-97D0EC939988}" destId="{70AA66CF-6151-4F60-AEF2-747109B78A4E}" srcOrd="0" destOrd="0" presId="urn:microsoft.com/office/officeart/2005/8/layout/matrix3"/>
    <dgm:cxn modelId="{7927CE6C-4566-405B-81E8-B7D3CB9366D1}" type="presParOf" srcId="{9AC16A85-016B-4F58-96E1-97D0EC939988}" destId="{9327DDA8-2C9F-470D-B3AD-E00DD511A2F9}" srcOrd="1" destOrd="0" presId="urn:microsoft.com/office/officeart/2005/8/layout/matrix3"/>
    <dgm:cxn modelId="{2D8D05D6-D692-4B70-87AD-9758E7E89800}" type="presParOf" srcId="{9AC16A85-016B-4F58-96E1-97D0EC939988}" destId="{9A96ABEA-656A-4C21-ACC7-364B3DC06962}" srcOrd="2" destOrd="0" presId="urn:microsoft.com/office/officeart/2005/8/layout/matrix3"/>
    <dgm:cxn modelId="{A2672324-623E-422D-9119-FCB5BF7B3540}" type="presParOf" srcId="{9AC16A85-016B-4F58-96E1-97D0EC939988}" destId="{A4DEBDDE-EE1D-42B2-BF0A-399DB900648C}" srcOrd="3" destOrd="0" presId="urn:microsoft.com/office/officeart/2005/8/layout/matrix3"/>
    <dgm:cxn modelId="{11EDF0C8-E709-492D-B30F-8F81402CCB33}" type="presParOf" srcId="{9AC16A85-016B-4F58-96E1-97D0EC939988}" destId="{4662B1D9-EB7A-4B1D-941E-ECBF3CFE83A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0914506-F54F-4D9B-A620-F4B892921E45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00F6D84-8579-4595-8F30-B0899D9722B1}">
      <dgm:prSet/>
      <dgm:spPr/>
      <dgm:t>
        <a:bodyPr/>
        <a:lstStyle/>
        <a:p>
          <a:r>
            <a:rPr lang="en-IN"/>
            <a:t>Test Scripts: Automated test cases</a:t>
          </a:r>
          <a:endParaRPr lang="en-US"/>
        </a:p>
      </dgm:t>
    </dgm:pt>
    <dgm:pt modelId="{DA894308-A06B-4A99-A066-9D75A1C456A4}" type="parTrans" cxnId="{A2614BB4-F4C3-4A3C-87EC-55A52F592B31}">
      <dgm:prSet/>
      <dgm:spPr/>
      <dgm:t>
        <a:bodyPr/>
        <a:lstStyle/>
        <a:p>
          <a:endParaRPr lang="en-US"/>
        </a:p>
      </dgm:t>
    </dgm:pt>
    <dgm:pt modelId="{8D62B1A1-A694-4A50-9AF9-8F5F41A63B88}" type="sibTrans" cxnId="{A2614BB4-F4C3-4A3C-87EC-55A52F592B31}">
      <dgm:prSet/>
      <dgm:spPr/>
      <dgm:t>
        <a:bodyPr/>
        <a:lstStyle/>
        <a:p>
          <a:endParaRPr lang="en-US"/>
        </a:p>
      </dgm:t>
    </dgm:pt>
    <dgm:pt modelId="{7F860C96-1932-4897-A3D7-9396F27C9211}">
      <dgm:prSet/>
      <dgm:spPr/>
      <dgm:t>
        <a:bodyPr/>
        <a:lstStyle/>
        <a:p>
          <a:r>
            <a:rPr lang="en-IN" dirty="0"/>
            <a:t>Object Repository: Stores UI element</a:t>
          </a:r>
          <a:endParaRPr lang="en-US" dirty="0"/>
        </a:p>
      </dgm:t>
    </dgm:pt>
    <dgm:pt modelId="{E8F30081-FCC3-4DB1-996D-968773B79A46}" type="parTrans" cxnId="{A6B2677D-EB14-487D-853D-C3A92FEE0C7D}">
      <dgm:prSet/>
      <dgm:spPr/>
      <dgm:t>
        <a:bodyPr/>
        <a:lstStyle/>
        <a:p>
          <a:endParaRPr lang="en-US"/>
        </a:p>
      </dgm:t>
    </dgm:pt>
    <dgm:pt modelId="{26A56A39-5FD8-4012-A95A-BF2CF70E5C42}" type="sibTrans" cxnId="{A6B2677D-EB14-487D-853D-C3A92FEE0C7D}">
      <dgm:prSet/>
      <dgm:spPr/>
      <dgm:t>
        <a:bodyPr/>
        <a:lstStyle/>
        <a:p>
          <a:endParaRPr lang="en-US"/>
        </a:p>
      </dgm:t>
    </dgm:pt>
    <dgm:pt modelId="{670A7044-DF90-4E38-B2AC-78DD698B17FE}">
      <dgm:prSet/>
      <dgm:spPr/>
      <dgm:t>
        <a:bodyPr/>
        <a:lstStyle/>
        <a:p>
          <a:r>
            <a:rPr lang="en-IN"/>
            <a:t>locators</a:t>
          </a:r>
          <a:endParaRPr lang="en-US"/>
        </a:p>
      </dgm:t>
    </dgm:pt>
    <dgm:pt modelId="{46C08828-D062-49CA-A825-040FEE66484D}" type="parTrans" cxnId="{1051EF43-279B-4108-8793-E205626F59C5}">
      <dgm:prSet/>
      <dgm:spPr/>
      <dgm:t>
        <a:bodyPr/>
        <a:lstStyle/>
        <a:p>
          <a:endParaRPr lang="en-US"/>
        </a:p>
      </dgm:t>
    </dgm:pt>
    <dgm:pt modelId="{42FF6D55-D2F3-4449-98FD-8BD7950CC73F}" type="sibTrans" cxnId="{1051EF43-279B-4108-8793-E205626F59C5}">
      <dgm:prSet/>
      <dgm:spPr/>
      <dgm:t>
        <a:bodyPr/>
        <a:lstStyle/>
        <a:p>
          <a:endParaRPr lang="en-US"/>
        </a:p>
      </dgm:t>
    </dgm:pt>
    <dgm:pt modelId="{28E7DD8E-81D3-4808-BA5E-46170FF30C95}">
      <dgm:prSet/>
      <dgm:spPr/>
      <dgm:t>
        <a:bodyPr/>
        <a:lstStyle/>
        <a:p>
          <a:r>
            <a:rPr lang="en-IN"/>
            <a:t>Data Sources: Excel, CSV, databases, JSON</a:t>
          </a:r>
          <a:endParaRPr lang="en-US"/>
        </a:p>
      </dgm:t>
    </dgm:pt>
    <dgm:pt modelId="{B15F844E-626F-49F4-9E87-AED5FF66CDFA}" type="parTrans" cxnId="{F89496D6-5E42-47E4-80B6-7D2EBC12ED13}">
      <dgm:prSet/>
      <dgm:spPr/>
      <dgm:t>
        <a:bodyPr/>
        <a:lstStyle/>
        <a:p>
          <a:endParaRPr lang="en-US"/>
        </a:p>
      </dgm:t>
    </dgm:pt>
    <dgm:pt modelId="{050DB8D8-9327-4443-A026-493D53905682}" type="sibTrans" cxnId="{F89496D6-5E42-47E4-80B6-7D2EBC12ED13}">
      <dgm:prSet/>
      <dgm:spPr/>
      <dgm:t>
        <a:bodyPr/>
        <a:lstStyle/>
        <a:p>
          <a:endParaRPr lang="en-US"/>
        </a:p>
      </dgm:t>
    </dgm:pt>
    <dgm:pt modelId="{6E10AD36-4E09-48C3-994B-823DC186ACC1}">
      <dgm:prSet/>
      <dgm:spPr/>
      <dgm:t>
        <a:bodyPr/>
        <a:lstStyle/>
        <a:p>
          <a:r>
            <a:rPr lang="en-IN"/>
            <a:t>Utilities: Common functions (e.g., wait, click)</a:t>
          </a:r>
          <a:endParaRPr lang="en-US"/>
        </a:p>
      </dgm:t>
    </dgm:pt>
    <dgm:pt modelId="{7616A458-F4EF-4DAD-AF9D-A3A1BCCEC800}" type="parTrans" cxnId="{9E4BC367-DF4D-4BE9-ABBF-05024D9650E3}">
      <dgm:prSet/>
      <dgm:spPr/>
      <dgm:t>
        <a:bodyPr/>
        <a:lstStyle/>
        <a:p>
          <a:endParaRPr lang="en-US"/>
        </a:p>
      </dgm:t>
    </dgm:pt>
    <dgm:pt modelId="{E0FF4E7E-9CE5-4161-ACC7-54945B8CD544}" type="sibTrans" cxnId="{9E4BC367-DF4D-4BE9-ABBF-05024D9650E3}">
      <dgm:prSet/>
      <dgm:spPr/>
      <dgm:t>
        <a:bodyPr/>
        <a:lstStyle/>
        <a:p>
          <a:endParaRPr lang="en-US"/>
        </a:p>
      </dgm:t>
    </dgm:pt>
    <dgm:pt modelId="{94953800-211B-464B-8211-D8EB7A0DD027}">
      <dgm:prSet/>
      <dgm:spPr/>
      <dgm:t>
        <a:bodyPr/>
        <a:lstStyle/>
        <a:p>
          <a:r>
            <a:rPr lang="en-IN"/>
            <a:t>Reports: HTML/XML logs and dashboards</a:t>
          </a:r>
          <a:endParaRPr lang="en-US"/>
        </a:p>
      </dgm:t>
    </dgm:pt>
    <dgm:pt modelId="{0F673152-34C9-4734-BE03-1F8464866C5E}" type="parTrans" cxnId="{E4F24831-000D-4CA2-BBA6-61A22D89F81E}">
      <dgm:prSet/>
      <dgm:spPr/>
      <dgm:t>
        <a:bodyPr/>
        <a:lstStyle/>
        <a:p>
          <a:endParaRPr lang="en-US"/>
        </a:p>
      </dgm:t>
    </dgm:pt>
    <dgm:pt modelId="{662C64FB-B3BB-4813-9A3D-2EE0A4520711}" type="sibTrans" cxnId="{E4F24831-000D-4CA2-BBA6-61A22D89F81E}">
      <dgm:prSet/>
      <dgm:spPr/>
      <dgm:t>
        <a:bodyPr/>
        <a:lstStyle/>
        <a:p>
          <a:endParaRPr lang="en-US"/>
        </a:p>
      </dgm:t>
    </dgm:pt>
    <dgm:pt modelId="{B14C3311-3DA0-4142-B0BA-04F40E198474}">
      <dgm:prSet/>
      <dgm:spPr/>
      <dgm:t>
        <a:bodyPr/>
        <a:lstStyle/>
        <a:p>
          <a:r>
            <a:rPr lang="en-IN"/>
            <a:t>Configuration Files: Environment and test settings</a:t>
          </a:r>
          <a:endParaRPr lang="en-US"/>
        </a:p>
      </dgm:t>
    </dgm:pt>
    <dgm:pt modelId="{92422A10-C00D-410E-ACAD-86963A8E1FB1}" type="parTrans" cxnId="{35046911-55D5-4ECB-BA58-6F09D7BEF67A}">
      <dgm:prSet/>
      <dgm:spPr/>
      <dgm:t>
        <a:bodyPr/>
        <a:lstStyle/>
        <a:p>
          <a:endParaRPr lang="en-US"/>
        </a:p>
      </dgm:t>
    </dgm:pt>
    <dgm:pt modelId="{533D1C7A-F993-492E-BCE0-AB9BEA927042}" type="sibTrans" cxnId="{35046911-55D5-4ECB-BA58-6F09D7BEF67A}">
      <dgm:prSet/>
      <dgm:spPr/>
      <dgm:t>
        <a:bodyPr/>
        <a:lstStyle/>
        <a:p>
          <a:endParaRPr lang="en-US"/>
        </a:p>
      </dgm:t>
    </dgm:pt>
    <dgm:pt modelId="{A7312AA5-4153-4490-B469-4B22FAAA966A}" type="pres">
      <dgm:prSet presAssocID="{40914506-F54F-4D9B-A620-F4B892921E45}" presName="linear" presStyleCnt="0">
        <dgm:presLayoutVars>
          <dgm:animLvl val="lvl"/>
          <dgm:resizeHandles val="exact"/>
        </dgm:presLayoutVars>
      </dgm:prSet>
      <dgm:spPr/>
    </dgm:pt>
    <dgm:pt modelId="{28E716BD-8F5B-48E7-9818-15903DD1DAB7}" type="pres">
      <dgm:prSet presAssocID="{C00F6D84-8579-4595-8F30-B0899D9722B1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DE9318FD-08BE-4975-AE53-6E8D7C62E5E5}" type="pres">
      <dgm:prSet presAssocID="{8D62B1A1-A694-4A50-9AF9-8F5F41A63B88}" presName="spacer" presStyleCnt="0"/>
      <dgm:spPr/>
    </dgm:pt>
    <dgm:pt modelId="{7134A4DC-A670-4369-911B-232961F2ECA4}" type="pres">
      <dgm:prSet presAssocID="{7F860C96-1932-4897-A3D7-9396F27C9211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E4CF86CF-0D3C-4ACD-819F-8959782A411B}" type="pres">
      <dgm:prSet presAssocID="{26A56A39-5FD8-4012-A95A-BF2CF70E5C42}" presName="spacer" presStyleCnt="0"/>
      <dgm:spPr/>
    </dgm:pt>
    <dgm:pt modelId="{115457EC-9E82-4114-A03B-10AA0CD23EEC}" type="pres">
      <dgm:prSet presAssocID="{670A7044-DF90-4E38-B2AC-78DD698B17FE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FA9F6919-63D9-4E8F-9C75-859C0DCEBC40}" type="pres">
      <dgm:prSet presAssocID="{42FF6D55-D2F3-4449-98FD-8BD7950CC73F}" presName="spacer" presStyleCnt="0"/>
      <dgm:spPr/>
    </dgm:pt>
    <dgm:pt modelId="{9125455A-A550-4A10-BC90-4C942C07CF4F}" type="pres">
      <dgm:prSet presAssocID="{28E7DD8E-81D3-4808-BA5E-46170FF30C95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F720F184-A42C-4D56-8592-E9A988593B73}" type="pres">
      <dgm:prSet presAssocID="{050DB8D8-9327-4443-A026-493D53905682}" presName="spacer" presStyleCnt="0"/>
      <dgm:spPr/>
    </dgm:pt>
    <dgm:pt modelId="{FD52ABCA-BFFB-4E40-AD02-57157218A0FA}" type="pres">
      <dgm:prSet presAssocID="{6E10AD36-4E09-48C3-994B-823DC186ACC1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F0C72A9E-83CB-4DD0-9ACA-D730EC7B3713}" type="pres">
      <dgm:prSet presAssocID="{E0FF4E7E-9CE5-4161-ACC7-54945B8CD544}" presName="spacer" presStyleCnt="0"/>
      <dgm:spPr/>
    </dgm:pt>
    <dgm:pt modelId="{A4D2C9B7-A9C1-4665-9C86-4696D9D5BE45}" type="pres">
      <dgm:prSet presAssocID="{94953800-211B-464B-8211-D8EB7A0DD027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FB495F39-BD17-4F51-AACA-6FA7FA917BC3}" type="pres">
      <dgm:prSet presAssocID="{662C64FB-B3BB-4813-9A3D-2EE0A4520711}" presName="spacer" presStyleCnt="0"/>
      <dgm:spPr/>
    </dgm:pt>
    <dgm:pt modelId="{65F97ED4-CCCA-4A8C-ABDB-72435BB4840C}" type="pres">
      <dgm:prSet presAssocID="{B14C3311-3DA0-4142-B0BA-04F40E198474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35046911-55D5-4ECB-BA58-6F09D7BEF67A}" srcId="{40914506-F54F-4D9B-A620-F4B892921E45}" destId="{B14C3311-3DA0-4142-B0BA-04F40E198474}" srcOrd="6" destOrd="0" parTransId="{92422A10-C00D-410E-ACAD-86963A8E1FB1}" sibTransId="{533D1C7A-F993-492E-BCE0-AB9BEA927042}"/>
    <dgm:cxn modelId="{B013AD1A-E710-45D3-AF8D-9B57F559AE8B}" type="presOf" srcId="{94953800-211B-464B-8211-D8EB7A0DD027}" destId="{A4D2C9B7-A9C1-4665-9C86-4696D9D5BE45}" srcOrd="0" destOrd="0" presId="urn:microsoft.com/office/officeart/2005/8/layout/vList2"/>
    <dgm:cxn modelId="{609F522F-7C89-43BA-BA00-A956EAB80370}" type="presOf" srcId="{C00F6D84-8579-4595-8F30-B0899D9722B1}" destId="{28E716BD-8F5B-48E7-9818-15903DD1DAB7}" srcOrd="0" destOrd="0" presId="urn:microsoft.com/office/officeart/2005/8/layout/vList2"/>
    <dgm:cxn modelId="{E4F24831-000D-4CA2-BBA6-61A22D89F81E}" srcId="{40914506-F54F-4D9B-A620-F4B892921E45}" destId="{94953800-211B-464B-8211-D8EB7A0DD027}" srcOrd="5" destOrd="0" parTransId="{0F673152-34C9-4734-BE03-1F8464866C5E}" sibTransId="{662C64FB-B3BB-4813-9A3D-2EE0A4520711}"/>
    <dgm:cxn modelId="{E71B795B-2FA1-4CFB-9881-B09706BDEA09}" type="presOf" srcId="{28E7DD8E-81D3-4808-BA5E-46170FF30C95}" destId="{9125455A-A550-4A10-BC90-4C942C07CF4F}" srcOrd="0" destOrd="0" presId="urn:microsoft.com/office/officeart/2005/8/layout/vList2"/>
    <dgm:cxn modelId="{1051EF43-279B-4108-8793-E205626F59C5}" srcId="{40914506-F54F-4D9B-A620-F4B892921E45}" destId="{670A7044-DF90-4E38-B2AC-78DD698B17FE}" srcOrd="2" destOrd="0" parTransId="{46C08828-D062-49CA-A825-040FEE66484D}" sibTransId="{42FF6D55-D2F3-4449-98FD-8BD7950CC73F}"/>
    <dgm:cxn modelId="{9E4BC367-DF4D-4BE9-ABBF-05024D9650E3}" srcId="{40914506-F54F-4D9B-A620-F4B892921E45}" destId="{6E10AD36-4E09-48C3-994B-823DC186ACC1}" srcOrd="4" destOrd="0" parTransId="{7616A458-F4EF-4DAD-AF9D-A3A1BCCEC800}" sibTransId="{E0FF4E7E-9CE5-4161-ACC7-54945B8CD544}"/>
    <dgm:cxn modelId="{5ABAE56B-1D62-4A4B-8F6A-E5699812476A}" type="presOf" srcId="{7F860C96-1932-4897-A3D7-9396F27C9211}" destId="{7134A4DC-A670-4369-911B-232961F2ECA4}" srcOrd="0" destOrd="0" presId="urn:microsoft.com/office/officeart/2005/8/layout/vList2"/>
    <dgm:cxn modelId="{9E925E52-2BC6-43FC-874C-1F891BA1C85B}" type="presOf" srcId="{670A7044-DF90-4E38-B2AC-78DD698B17FE}" destId="{115457EC-9E82-4114-A03B-10AA0CD23EEC}" srcOrd="0" destOrd="0" presId="urn:microsoft.com/office/officeart/2005/8/layout/vList2"/>
    <dgm:cxn modelId="{A6B2677D-EB14-487D-853D-C3A92FEE0C7D}" srcId="{40914506-F54F-4D9B-A620-F4B892921E45}" destId="{7F860C96-1932-4897-A3D7-9396F27C9211}" srcOrd="1" destOrd="0" parTransId="{E8F30081-FCC3-4DB1-996D-968773B79A46}" sibTransId="{26A56A39-5FD8-4012-A95A-BF2CF70E5C42}"/>
    <dgm:cxn modelId="{A40ED57E-394C-4074-AB70-5D528DEE732D}" type="presOf" srcId="{B14C3311-3DA0-4142-B0BA-04F40E198474}" destId="{65F97ED4-CCCA-4A8C-ABDB-72435BB4840C}" srcOrd="0" destOrd="0" presId="urn:microsoft.com/office/officeart/2005/8/layout/vList2"/>
    <dgm:cxn modelId="{A2614BB4-F4C3-4A3C-87EC-55A52F592B31}" srcId="{40914506-F54F-4D9B-A620-F4B892921E45}" destId="{C00F6D84-8579-4595-8F30-B0899D9722B1}" srcOrd="0" destOrd="0" parTransId="{DA894308-A06B-4A99-A066-9D75A1C456A4}" sibTransId="{8D62B1A1-A694-4A50-9AF9-8F5F41A63B88}"/>
    <dgm:cxn modelId="{F89496D6-5E42-47E4-80B6-7D2EBC12ED13}" srcId="{40914506-F54F-4D9B-A620-F4B892921E45}" destId="{28E7DD8E-81D3-4808-BA5E-46170FF30C95}" srcOrd="3" destOrd="0" parTransId="{B15F844E-626F-49F4-9E87-AED5FF66CDFA}" sibTransId="{050DB8D8-9327-4443-A026-493D53905682}"/>
    <dgm:cxn modelId="{82F9D7DA-9E62-4AB1-8799-8852519348CE}" type="presOf" srcId="{6E10AD36-4E09-48C3-994B-823DC186ACC1}" destId="{FD52ABCA-BFFB-4E40-AD02-57157218A0FA}" srcOrd="0" destOrd="0" presId="urn:microsoft.com/office/officeart/2005/8/layout/vList2"/>
    <dgm:cxn modelId="{5A4791FF-F6FF-48EF-8297-607E35F1D06C}" type="presOf" srcId="{40914506-F54F-4D9B-A620-F4B892921E45}" destId="{A7312AA5-4153-4490-B469-4B22FAAA966A}" srcOrd="0" destOrd="0" presId="urn:microsoft.com/office/officeart/2005/8/layout/vList2"/>
    <dgm:cxn modelId="{D9A1A988-ED96-4775-9F47-595D25DF904D}" type="presParOf" srcId="{A7312AA5-4153-4490-B469-4B22FAAA966A}" destId="{28E716BD-8F5B-48E7-9818-15903DD1DAB7}" srcOrd="0" destOrd="0" presId="urn:microsoft.com/office/officeart/2005/8/layout/vList2"/>
    <dgm:cxn modelId="{B24C9078-B0FC-48E2-BF51-85A5FC92E361}" type="presParOf" srcId="{A7312AA5-4153-4490-B469-4B22FAAA966A}" destId="{DE9318FD-08BE-4975-AE53-6E8D7C62E5E5}" srcOrd="1" destOrd="0" presId="urn:microsoft.com/office/officeart/2005/8/layout/vList2"/>
    <dgm:cxn modelId="{FC1E4132-2918-42D7-BBFC-BC545E8717AD}" type="presParOf" srcId="{A7312AA5-4153-4490-B469-4B22FAAA966A}" destId="{7134A4DC-A670-4369-911B-232961F2ECA4}" srcOrd="2" destOrd="0" presId="urn:microsoft.com/office/officeart/2005/8/layout/vList2"/>
    <dgm:cxn modelId="{F55BE207-DE68-480D-A48C-9CF14B096018}" type="presParOf" srcId="{A7312AA5-4153-4490-B469-4B22FAAA966A}" destId="{E4CF86CF-0D3C-4ACD-819F-8959782A411B}" srcOrd="3" destOrd="0" presId="urn:microsoft.com/office/officeart/2005/8/layout/vList2"/>
    <dgm:cxn modelId="{1F48B169-73D7-42DD-A159-FFF829C28A2A}" type="presParOf" srcId="{A7312AA5-4153-4490-B469-4B22FAAA966A}" destId="{115457EC-9E82-4114-A03B-10AA0CD23EEC}" srcOrd="4" destOrd="0" presId="urn:microsoft.com/office/officeart/2005/8/layout/vList2"/>
    <dgm:cxn modelId="{72C646AF-2FA7-48D6-96DD-C4EC3C90EC9E}" type="presParOf" srcId="{A7312AA5-4153-4490-B469-4B22FAAA966A}" destId="{FA9F6919-63D9-4E8F-9C75-859C0DCEBC40}" srcOrd="5" destOrd="0" presId="urn:microsoft.com/office/officeart/2005/8/layout/vList2"/>
    <dgm:cxn modelId="{7A7F6A5B-A2D6-4203-8DA8-7D828E3069DD}" type="presParOf" srcId="{A7312AA5-4153-4490-B469-4B22FAAA966A}" destId="{9125455A-A550-4A10-BC90-4C942C07CF4F}" srcOrd="6" destOrd="0" presId="urn:microsoft.com/office/officeart/2005/8/layout/vList2"/>
    <dgm:cxn modelId="{51937F7A-218A-4A4A-A6A0-A022F05C76D5}" type="presParOf" srcId="{A7312AA5-4153-4490-B469-4B22FAAA966A}" destId="{F720F184-A42C-4D56-8592-E9A988593B73}" srcOrd="7" destOrd="0" presId="urn:microsoft.com/office/officeart/2005/8/layout/vList2"/>
    <dgm:cxn modelId="{DB442A64-63B6-4521-ACE1-08EA6EBBDA73}" type="presParOf" srcId="{A7312AA5-4153-4490-B469-4B22FAAA966A}" destId="{FD52ABCA-BFFB-4E40-AD02-57157218A0FA}" srcOrd="8" destOrd="0" presId="urn:microsoft.com/office/officeart/2005/8/layout/vList2"/>
    <dgm:cxn modelId="{3A9E5614-5D57-45ED-96B4-ED335A207662}" type="presParOf" srcId="{A7312AA5-4153-4490-B469-4B22FAAA966A}" destId="{F0C72A9E-83CB-4DD0-9ACA-D730EC7B3713}" srcOrd="9" destOrd="0" presId="urn:microsoft.com/office/officeart/2005/8/layout/vList2"/>
    <dgm:cxn modelId="{B426A6A1-E2C9-465B-B076-9C9B95434310}" type="presParOf" srcId="{A7312AA5-4153-4490-B469-4B22FAAA966A}" destId="{A4D2C9B7-A9C1-4665-9C86-4696D9D5BE45}" srcOrd="10" destOrd="0" presId="urn:microsoft.com/office/officeart/2005/8/layout/vList2"/>
    <dgm:cxn modelId="{29A4B24D-5B19-4656-B142-CA1D51ED6B98}" type="presParOf" srcId="{A7312AA5-4153-4490-B469-4B22FAAA966A}" destId="{FB495F39-BD17-4F51-AACA-6FA7FA917BC3}" srcOrd="11" destOrd="0" presId="urn:microsoft.com/office/officeart/2005/8/layout/vList2"/>
    <dgm:cxn modelId="{EDB094A0-1CC5-4B5A-96A6-8F6AAD114D52}" type="presParOf" srcId="{A7312AA5-4153-4490-B469-4B22FAAA966A}" destId="{65F97ED4-CCCA-4A8C-ABDB-72435BB4840C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BEFBC21-46A5-498C-A1A4-80398EB7532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E59421F-5A34-4F55-BDDE-7E98EF7F92AE}">
      <dgm:prSet/>
      <dgm:spPr/>
      <dgm:t>
        <a:bodyPr/>
        <a:lstStyle/>
        <a:p>
          <a:r>
            <a:rPr lang="en-GB"/>
            <a:t>When testing same functionality with multiple data sets</a:t>
          </a:r>
          <a:endParaRPr lang="en-US"/>
        </a:p>
      </dgm:t>
    </dgm:pt>
    <dgm:pt modelId="{CC710796-F5DF-4955-B8E7-0B428F545CC7}" type="parTrans" cxnId="{F1E71781-EAB5-46AD-9F2E-D50AEAF942AA}">
      <dgm:prSet/>
      <dgm:spPr/>
      <dgm:t>
        <a:bodyPr/>
        <a:lstStyle/>
        <a:p>
          <a:endParaRPr lang="en-US"/>
        </a:p>
      </dgm:t>
    </dgm:pt>
    <dgm:pt modelId="{B511FF6C-A484-4E76-AE8A-E8E2CB5AC5C8}" type="sibTrans" cxnId="{F1E71781-EAB5-46AD-9F2E-D50AEAF942AA}">
      <dgm:prSet/>
      <dgm:spPr/>
      <dgm:t>
        <a:bodyPr/>
        <a:lstStyle/>
        <a:p>
          <a:endParaRPr lang="en-US"/>
        </a:p>
      </dgm:t>
    </dgm:pt>
    <dgm:pt modelId="{0011B3B7-D59E-4A24-A0A4-1523F01F06EA}">
      <dgm:prSet/>
      <dgm:spPr/>
      <dgm:t>
        <a:bodyPr/>
        <a:lstStyle/>
        <a:p>
          <a:r>
            <a:rPr lang="en-GB"/>
            <a:t>When test data is frequently changing</a:t>
          </a:r>
          <a:endParaRPr lang="en-US"/>
        </a:p>
      </dgm:t>
    </dgm:pt>
    <dgm:pt modelId="{8F5EDF5D-D749-4826-9068-6A4BB929B929}" type="parTrans" cxnId="{B399D219-BFFC-4A76-AAA4-35555D4752EB}">
      <dgm:prSet/>
      <dgm:spPr/>
      <dgm:t>
        <a:bodyPr/>
        <a:lstStyle/>
        <a:p>
          <a:endParaRPr lang="en-US"/>
        </a:p>
      </dgm:t>
    </dgm:pt>
    <dgm:pt modelId="{11A2F8E4-C8F9-4BEA-BA3F-BD3EDEF0173F}" type="sibTrans" cxnId="{B399D219-BFFC-4A76-AAA4-35555D4752EB}">
      <dgm:prSet/>
      <dgm:spPr/>
      <dgm:t>
        <a:bodyPr/>
        <a:lstStyle/>
        <a:p>
          <a:endParaRPr lang="en-US"/>
        </a:p>
      </dgm:t>
    </dgm:pt>
    <dgm:pt modelId="{DCCBA6F8-BEBD-40DA-9074-164444025E19}">
      <dgm:prSet/>
      <dgm:spPr/>
      <dgm:t>
        <a:bodyPr/>
        <a:lstStyle/>
        <a:p>
          <a:r>
            <a:rPr lang="en-GB"/>
            <a:t>For login, registration, form validation scenarios</a:t>
          </a:r>
          <a:endParaRPr lang="en-US"/>
        </a:p>
      </dgm:t>
    </dgm:pt>
    <dgm:pt modelId="{3F0FCE3A-FE10-4778-A01F-8638B9091D3B}" type="parTrans" cxnId="{21D875E5-015E-48E4-8A21-84873BE7B0A3}">
      <dgm:prSet/>
      <dgm:spPr/>
      <dgm:t>
        <a:bodyPr/>
        <a:lstStyle/>
        <a:p>
          <a:endParaRPr lang="en-US"/>
        </a:p>
      </dgm:t>
    </dgm:pt>
    <dgm:pt modelId="{260AF676-3D85-42AB-957B-1724B1F8FA6F}" type="sibTrans" cxnId="{21D875E5-015E-48E4-8A21-84873BE7B0A3}">
      <dgm:prSet/>
      <dgm:spPr/>
      <dgm:t>
        <a:bodyPr/>
        <a:lstStyle/>
        <a:p>
          <a:endParaRPr lang="en-US"/>
        </a:p>
      </dgm:t>
    </dgm:pt>
    <dgm:pt modelId="{3D39E685-B7EC-45EC-B024-1D941761D82C}" type="pres">
      <dgm:prSet presAssocID="{2BEFBC21-46A5-498C-A1A4-80398EB75326}" presName="root" presStyleCnt="0">
        <dgm:presLayoutVars>
          <dgm:dir/>
          <dgm:resizeHandles val="exact"/>
        </dgm:presLayoutVars>
      </dgm:prSet>
      <dgm:spPr/>
    </dgm:pt>
    <dgm:pt modelId="{36234C2D-8DCD-4E34-AF5C-E0EB18D1B4B5}" type="pres">
      <dgm:prSet presAssocID="{8E59421F-5A34-4F55-BDDE-7E98EF7F92AE}" presName="compNode" presStyleCnt="0"/>
      <dgm:spPr/>
    </dgm:pt>
    <dgm:pt modelId="{8B6C994B-1F8B-4E97-81FE-655E1E6C9049}" type="pres">
      <dgm:prSet presAssocID="{8E59421F-5A34-4F55-BDDE-7E98EF7F92AE}" presName="bgRect" presStyleLbl="bgShp" presStyleIdx="0" presStyleCnt="3"/>
      <dgm:spPr/>
    </dgm:pt>
    <dgm:pt modelId="{824FFE33-2345-4EBA-A553-5C30B49799AD}" type="pres">
      <dgm:prSet presAssocID="{8E59421F-5A34-4F55-BDDE-7E98EF7F92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97F53A0-0EA9-4AFC-8BA1-EFD8C95A611A}" type="pres">
      <dgm:prSet presAssocID="{8E59421F-5A34-4F55-BDDE-7E98EF7F92AE}" presName="spaceRect" presStyleCnt="0"/>
      <dgm:spPr/>
    </dgm:pt>
    <dgm:pt modelId="{EB986AA9-3EC5-4F7F-A95A-C33FB990A5BC}" type="pres">
      <dgm:prSet presAssocID="{8E59421F-5A34-4F55-BDDE-7E98EF7F92AE}" presName="parTx" presStyleLbl="revTx" presStyleIdx="0" presStyleCnt="3">
        <dgm:presLayoutVars>
          <dgm:chMax val="0"/>
          <dgm:chPref val="0"/>
        </dgm:presLayoutVars>
      </dgm:prSet>
      <dgm:spPr/>
    </dgm:pt>
    <dgm:pt modelId="{574FA952-AC16-4F54-AA3E-BFF6FC26AF17}" type="pres">
      <dgm:prSet presAssocID="{B511FF6C-A484-4E76-AE8A-E8E2CB5AC5C8}" presName="sibTrans" presStyleCnt="0"/>
      <dgm:spPr/>
    </dgm:pt>
    <dgm:pt modelId="{3A6B3485-AF06-452E-AF1E-790114780825}" type="pres">
      <dgm:prSet presAssocID="{0011B3B7-D59E-4A24-A0A4-1523F01F06EA}" presName="compNode" presStyleCnt="0"/>
      <dgm:spPr/>
    </dgm:pt>
    <dgm:pt modelId="{9D647E9E-A8B7-4A88-AE70-128A42A4FC3E}" type="pres">
      <dgm:prSet presAssocID="{0011B3B7-D59E-4A24-A0A4-1523F01F06EA}" presName="bgRect" presStyleLbl="bgShp" presStyleIdx="1" presStyleCnt="3"/>
      <dgm:spPr/>
    </dgm:pt>
    <dgm:pt modelId="{BD6938F4-A18E-4776-96F2-F8C54D66A75A}" type="pres">
      <dgm:prSet presAssocID="{0011B3B7-D59E-4A24-A0A4-1523F01F06E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Case"/>
        </a:ext>
      </dgm:extLst>
    </dgm:pt>
    <dgm:pt modelId="{FA8A170B-8DF8-44B3-BD95-B24D4FD08D61}" type="pres">
      <dgm:prSet presAssocID="{0011B3B7-D59E-4A24-A0A4-1523F01F06EA}" presName="spaceRect" presStyleCnt="0"/>
      <dgm:spPr/>
    </dgm:pt>
    <dgm:pt modelId="{CE7618F0-0B0E-43B6-A6BD-6B7D1CF80A19}" type="pres">
      <dgm:prSet presAssocID="{0011B3B7-D59E-4A24-A0A4-1523F01F06EA}" presName="parTx" presStyleLbl="revTx" presStyleIdx="1" presStyleCnt="3">
        <dgm:presLayoutVars>
          <dgm:chMax val="0"/>
          <dgm:chPref val="0"/>
        </dgm:presLayoutVars>
      </dgm:prSet>
      <dgm:spPr/>
    </dgm:pt>
    <dgm:pt modelId="{41D02EBE-399B-4B66-8C39-E8A2808791BC}" type="pres">
      <dgm:prSet presAssocID="{11A2F8E4-C8F9-4BEA-BA3F-BD3EDEF0173F}" presName="sibTrans" presStyleCnt="0"/>
      <dgm:spPr/>
    </dgm:pt>
    <dgm:pt modelId="{0AA67F94-76A0-454D-BE8B-40DBA7DA2571}" type="pres">
      <dgm:prSet presAssocID="{DCCBA6F8-BEBD-40DA-9074-164444025E19}" presName="compNode" presStyleCnt="0"/>
      <dgm:spPr/>
    </dgm:pt>
    <dgm:pt modelId="{20FC11B0-79F6-499D-ADD2-801B367F0C51}" type="pres">
      <dgm:prSet presAssocID="{DCCBA6F8-BEBD-40DA-9074-164444025E19}" presName="bgRect" presStyleLbl="bgShp" presStyleIdx="2" presStyleCnt="3"/>
      <dgm:spPr/>
    </dgm:pt>
    <dgm:pt modelId="{76AEC995-0B5B-4CAB-A874-9ECE158F74B4}" type="pres">
      <dgm:prSet presAssocID="{DCCBA6F8-BEBD-40DA-9074-164444025E1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Plan"/>
        </a:ext>
      </dgm:extLst>
    </dgm:pt>
    <dgm:pt modelId="{BD4FFAB8-0CB0-4E04-9480-BA17B8F37043}" type="pres">
      <dgm:prSet presAssocID="{DCCBA6F8-BEBD-40DA-9074-164444025E19}" presName="spaceRect" presStyleCnt="0"/>
      <dgm:spPr/>
    </dgm:pt>
    <dgm:pt modelId="{C671EFFF-3373-4DE7-A754-C28A4C36C383}" type="pres">
      <dgm:prSet presAssocID="{DCCBA6F8-BEBD-40DA-9074-164444025E1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399D219-BFFC-4A76-AAA4-35555D4752EB}" srcId="{2BEFBC21-46A5-498C-A1A4-80398EB75326}" destId="{0011B3B7-D59E-4A24-A0A4-1523F01F06EA}" srcOrd="1" destOrd="0" parTransId="{8F5EDF5D-D749-4826-9068-6A4BB929B929}" sibTransId="{11A2F8E4-C8F9-4BEA-BA3F-BD3EDEF0173F}"/>
    <dgm:cxn modelId="{BB14961F-26AF-4E36-ACE2-73B14075B9D2}" type="presOf" srcId="{DCCBA6F8-BEBD-40DA-9074-164444025E19}" destId="{C671EFFF-3373-4DE7-A754-C28A4C36C383}" srcOrd="0" destOrd="0" presId="urn:microsoft.com/office/officeart/2018/2/layout/IconVerticalSolidList"/>
    <dgm:cxn modelId="{ED4F393E-98A4-4589-9A3D-6C498DB8B883}" type="presOf" srcId="{2BEFBC21-46A5-498C-A1A4-80398EB75326}" destId="{3D39E685-B7EC-45EC-B024-1D941761D82C}" srcOrd="0" destOrd="0" presId="urn:microsoft.com/office/officeart/2018/2/layout/IconVerticalSolidList"/>
    <dgm:cxn modelId="{F1E71781-EAB5-46AD-9F2E-D50AEAF942AA}" srcId="{2BEFBC21-46A5-498C-A1A4-80398EB75326}" destId="{8E59421F-5A34-4F55-BDDE-7E98EF7F92AE}" srcOrd="0" destOrd="0" parTransId="{CC710796-F5DF-4955-B8E7-0B428F545CC7}" sibTransId="{B511FF6C-A484-4E76-AE8A-E8E2CB5AC5C8}"/>
    <dgm:cxn modelId="{30C5C08D-560C-422D-96C0-8542766083D4}" type="presOf" srcId="{0011B3B7-D59E-4A24-A0A4-1523F01F06EA}" destId="{CE7618F0-0B0E-43B6-A6BD-6B7D1CF80A19}" srcOrd="0" destOrd="0" presId="urn:microsoft.com/office/officeart/2018/2/layout/IconVerticalSolidList"/>
    <dgm:cxn modelId="{2D9466C1-4929-46AE-9ACB-98C5B8EDDCEE}" type="presOf" srcId="{8E59421F-5A34-4F55-BDDE-7E98EF7F92AE}" destId="{EB986AA9-3EC5-4F7F-A95A-C33FB990A5BC}" srcOrd="0" destOrd="0" presId="urn:microsoft.com/office/officeart/2018/2/layout/IconVerticalSolidList"/>
    <dgm:cxn modelId="{21D875E5-015E-48E4-8A21-84873BE7B0A3}" srcId="{2BEFBC21-46A5-498C-A1A4-80398EB75326}" destId="{DCCBA6F8-BEBD-40DA-9074-164444025E19}" srcOrd="2" destOrd="0" parTransId="{3F0FCE3A-FE10-4778-A01F-8638B9091D3B}" sibTransId="{260AF676-3D85-42AB-957B-1724B1F8FA6F}"/>
    <dgm:cxn modelId="{63B24E34-2BCC-4BA4-8DEB-EBAC9989B610}" type="presParOf" srcId="{3D39E685-B7EC-45EC-B024-1D941761D82C}" destId="{36234C2D-8DCD-4E34-AF5C-E0EB18D1B4B5}" srcOrd="0" destOrd="0" presId="urn:microsoft.com/office/officeart/2018/2/layout/IconVerticalSolidList"/>
    <dgm:cxn modelId="{F9DA27C7-7D16-4B8F-A259-DBB4346B09C7}" type="presParOf" srcId="{36234C2D-8DCD-4E34-AF5C-E0EB18D1B4B5}" destId="{8B6C994B-1F8B-4E97-81FE-655E1E6C9049}" srcOrd="0" destOrd="0" presId="urn:microsoft.com/office/officeart/2018/2/layout/IconVerticalSolidList"/>
    <dgm:cxn modelId="{5D661E81-4806-4B99-AE54-3C656F997417}" type="presParOf" srcId="{36234C2D-8DCD-4E34-AF5C-E0EB18D1B4B5}" destId="{824FFE33-2345-4EBA-A553-5C30B49799AD}" srcOrd="1" destOrd="0" presId="urn:microsoft.com/office/officeart/2018/2/layout/IconVerticalSolidList"/>
    <dgm:cxn modelId="{E9F13655-EEE2-444E-A905-328CDD7A58AF}" type="presParOf" srcId="{36234C2D-8DCD-4E34-AF5C-E0EB18D1B4B5}" destId="{C97F53A0-0EA9-4AFC-8BA1-EFD8C95A611A}" srcOrd="2" destOrd="0" presId="urn:microsoft.com/office/officeart/2018/2/layout/IconVerticalSolidList"/>
    <dgm:cxn modelId="{6B37CE19-1EDA-4F7F-93A0-B100A0450F4F}" type="presParOf" srcId="{36234C2D-8DCD-4E34-AF5C-E0EB18D1B4B5}" destId="{EB986AA9-3EC5-4F7F-A95A-C33FB990A5BC}" srcOrd="3" destOrd="0" presId="urn:microsoft.com/office/officeart/2018/2/layout/IconVerticalSolidList"/>
    <dgm:cxn modelId="{BDCB5E4A-B364-4DAF-AFA8-902E29731CF7}" type="presParOf" srcId="{3D39E685-B7EC-45EC-B024-1D941761D82C}" destId="{574FA952-AC16-4F54-AA3E-BFF6FC26AF17}" srcOrd="1" destOrd="0" presId="urn:microsoft.com/office/officeart/2018/2/layout/IconVerticalSolidList"/>
    <dgm:cxn modelId="{32EA4361-F5B3-4F84-9789-2B936F7CAD1E}" type="presParOf" srcId="{3D39E685-B7EC-45EC-B024-1D941761D82C}" destId="{3A6B3485-AF06-452E-AF1E-790114780825}" srcOrd="2" destOrd="0" presId="urn:microsoft.com/office/officeart/2018/2/layout/IconVerticalSolidList"/>
    <dgm:cxn modelId="{0CC87BC9-8930-4F85-93FC-D4CD5E5DE000}" type="presParOf" srcId="{3A6B3485-AF06-452E-AF1E-790114780825}" destId="{9D647E9E-A8B7-4A88-AE70-128A42A4FC3E}" srcOrd="0" destOrd="0" presId="urn:microsoft.com/office/officeart/2018/2/layout/IconVerticalSolidList"/>
    <dgm:cxn modelId="{8B20F70C-FA95-412A-AFAF-A6711EC8F499}" type="presParOf" srcId="{3A6B3485-AF06-452E-AF1E-790114780825}" destId="{BD6938F4-A18E-4776-96F2-F8C54D66A75A}" srcOrd="1" destOrd="0" presId="urn:microsoft.com/office/officeart/2018/2/layout/IconVerticalSolidList"/>
    <dgm:cxn modelId="{672B74BD-F276-4A91-AFA1-7B6C7C81873E}" type="presParOf" srcId="{3A6B3485-AF06-452E-AF1E-790114780825}" destId="{FA8A170B-8DF8-44B3-BD95-B24D4FD08D61}" srcOrd="2" destOrd="0" presId="urn:microsoft.com/office/officeart/2018/2/layout/IconVerticalSolidList"/>
    <dgm:cxn modelId="{596EA70E-F75E-4764-A87E-4FCA44FAC662}" type="presParOf" srcId="{3A6B3485-AF06-452E-AF1E-790114780825}" destId="{CE7618F0-0B0E-43B6-A6BD-6B7D1CF80A19}" srcOrd="3" destOrd="0" presId="urn:microsoft.com/office/officeart/2018/2/layout/IconVerticalSolidList"/>
    <dgm:cxn modelId="{48248427-42B7-4D7F-ACF9-D4B7EC06BDDF}" type="presParOf" srcId="{3D39E685-B7EC-45EC-B024-1D941761D82C}" destId="{41D02EBE-399B-4B66-8C39-E8A2808791BC}" srcOrd="3" destOrd="0" presId="urn:microsoft.com/office/officeart/2018/2/layout/IconVerticalSolidList"/>
    <dgm:cxn modelId="{60F3599E-19B0-4BE3-9D1F-C25DE7654D7F}" type="presParOf" srcId="{3D39E685-B7EC-45EC-B024-1D941761D82C}" destId="{0AA67F94-76A0-454D-BE8B-40DBA7DA2571}" srcOrd="4" destOrd="0" presId="urn:microsoft.com/office/officeart/2018/2/layout/IconVerticalSolidList"/>
    <dgm:cxn modelId="{87522EC8-ED08-4912-9697-0E82CE6D4794}" type="presParOf" srcId="{0AA67F94-76A0-454D-BE8B-40DBA7DA2571}" destId="{20FC11B0-79F6-499D-ADD2-801B367F0C51}" srcOrd="0" destOrd="0" presId="urn:microsoft.com/office/officeart/2018/2/layout/IconVerticalSolidList"/>
    <dgm:cxn modelId="{FB69C430-C18A-44E9-8341-EA237A178754}" type="presParOf" srcId="{0AA67F94-76A0-454D-BE8B-40DBA7DA2571}" destId="{76AEC995-0B5B-4CAB-A874-9ECE158F74B4}" srcOrd="1" destOrd="0" presId="urn:microsoft.com/office/officeart/2018/2/layout/IconVerticalSolidList"/>
    <dgm:cxn modelId="{1B5EABC7-C1C7-439C-B964-4C82730B765C}" type="presParOf" srcId="{0AA67F94-76A0-454D-BE8B-40DBA7DA2571}" destId="{BD4FFAB8-0CB0-4E04-9480-BA17B8F37043}" srcOrd="2" destOrd="0" presId="urn:microsoft.com/office/officeart/2018/2/layout/IconVerticalSolidList"/>
    <dgm:cxn modelId="{83A0BD2A-FDA9-4CD2-82BE-E06A8C084E83}" type="presParOf" srcId="{0AA67F94-76A0-454D-BE8B-40DBA7DA2571}" destId="{C671EFFF-3373-4DE7-A754-C28A4C36C38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0F36AC0-8D24-4BFB-94B1-458ED6BDA2D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7634269-CA77-4ED9-8826-166EE9CD07BB}">
      <dgm:prSet/>
      <dgm:spPr/>
      <dgm:t>
        <a:bodyPr/>
        <a:lstStyle/>
        <a:p>
          <a:r>
            <a:rPr lang="en-GB"/>
            <a:t>Non-technical users involved in test case creation</a:t>
          </a:r>
          <a:endParaRPr lang="en-US"/>
        </a:p>
      </dgm:t>
    </dgm:pt>
    <dgm:pt modelId="{C8FAA4F0-437F-4D3D-A71F-321C87105EF8}" type="parTrans" cxnId="{AD85C552-BE74-4EA1-9F93-1E196DF66F83}">
      <dgm:prSet/>
      <dgm:spPr/>
      <dgm:t>
        <a:bodyPr/>
        <a:lstStyle/>
        <a:p>
          <a:endParaRPr lang="en-US"/>
        </a:p>
      </dgm:t>
    </dgm:pt>
    <dgm:pt modelId="{94776CAF-4C4D-439C-85D8-AF2920BA0D98}" type="sibTrans" cxnId="{AD85C552-BE74-4EA1-9F93-1E196DF66F83}">
      <dgm:prSet/>
      <dgm:spPr/>
      <dgm:t>
        <a:bodyPr/>
        <a:lstStyle/>
        <a:p>
          <a:endParaRPr lang="en-US"/>
        </a:p>
      </dgm:t>
    </dgm:pt>
    <dgm:pt modelId="{2FB1A94C-24AD-4536-8B20-0EC96BCCA978}">
      <dgm:prSet/>
      <dgm:spPr/>
      <dgm:t>
        <a:bodyPr/>
        <a:lstStyle/>
        <a:p>
          <a:r>
            <a:rPr lang="en-GB"/>
            <a:t>Functional testing with repeatable steps</a:t>
          </a:r>
          <a:endParaRPr lang="en-US"/>
        </a:p>
      </dgm:t>
    </dgm:pt>
    <dgm:pt modelId="{5A41B26E-E072-4A35-B35C-25AB7663AAE0}" type="parTrans" cxnId="{3061013F-93FB-4E7A-BC02-ECC02A8A629A}">
      <dgm:prSet/>
      <dgm:spPr/>
      <dgm:t>
        <a:bodyPr/>
        <a:lstStyle/>
        <a:p>
          <a:endParaRPr lang="en-US"/>
        </a:p>
      </dgm:t>
    </dgm:pt>
    <dgm:pt modelId="{2CE472D6-A718-4458-BE7E-B85FB3BF4F86}" type="sibTrans" cxnId="{3061013F-93FB-4E7A-BC02-ECC02A8A629A}">
      <dgm:prSet/>
      <dgm:spPr/>
      <dgm:t>
        <a:bodyPr/>
        <a:lstStyle/>
        <a:p>
          <a:endParaRPr lang="en-US"/>
        </a:p>
      </dgm:t>
    </dgm:pt>
    <dgm:pt modelId="{936C8509-6DC3-4F31-B345-BD27C0EBA8A7}">
      <dgm:prSet/>
      <dgm:spPr/>
      <dgm:t>
        <a:bodyPr/>
        <a:lstStyle/>
        <a:p>
          <a:r>
            <a:rPr lang="en-GB"/>
            <a:t>When steps are modular and reusable</a:t>
          </a:r>
          <a:endParaRPr lang="en-US"/>
        </a:p>
      </dgm:t>
    </dgm:pt>
    <dgm:pt modelId="{D7935795-34AB-4FE2-AFE3-FD07486F8314}" type="parTrans" cxnId="{361959DE-5193-4F7E-80F4-45697C8B5FC0}">
      <dgm:prSet/>
      <dgm:spPr/>
      <dgm:t>
        <a:bodyPr/>
        <a:lstStyle/>
        <a:p>
          <a:endParaRPr lang="en-US"/>
        </a:p>
      </dgm:t>
    </dgm:pt>
    <dgm:pt modelId="{728B5134-0F98-4E43-BA97-EC0886D9237D}" type="sibTrans" cxnId="{361959DE-5193-4F7E-80F4-45697C8B5FC0}">
      <dgm:prSet/>
      <dgm:spPr/>
      <dgm:t>
        <a:bodyPr/>
        <a:lstStyle/>
        <a:p>
          <a:endParaRPr lang="en-US"/>
        </a:p>
      </dgm:t>
    </dgm:pt>
    <dgm:pt modelId="{E8BEE1BB-9696-4DD8-BE72-363EADAAB24E}">
      <dgm:prSet/>
      <dgm:spPr/>
      <dgm:t>
        <a:bodyPr/>
        <a:lstStyle/>
        <a:p>
          <a:r>
            <a:rPr lang="en-GB"/>
            <a:t>Integration into CI/CD pipelines</a:t>
          </a:r>
          <a:endParaRPr lang="en-US"/>
        </a:p>
      </dgm:t>
    </dgm:pt>
    <dgm:pt modelId="{04AB9599-CB1C-497D-9D4C-3046E03E7628}" type="parTrans" cxnId="{ED5F1A9A-C4CB-4AE0-8D3F-50ED6B6C0C07}">
      <dgm:prSet/>
      <dgm:spPr/>
      <dgm:t>
        <a:bodyPr/>
        <a:lstStyle/>
        <a:p>
          <a:endParaRPr lang="en-US"/>
        </a:p>
      </dgm:t>
    </dgm:pt>
    <dgm:pt modelId="{6995D236-6DB7-458E-A34D-74D23C19AD95}" type="sibTrans" cxnId="{ED5F1A9A-C4CB-4AE0-8D3F-50ED6B6C0C07}">
      <dgm:prSet/>
      <dgm:spPr/>
      <dgm:t>
        <a:bodyPr/>
        <a:lstStyle/>
        <a:p>
          <a:endParaRPr lang="en-US"/>
        </a:p>
      </dgm:t>
    </dgm:pt>
    <dgm:pt modelId="{9A980EA1-6AFA-4CE8-A072-8B79914B8207}" type="pres">
      <dgm:prSet presAssocID="{E0F36AC0-8D24-4BFB-94B1-458ED6BDA2D0}" presName="root" presStyleCnt="0">
        <dgm:presLayoutVars>
          <dgm:dir/>
          <dgm:resizeHandles val="exact"/>
        </dgm:presLayoutVars>
      </dgm:prSet>
      <dgm:spPr/>
    </dgm:pt>
    <dgm:pt modelId="{9CCA3FFD-BB33-4B42-B4AB-3CA0E932313F}" type="pres">
      <dgm:prSet presAssocID="{C7634269-CA77-4ED9-8826-166EE9CD07BB}" presName="compNode" presStyleCnt="0"/>
      <dgm:spPr/>
    </dgm:pt>
    <dgm:pt modelId="{24344D08-7364-4DEA-AA90-461387861B66}" type="pres">
      <dgm:prSet presAssocID="{C7634269-CA77-4ED9-8826-166EE9CD07BB}" presName="bgRect" presStyleLbl="bgShp" presStyleIdx="0" presStyleCnt="4"/>
      <dgm:spPr/>
    </dgm:pt>
    <dgm:pt modelId="{B727DDDC-2B71-4BDC-8271-ABC1BFB4D5C7}" type="pres">
      <dgm:prSet presAssocID="{C7634269-CA77-4ED9-8826-166EE9CD07B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0B617A3E-ECBD-4060-B554-94CB3173B6E6}" type="pres">
      <dgm:prSet presAssocID="{C7634269-CA77-4ED9-8826-166EE9CD07BB}" presName="spaceRect" presStyleCnt="0"/>
      <dgm:spPr/>
    </dgm:pt>
    <dgm:pt modelId="{3E627284-547A-4CF4-B443-91CB1F3EDA04}" type="pres">
      <dgm:prSet presAssocID="{C7634269-CA77-4ED9-8826-166EE9CD07BB}" presName="parTx" presStyleLbl="revTx" presStyleIdx="0" presStyleCnt="4">
        <dgm:presLayoutVars>
          <dgm:chMax val="0"/>
          <dgm:chPref val="0"/>
        </dgm:presLayoutVars>
      </dgm:prSet>
      <dgm:spPr/>
    </dgm:pt>
    <dgm:pt modelId="{8559852C-3E00-4021-8D41-C4281822B332}" type="pres">
      <dgm:prSet presAssocID="{94776CAF-4C4D-439C-85D8-AF2920BA0D98}" presName="sibTrans" presStyleCnt="0"/>
      <dgm:spPr/>
    </dgm:pt>
    <dgm:pt modelId="{3FF4BF69-58A3-4A77-9615-91437251EE5D}" type="pres">
      <dgm:prSet presAssocID="{2FB1A94C-24AD-4536-8B20-0EC96BCCA978}" presName="compNode" presStyleCnt="0"/>
      <dgm:spPr/>
    </dgm:pt>
    <dgm:pt modelId="{031B5984-2A18-4FD8-94F5-F1C92EEEB3D0}" type="pres">
      <dgm:prSet presAssocID="{2FB1A94C-24AD-4536-8B20-0EC96BCCA978}" presName="bgRect" presStyleLbl="bgShp" presStyleIdx="1" presStyleCnt="4"/>
      <dgm:spPr/>
    </dgm:pt>
    <dgm:pt modelId="{131D8427-FBFF-4C68-BF47-362E42204963}" type="pres">
      <dgm:prSet presAssocID="{2FB1A94C-24AD-4536-8B20-0EC96BCCA97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B1BCA2A-E51C-4D85-821E-9AA324995F77}" type="pres">
      <dgm:prSet presAssocID="{2FB1A94C-24AD-4536-8B20-0EC96BCCA978}" presName="spaceRect" presStyleCnt="0"/>
      <dgm:spPr/>
    </dgm:pt>
    <dgm:pt modelId="{BB812D63-9744-416F-A153-21977CB2DCF3}" type="pres">
      <dgm:prSet presAssocID="{2FB1A94C-24AD-4536-8B20-0EC96BCCA978}" presName="parTx" presStyleLbl="revTx" presStyleIdx="1" presStyleCnt="4">
        <dgm:presLayoutVars>
          <dgm:chMax val="0"/>
          <dgm:chPref val="0"/>
        </dgm:presLayoutVars>
      </dgm:prSet>
      <dgm:spPr/>
    </dgm:pt>
    <dgm:pt modelId="{517C2CD1-8614-4402-88CA-CB422CA47A4D}" type="pres">
      <dgm:prSet presAssocID="{2CE472D6-A718-4458-BE7E-B85FB3BF4F86}" presName="sibTrans" presStyleCnt="0"/>
      <dgm:spPr/>
    </dgm:pt>
    <dgm:pt modelId="{2880BE1E-8258-43DE-852B-621B4BFE3BE3}" type="pres">
      <dgm:prSet presAssocID="{936C8509-6DC3-4F31-B345-BD27C0EBA8A7}" presName="compNode" presStyleCnt="0"/>
      <dgm:spPr/>
    </dgm:pt>
    <dgm:pt modelId="{0CB28856-BF20-42E4-B6A0-AEF5225E7254}" type="pres">
      <dgm:prSet presAssocID="{936C8509-6DC3-4F31-B345-BD27C0EBA8A7}" presName="bgRect" presStyleLbl="bgShp" presStyleIdx="2" presStyleCnt="4"/>
      <dgm:spPr/>
    </dgm:pt>
    <dgm:pt modelId="{13502BE8-3A07-4CE7-B9CB-4FE2A45D7858}" type="pres">
      <dgm:prSet presAssocID="{936C8509-6DC3-4F31-B345-BD27C0EBA8A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7A3D22B-0EE4-4401-AFFF-63C6EEE9BA89}" type="pres">
      <dgm:prSet presAssocID="{936C8509-6DC3-4F31-B345-BD27C0EBA8A7}" presName="spaceRect" presStyleCnt="0"/>
      <dgm:spPr/>
    </dgm:pt>
    <dgm:pt modelId="{87CF6282-DC5B-4304-BC28-6AA5F257D62D}" type="pres">
      <dgm:prSet presAssocID="{936C8509-6DC3-4F31-B345-BD27C0EBA8A7}" presName="parTx" presStyleLbl="revTx" presStyleIdx="2" presStyleCnt="4">
        <dgm:presLayoutVars>
          <dgm:chMax val="0"/>
          <dgm:chPref val="0"/>
        </dgm:presLayoutVars>
      </dgm:prSet>
      <dgm:spPr/>
    </dgm:pt>
    <dgm:pt modelId="{FD5D9C34-5111-4742-AA94-335878643C0B}" type="pres">
      <dgm:prSet presAssocID="{728B5134-0F98-4E43-BA97-EC0886D9237D}" presName="sibTrans" presStyleCnt="0"/>
      <dgm:spPr/>
    </dgm:pt>
    <dgm:pt modelId="{335747C7-1E26-4255-9797-96F55856FC51}" type="pres">
      <dgm:prSet presAssocID="{E8BEE1BB-9696-4DD8-BE72-363EADAAB24E}" presName="compNode" presStyleCnt="0"/>
      <dgm:spPr/>
    </dgm:pt>
    <dgm:pt modelId="{511728EB-DDA7-41DF-B589-8E27E0DDB042}" type="pres">
      <dgm:prSet presAssocID="{E8BEE1BB-9696-4DD8-BE72-363EADAAB24E}" presName="bgRect" presStyleLbl="bgShp" presStyleIdx="3" presStyleCnt="4"/>
      <dgm:spPr/>
    </dgm:pt>
    <dgm:pt modelId="{7F622DD7-6BDC-430F-86EB-17AE28E0BC83}" type="pres">
      <dgm:prSet presAssocID="{E8BEE1BB-9696-4DD8-BE72-363EADAAB24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2BF4685-6ADD-4323-BCD7-DFB06D83C3A3}" type="pres">
      <dgm:prSet presAssocID="{E8BEE1BB-9696-4DD8-BE72-363EADAAB24E}" presName="spaceRect" presStyleCnt="0"/>
      <dgm:spPr/>
    </dgm:pt>
    <dgm:pt modelId="{F1BE9F74-EE6C-4068-8526-0828A89A406D}" type="pres">
      <dgm:prSet presAssocID="{E8BEE1BB-9696-4DD8-BE72-363EADAAB24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9917D37-6726-4521-876F-A0CCDEE3AFED}" type="presOf" srcId="{936C8509-6DC3-4F31-B345-BD27C0EBA8A7}" destId="{87CF6282-DC5B-4304-BC28-6AA5F257D62D}" srcOrd="0" destOrd="0" presId="urn:microsoft.com/office/officeart/2018/2/layout/IconVerticalSolidList"/>
    <dgm:cxn modelId="{3061013F-93FB-4E7A-BC02-ECC02A8A629A}" srcId="{E0F36AC0-8D24-4BFB-94B1-458ED6BDA2D0}" destId="{2FB1A94C-24AD-4536-8B20-0EC96BCCA978}" srcOrd="1" destOrd="0" parTransId="{5A41B26E-E072-4A35-B35C-25AB7663AAE0}" sibTransId="{2CE472D6-A718-4458-BE7E-B85FB3BF4F86}"/>
    <dgm:cxn modelId="{AD85C552-BE74-4EA1-9F93-1E196DF66F83}" srcId="{E0F36AC0-8D24-4BFB-94B1-458ED6BDA2D0}" destId="{C7634269-CA77-4ED9-8826-166EE9CD07BB}" srcOrd="0" destOrd="0" parTransId="{C8FAA4F0-437F-4D3D-A71F-321C87105EF8}" sibTransId="{94776CAF-4C4D-439C-85D8-AF2920BA0D98}"/>
    <dgm:cxn modelId="{ED5F1A9A-C4CB-4AE0-8D3F-50ED6B6C0C07}" srcId="{E0F36AC0-8D24-4BFB-94B1-458ED6BDA2D0}" destId="{E8BEE1BB-9696-4DD8-BE72-363EADAAB24E}" srcOrd="3" destOrd="0" parTransId="{04AB9599-CB1C-497D-9D4C-3046E03E7628}" sibTransId="{6995D236-6DB7-458E-A34D-74D23C19AD95}"/>
    <dgm:cxn modelId="{BCEAD9B4-CAA3-4C49-922D-4125480868A1}" type="presOf" srcId="{E8BEE1BB-9696-4DD8-BE72-363EADAAB24E}" destId="{F1BE9F74-EE6C-4068-8526-0828A89A406D}" srcOrd="0" destOrd="0" presId="urn:microsoft.com/office/officeart/2018/2/layout/IconVerticalSolidList"/>
    <dgm:cxn modelId="{A3CC54C7-8DB3-4126-A7D2-5B12A20CDF44}" type="presOf" srcId="{E0F36AC0-8D24-4BFB-94B1-458ED6BDA2D0}" destId="{9A980EA1-6AFA-4CE8-A072-8B79914B8207}" srcOrd="0" destOrd="0" presId="urn:microsoft.com/office/officeart/2018/2/layout/IconVerticalSolidList"/>
    <dgm:cxn modelId="{361959DE-5193-4F7E-80F4-45697C8B5FC0}" srcId="{E0F36AC0-8D24-4BFB-94B1-458ED6BDA2D0}" destId="{936C8509-6DC3-4F31-B345-BD27C0EBA8A7}" srcOrd="2" destOrd="0" parTransId="{D7935795-34AB-4FE2-AFE3-FD07486F8314}" sibTransId="{728B5134-0F98-4E43-BA97-EC0886D9237D}"/>
    <dgm:cxn modelId="{419BE5EE-E041-440C-B637-89F146648DC9}" type="presOf" srcId="{2FB1A94C-24AD-4536-8B20-0EC96BCCA978}" destId="{BB812D63-9744-416F-A153-21977CB2DCF3}" srcOrd="0" destOrd="0" presId="urn:microsoft.com/office/officeart/2018/2/layout/IconVerticalSolidList"/>
    <dgm:cxn modelId="{C0AB71EF-D663-478D-B9B4-0DBE941AD614}" type="presOf" srcId="{C7634269-CA77-4ED9-8826-166EE9CD07BB}" destId="{3E627284-547A-4CF4-B443-91CB1F3EDA04}" srcOrd="0" destOrd="0" presId="urn:microsoft.com/office/officeart/2018/2/layout/IconVerticalSolidList"/>
    <dgm:cxn modelId="{2AEF6FC2-8506-40B3-96F5-3578A6FD39C1}" type="presParOf" srcId="{9A980EA1-6AFA-4CE8-A072-8B79914B8207}" destId="{9CCA3FFD-BB33-4B42-B4AB-3CA0E932313F}" srcOrd="0" destOrd="0" presId="urn:microsoft.com/office/officeart/2018/2/layout/IconVerticalSolidList"/>
    <dgm:cxn modelId="{31A7B05B-3964-4335-A08B-351F99D21177}" type="presParOf" srcId="{9CCA3FFD-BB33-4B42-B4AB-3CA0E932313F}" destId="{24344D08-7364-4DEA-AA90-461387861B66}" srcOrd="0" destOrd="0" presId="urn:microsoft.com/office/officeart/2018/2/layout/IconVerticalSolidList"/>
    <dgm:cxn modelId="{34EC4D69-7EEF-47CA-9BEE-A9F068DE96CD}" type="presParOf" srcId="{9CCA3FFD-BB33-4B42-B4AB-3CA0E932313F}" destId="{B727DDDC-2B71-4BDC-8271-ABC1BFB4D5C7}" srcOrd="1" destOrd="0" presId="urn:microsoft.com/office/officeart/2018/2/layout/IconVerticalSolidList"/>
    <dgm:cxn modelId="{5D0AFFAC-4D33-48CD-8F2D-99FAA599504F}" type="presParOf" srcId="{9CCA3FFD-BB33-4B42-B4AB-3CA0E932313F}" destId="{0B617A3E-ECBD-4060-B554-94CB3173B6E6}" srcOrd="2" destOrd="0" presId="urn:microsoft.com/office/officeart/2018/2/layout/IconVerticalSolidList"/>
    <dgm:cxn modelId="{C7D5C5F9-4C98-4B9B-B291-75948142C7D6}" type="presParOf" srcId="{9CCA3FFD-BB33-4B42-B4AB-3CA0E932313F}" destId="{3E627284-547A-4CF4-B443-91CB1F3EDA04}" srcOrd="3" destOrd="0" presId="urn:microsoft.com/office/officeart/2018/2/layout/IconVerticalSolidList"/>
    <dgm:cxn modelId="{0F49C1AB-108A-4A06-990D-FB132EC4C9B5}" type="presParOf" srcId="{9A980EA1-6AFA-4CE8-A072-8B79914B8207}" destId="{8559852C-3E00-4021-8D41-C4281822B332}" srcOrd="1" destOrd="0" presId="urn:microsoft.com/office/officeart/2018/2/layout/IconVerticalSolidList"/>
    <dgm:cxn modelId="{DFFE9EE7-2CF5-4872-B0DE-314E256F3CAF}" type="presParOf" srcId="{9A980EA1-6AFA-4CE8-A072-8B79914B8207}" destId="{3FF4BF69-58A3-4A77-9615-91437251EE5D}" srcOrd="2" destOrd="0" presId="urn:microsoft.com/office/officeart/2018/2/layout/IconVerticalSolidList"/>
    <dgm:cxn modelId="{4DDD1175-F853-4B55-B413-3B14D9DEC594}" type="presParOf" srcId="{3FF4BF69-58A3-4A77-9615-91437251EE5D}" destId="{031B5984-2A18-4FD8-94F5-F1C92EEEB3D0}" srcOrd="0" destOrd="0" presId="urn:microsoft.com/office/officeart/2018/2/layout/IconVerticalSolidList"/>
    <dgm:cxn modelId="{C94C63BC-A47B-4D0C-8954-1398574B16FD}" type="presParOf" srcId="{3FF4BF69-58A3-4A77-9615-91437251EE5D}" destId="{131D8427-FBFF-4C68-BF47-362E42204963}" srcOrd="1" destOrd="0" presId="urn:microsoft.com/office/officeart/2018/2/layout/IconVerticalSolidList"/>
    <dgm:cxn modelId="{B0443B2B-EF70-47A1-BC6D-28BC62033408}" type="presParOf" srcId="{3FF4BF69-58A3-4A77-9615-91437251EE5D}" destId="{CB1BCA2A-E51C-4D85-821E-9AA324995F77}" srcOrd="2" destOrd="0" presId="urn:microsoft.com/office/officeart/2018/2/layout/IconVerticalSolidList"/>
    <dgm:cxn modelId="{8B9B998B-0809-4400-A61E-489CC0770DE2}" type="presParOf" srcId="{3FF4BF69-58A3-4A77-9615-91437251EE5D}" destId="{BB812D63-9744-416F-A153-21977CB2DCF3}" srcOrd="3" destOrd="0" presId="urn:microsoft.com/office/officeart/2018/2/layout/IconVerticalSolidList"/>
    <dgm:cxn modelId="{6C4C84D0-050A-4427-AB41-9019D827AB9D}" type="presParOf" srcId="{9A980EA1-6AFA-4CE8-A072-8B79914B8207}" destId="{517C2CD1-8614-4402-88CA-CB422CA47A4D}" srcOrd="3" destOrd="0" presId="urn:microsoft.com/office/officeart/2018/2/layout/IconVerticalSolidList"/>
    <dgm:cxn modelId="{05196913-11EA-49EB-BE9B-B809239849ED}" type="presParOf" srcId="{9A980EA1-6AFA-4CE8-A072-8B79914B8207}" destId="{2880BE1E-8258-43DE-852B-621B4BFE3BE3}" srcOrd="4" destOrd="0" presId="urn:microsoft.com/office/officeart/2018/2/layout/IconVerticalSolidList"/>
    <dgm:cxn modelId="{C9DEBCED-0480-4DAE-93C5-C72F3CF3313F}" type="presParOf" srcId="{2880BE1E-8258-43DE-852B-621B4BFE3BE3}" destId="{0CB28856-BF20-42E4-B6A0-AEF5225E7254}" srcOrd="0" destOrd="0" presId="urn:microsoft.com/office/officeart/2018/2/layout/IconVerticalSolidList"/>
    <dgm:cxn modelId="{5F4D6D7C-5F68-48D7-89EE-D52A0A329F82}" type="presParOf" srcId="{2880BE1E-8258-43DE-852B-621B4BFE3BE3}" destId="{13502BE8-3A07-4CE7-B9CB-4FE2A45D7858}" srcOrd="1" destOrd="0" presId="urn:microsoft.com/office/officeart/2018/2/layout/IconVerticalSolidList"/>
    <dgm:cxn modelId="{78C2A5B5-4BF8-4D61-8D6B-B12993BA378D}" type="presParOf" srcId="{2880BE1E-8258-43DE-852B-621B4BFE3BE3}" destId="{87A3D22B-0EE4-4401-AFFF-63C6EEE9BA89}" srcOrd="2" destOrd="0" presId="urn:microsoft.com/office/officeart/2018/2/layout/IconVerticalSolidList"/>
    <dgm:cxn modelId="{1FBE981F-2056-43CB-A566-FBC65189727E}" type="presParOf" srcId="{2880BE1E-8258-43DE-852B-621B4BFE3BE3}" destId="{87CF6282-DC5B-4304-BC28-6AA5F257D62D}" srcOrd="3" destOrd="0" presId="urn:microsoft.com/office/officeart/2018/2/layout/IconVerticalSolidList"/>
    <dgm:cxn modelId="{3D8780F2-6FCD-48DC-802E-CDE4B74AA8BF}" type="presParOf" srcId="{9A980EA1-6AFA-4CE8-A072-8B79914B8207}" destId="{FD5D9C34-5111-4742-AA94-335878643C0B}" srcOrd="5" destOrd="0" presId="urn:microsoft.com/office/officeart/2018/2/layout/IconVerticalSolidList"/>
    <dgm:cxn modelId="{BE8E585D-A4B4-4439-8666-1FAE3ED8CD75}" type="presParOf" srcId="{9A980EA1-6AFA-4CE8-A072-8B79914B8207}" destId="{335747C7-1E26-4255-9797-96F55856FC51}" srcOrd="6" destOrd="0" presId="urn:microsoft.com/office/officeart/2018/2/layout/IconVerticalSolidList"/>
    <dgm:cxn modelId="{B1C42DE5-831A-4E26-A1A9-5DE02ACBED77}" type="presParOf" srcId="{335747C7-1E26-4255-9797-96F55856FC51}" destId="{511728EB-DDA7-41DF-B589-8E27E0DDB042}" srcOrd="0" destOrd="0" presId="urn:microsoft.com/office/officeart/2018/2/layout/IconVerticalSolidList"/>
    <dgm:cxn modelId="{BA2A9902-AA5A-419C-9E9D-54B87166E10A}" type="presParOf" srcId="{335747C7-1E26-4255-9797-96F55856FC51}" destId="{7F622DD7-6BDC-430F-86EB-17AE28E0BC83}" srcOrd="1" destOrd="0" presId="urn:microsoft.com/office/officeart/2018/2/layout/IconVerticalSolidList"/>
    <dgm:cxn modelId="{A88F4294-5049-4406-9747-9D9BFD02DBB7}" type="presParOf" srcId="{335747C7-1E26-4255-9797-96F55856FC51}" destId="{C2BF4685-6ADD-4323-BCD7-DFB06D83C3A3}" srcOrd="2" destOrd="0" presId="urn:microsoft.com/office/officeart/2018/2/layout/IconVerticalSolidList"/>
    <dgm:cxn modelId="{4247FA40-633B-4DA6-A92C-F5761569183F}" type="presParOf" srcId="{335747C7-1E26-4255-9797-96F55856FC51}" destId="{F1BE9F74-EE6C-4068-8526-0828A89A406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34A9269-1621-43E3-B61D-98DAE3F116AA}" type="doc">
      <dgm:prSet loTypeId="urn:microsoft.com/office/officeart/2005/8/layout/matrix2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0915CB8-8C0A-480F-BAE8-54283C583F17}">
      <dgm:prSet/>
      <dgm:spPr/>
      <dgm:t>
        <a:bodyPr/>
        <a:lstStyle/>
        <a:p>
          <a:r>
            <a:rPr lang="en-GB"/>
            <a:t>Improves test code reusability</a:t>
          </a:r>
          <a:endParaRPr lang="en-US"/>
        </a:p>
      </dgm:t>
    </dgm:pt>
    <dgm:pt modelId="{0CF23C07-81E7-4C3C-8915-D4F7887D04B6}" type="parTrans" cxnId="{1E991933-7484-4ED3-89FC-5EDD8C85BED8}">
      <dgm:prSet/>
      <dgm:spPr/>
      <dgm:t>
        <a:bodyPr/>
        <a:lstStyle/>
        <a:p>
          <a:endParaRPr lang="en-US"/>
        </a:p>
      </dgm:t>
    </dgm:pt>
    <dgm:pt modelId="{BFDD67F7-0AEB-42E1-8F5A-1DCCF9F94456}" type="sibTrans" cxnId="{1E991933-7484-4ED3-89FC-5EDD8C85BED8}">
      <dgm:prSet/>
      <dgm:spPr/>
      <dgm:t>
        <a:bodyPr/>
        <a:lstStyle/>
        <a:p>
          <a:endParaRPr lang="en-US"/>
        </a:p>
      </dgm:t>
    </dgm:pt>
    <dgm:pt modelId="{A319C721-F983-4CB4-90CF-ADE5E5EBF108}">
      <dgm:prSet/>
      <dgm:spPr/>
      <dgm:t>
        <a:bodyPr/>
        <a:lstStyle/>
        <a:p>
          <a:r>
            <a:rPr lang="en-GB"/>
            <a:t>Easier bug tracking and debugging</a:t>
          </a:r>
          <a:endParaRPr lang="en-US"/>
        </a:p>
      </dgm:t>
    </dgm:pt>
    <dgm:pt modelId="{916B7D16-036A-4A5F-8460-E1A9998CB22D}" type="parTrans" cxnId="{CDA5C0B9-E04A-4ACF-88E8-6B645C91F7D8}">
      <dgm:prSet/>
      <dgm:spPr/>
      <dgm:t>
        <a:bodyPr/>
        <a:lstStyle/>
        <a:p>
          <a:endParaRPr lang="en-US"/>
        </a:p>
      </dgm:t>
    </dgm:pt>
    <dgm:pt modelId="{41D4F70C-6337-47B2-9254-77F32C27ACBF}" type="sibTrans" cxnId="{CDA5C0B9-E04A-4ACF-88E8-6B645C91F7D8}">
      <dgm:prSet/>
      <dgm:spPr/>
      <dgm:t>
        <a:bodyPr/>
        <a:lstStyle/>
        <a:p>
          <a:endParaRPr lang="en-US"/>
        </a:p>
      </dgm:t>
    </dgm:pt>
    <dgm:pt modelId="{B51AC96D-802A-4350-8B57-D96FA44B9EC3}">
      <dgm:prSet/>
      <dgm:spPr/>
      <dgm:t>
        <a:bodyPr/>
        <a:lstStyle/>
        <a:p>
          <a:r>
            <a:rPr lang="en-GB"/>
            <a:t>UI changes impact only corresponding page class</a:t>
          </a:r>
          <a:endParaRPr lang="en-US"/>
        </a:p>
      </dgm:t>
    </dgm:pt>
    <dgm:pt modelId="{5D6F806F-98A4-4BBD-BBDD-8814B3977688}" type="parTrans" cxnId="{2DD585AD-8FDC-43BD-86D7-3142B27DE1B8}">
      <dgm:prSet/>
      <dgm:spPr/>
      <dgm:t>
        <a:bodyPr/>
        <a:lstStyle/>
        <a:p>
          <a:endParaRPr lang="en-US"/>
        </a:p>
      </dgm:t>
    </dgm:pt>
    <dgm:pt modelId="{5F7F7E85-6E39-4107-9714-B6A94124B5F4}" type="sibTrans" cxnId="{2DD585AD-8FDC-43BD-86D7-3142B27DE1B8}">
      <dgm:prSet/>
      <dgm:spPr/>
      <dgm:t>
        <a:bodyPr/>
        <a:lstStyle/>
        <a:p>
          <a:endParaRPr lang="en-US"/>
        </a:p>
      </dgm:t>
    </dgm:pt>
    <dgm:pt modelId="{A8DDCA1A-A6C1-45F0-84DB-5C55108092BB}">
      <dgm:prSet/>
      <dgm:spPr/>
      <dgm:t>
        <a:bodyPr/>
        <a:lstStyle/>
        <a:p>
          <a:r>
            <a:rPr lang="en-GB"/>
            <a:t>Supports integration into hybrid/data-driven frameworks</a:t>
          </a:r>
          <a:endParaRPr lang="en-US"/>
        </a:p>
      </dgm:t>
    </dgm:pt>
    <dgm:pt modelId="{9070F244-CE2D-4436-A129-21AC0AA7529E}" type="parTrans" cxnId="{51E4A035-5416-4C80-B71C-28A7AA262B7F}">
      <dgm:prSet/>
      <dgm:spPr/>
      <dgm:t>
        <a:bodyPr/>
        <a:lstStyle/>
        <a:p>
          <a:endParaRPr lang="en-US"/>
        </a:p>
      </dgm:t>
    </dgm:pt>
    <dgm:pt modelId="{87B32E69-4606-4F57-9AEC-E6121890EE12}" type="sibTrans" cxnId="{51E4A035-5416-4C80-B71C-28A7AA262B7F}">
      <dgm:prSet/>
      <dgm:spPr/>
      <dgm:t>
        <a:bodyPr/>
        <a:lstStyle/>
        <a:p>
          <a:endParaRPr lang="en-US"/>
        </a:p>
      </dgm:t>
    </dgm:pt>
    <dgm:pt modelId="{2AC7D09C-7A64-4B9C-B281-67578985B520}" type="pres">
      <dgm:prSet presAssocID="{534A9269-1621-43E3-B61D-98DAE3F116AA}" presName="matrix" presStyleCnt="0">
        <dgm:presLayoutVars>
          <dgm:chMax val="1"/>
          <dgm:dir/>
          <dgm:resizeHandles val="exact"/>
        </dgm:presLayoutVars>
      </dgm:prSet>
      <dgm:spPr/>
    </dgm:pt>
    <dgm:pt modelId="{7ABA87AA-E292-4929-BA5A-228C80BE42E2}" type="pres">
      <dgm:prSet presAssocID="{534A9269-1621-43E3-B61D-98DAE3F116AA}" presName="axisShape" presStyleLbl="bgShp" presStyleIdx="0" presStyleCnt="1"/>
      <dgm:spPr/>
    </dgm:pt>
    <dgm:pt modelId="{4C3F8EB0-2104-4380-B1BF-6BCB01C80929}" type="pres">
      <dgm:prSet presAssocID="{534A9269-1621-43E3-B61D-98DAE3F116AA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1B1598A-3A83-462F-8CEE-68DC40A581FB}" type="pres">
      <dgm:prSet presAssocID="{534A9269-1621-43E3-B61D-98DAE3F116AA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6F9F17B-688C-4368-984D-D2DCCB9737E8}" type="pres">
      <dgm:prSet presAssocID="{534A9269-1621-43E3-B61D-98DAE3F116AA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469F0C5-654B-4B4B-A024-7F9D267382F9}" type="pres">
      <dgm:prSet presAssocID="{534A9269-1621-43E3-B61D-98DAE3F116AA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86DE628-793D-4C69-9653-FE04486EF8E6}" type="presOf" srcId="{70915CB8-8C0A-480F-BAE8-54283C583F17}" destId="{4C3F8EB0-2104-4380-B1BF-6BCB01C80929}" srcOrd="0" destOrd="0" presId="urn:microsoft.com/office/officeart/2005/8/layout/matrix2"/>
    <dgm:cxn modelId="{1E991933-7484-4ED3-89FC-5EDD8C85BED8}" srcId="{534A9269-1621-43E3-B61D-98DAE3F116AA}" destId="{70915CB8-8C0A-480F-BAE8-54283C583F17}" srcOrd="0" destOrd="0" parTransId="{0CF23C07-81E7-4C3C-8915-D4F7887D04B6}" sibTransId="{BFDD67F7-0AEB-42E1-8F5A-1DCCF9F94456}"/>
    <dgm:cxn modelId="{51E4A035-5416-4C80-B71C-28A7AA262B7F}" srcId="{534A9269-1621-43E3-B61D-98DAE3F116AA}" destId="{A8DDCA1A-A6C1-45F0-84DB-5C55108092BB}" srcOrd="3" destOrd="0" parTransId="{9070F244-CE2D-4436-A129-21AC0AA7529E}" sibTransId="{87B32E69-4606-4F57-9AEC-E6121890EE12}"/>
    <dgm:cxn modelId="{3729815F-AB5D-4D16-8CC1-2ED90917FF3A}" type="presOf" srcId="{A8DDCA1A-A6C1-45F0-84DB-5C55108092BB}" destId="{4469F0C5-654B-4B4B-A024-7F9D267382F9}" srcOrd="0" destOrd="0" presId="urn:microsoft.com/office/officeart/2005/8/layout/matrix2"/>
    <dgm:cxn modelId="{493C6373-E55F-4848-9641-09826BACA371}" type="presOf" srcId="{B51AC96D-802A-4350-8B57-D96FA44B9EC3}" destId="{16F9F17B-688C-4368-984D-D2DCCB9737E8}" srcOrd="0" destOrd="0" presId="urn:microsoft.com/office/officeart/2005/8/layout/matrix2"/>
    <dgm:cxn modelId="{2DD585AD-8FDC-43BD-86D7-3142B27DE1B8}" srcId="{534A9269-1621-43E3-B61D-98DAE3F116AA}" destId="{B51AC96D-802A-4350-8B57-D96FA44B9EC3}" srcOrd="2" destOrd="0" parTransId="{5D6F806F-98A4-4BBD-BBDD-8814B3977688}" sibTransId="{5F7F7E85-6E39-4107-9714-B6A94124B5F4}"/>
    <dgm:cxn modelId="{CDA5C0B9-E04A-4ACF-88E8-6B645C91F7D8}" srcId="{534A9269-1621-43E3-B61D-98DAE3F116AA}" destId="{A319C721-F983-4CB4-90CF-ADE5E5EBF108}" srcOrd="1" destOrd="0" parTransId="{916B7D16-036A-4A5F-8460-E1A9998CB22D}" sibTransId="{41D4F70C-6337-47B2-9254-77F32C27ACBF}"/>
    <dgm:cxn modelId="{A9F337BF-C358-4C1C-9CB6-194BB4A4AB74}" type="presOf" srcId="{534A9269-1621-43E3-B61D-98DAE3F116AA}" destId="{2AC7D09C-7A64-4B9C-B281-67578985B520}" srcOrd="0" destOrd="0" presId="urn:microsoft.com/office/officeart/2005/8/layout/matrix2"/>
    <dgm:cxn modelId="{D93146F7-EF0D-4B49-ABEA-24111E8C1667}" type="presOf" srcId="{A319C721-F983-4CB4-90CF-ADE5E5EBF108}" destId="{21B1598A-3A83-462F-8CEE-68DC40A581FB}" srcOrd="0" destOrd="0" presId="urn:microsoft.com/office/officeart/2005/8/layout/matrix2"/>
    <dgm:cxn modelId="{5C0D72A2-B5C5-4206-A8A5-9C1201151028}" type="presParOf" srcId="{2AC7D09C-7A64-4B9C-B281-67578985B520}" destId="{7ABA87AA-E292-4929-BA5A-228C80BE42E2}" srcOrd="0" destOrd="0" presId="urn:microsoft.com/office/officeart/2005/8/layout/matrix2"/>
    <dgm:cxn modelId="{BA1735E3-B159-4453-B95F-B3B21CCF0537}" type="presParOf" srcId="{2AC7D09C-7A64-4B9C-B281-67578985B520}" destId="{4C3F8EB0-2104-4380-B1BF-6BCB01C80929}" srcOrd="1" destOrd="0" presId="urn:microsoft.com/office/officeart/2005/8/layout/matrix2"/>
    <dgm:cxn modelId="{20C176A8-FFB7-42C8-A762-CB6FF05F80E6}" type="presParOf" srcId="{2AC7D09C-7A64-4B9C-B281-67578985B520}" destId="{21B1598A-3A83-462F-8CEE-68DC40A581FB}" srcOrd="2" destOrd="0" presId="urn:microsoft.com/office/officeart/2005/8/layout/matrix2"/>
    <dgm:cxn modelId="{A7CBC143-3524-42BF-8C0D-66E1EBB30943}" type="presParOf" srcId="{2AC7D09C-7A64-4B9C-B281-67578985B520}" destId="{16F9F17B-688C-4368-984D-D2DCCB9737E8}" srcOrd="3" destOrd="0" presId="urn:microsoft.com/office/officeart/2005/8/layout/matrix2"/>
    <dgm:cxn modelId="{6BBF425F-6DB0-4A45-8FD4-EBF1451D1E8C}" type="presParOf" srcId="{2AC7D09C-7A64-4B9C-B281-67578985B520}" destId="{4469F0C5-654B-4B4B-A024-7F9D267382F9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C6DCD2B-D315-461F-A5E8-98A5BB0E8393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F522E72-3F18-4BBC-805E-EA492FF87F91}">
      <dgm:prSet/>
      <dgm:spPr/>
      <dgm:t>
        <a:bodyPr/>
        <a:lstStyle/>
        <a:p>
          <a:r>
            <a:rPr lang="en-GB"/>
            <a:t>Cleaner and more readable page classes</a:t>
          </a:r>
          <a:endParaRPr lang="en-US"/>
        </a:p>
      </dgm:t>
    </dgm:pt>
    <dgm:pt modelId="{4F11D372-DC50-41AE-8BC9-532C0B68D02E}" type="parTrans" cxnId="{A908D718-6BDF-4DA8-B8B5-D2FEB487F155}">
      <dgm:prSet/>
      <dgm:spPr/>
      <dgm:t>
        <a:bodyPr/>
        <a:lstStyle/>
        <a:p>
          <a:endParaRPr lang="en-US"/>
        </a:p>
      </dgm:t>
    </dgm:pt>
    <dgm:pt modelId="{D6C35B02-5F49-45E2-B076-7D35073FE6B6}" type="sibTrans" cxnId="{A908D718-6BDF-4DA8-B8B5-D2FEB487F155}">
      <dgm:prSet/>
      <dgm:spPr/>
      <dgm:t>
        <a:bodyPr/>
        <a:lstStyle/>
        <a:p>
          <a:endParaRPr lang="en-US"/>
        </a:p>
      </dgm:t>
    </dgm:pt>
    <dgm:pt modelId="{AC90DDDA-C032-47D2-9B93-66CA4606169E}">
      <dgm:prSet/>
      <dgm:spPr/>
      <dgm:t>
        <a:bodyPr/>
        <a:lstStyle/>
        <a:p>
          <a:r>
            <a:rPr lang="en-GB"/>
            <a:t>Automatic initialization of web elements</a:t>
          </a:r>
          <a:endParaRPr lang="en-US"/>
        </a:p>
      </dgm:t>
    </dgm:pt>
    <dgm:pt modelId="{480A3628-3D88-4263-B713-A0FC46A194DC}" type="parTrans" cxnId="{2CFF57DF-F7D2-4AA1-9317-D3B748E53E89}">
      <dgm:prSet/>
      <dgm:spPr/>
      <dgm:t>
        <a:bodyPr/>
        <a:lstStyle/>
        <a:p>
          <a:endParaRPr lang="en-US"/>
        </a:p>
      </dgm:t>
    </dgm:pt>
    <dgm:pt modelId="{1A2AE5FE-E82B-4C35-8425-0C9605A777A8}" type="sibTrans" cxnId="{2CFF57DF-F7D2-4AA1-9317-D3B748E53E89}">
      <dgm:prSet/>
      <dgm:spPr/>
      <dgm:t>
        <a:bodyPr/>
        <a:lstStyle/>
        <a:p>
          <a:endParaRPr lang="en-US"/>
        </a:p>
      </dgm:t>
    </dgm:pt>
    <dgm:pt modelId="{8C023321-DEA1-4695-867B-8E6AB317BA99}">
      <dgm:prSet/>
      <dgm:spPr/>
      <dgm:t>
        <a:bodyPr/>
        <a:lstStyle/>
        <a:p>
          <a:r>
            <a:rPr lang="en-GB"/>
            <a:t>Reduces boilerplate code</a:t>
          </a:r>
          <a:endParaRPr lang="en-US"/>
        </a:p>
      </dgm:t>
    </dgm:pt>
    <dgm:pt modelId="{6E477BAB-3E49-4A61-857A-177C163C57F7}" type="parTrans" cxnId="{BB8CB926-72DA-4FF6-B508-F344849BC100}">
      <dgm:prSet/>
      <dgm:spPr/>
      <dgm:t>
        <a:bodyPr/>
        <a:lstStyle/>
        <a:p>
          <a:endParaRPr lang="en-US"/>
        </a:p>
      </dgm:t>
    </dgm:pt>
    <dgm:pt modelId="{91382DE8-6E61-449A-AFB3-D361DC5B36B0}" type="sibTrans" cxnId="{BB8CB926-72DA-4FF6-B508-F344849BC100}">
      <dgm:prSet/>
      <dgm:spPr/>
      <dgm:t>
        <a:bodyPr/>
        <a:lstStyle/>
        <a:p>
          <a:endParaRPr lang="en-US"/>
        </a:p>
      </dgm:t>
    </dgm:pt>
    <dgm:pt modelId="{8F02B005-5DA7-41CC-987D-D1ABD2BFE028}">
      <dgm:prSet/>
      <dgm:spPr/>
      <dgm:t>
        <a:bodyPr/>
        <a:lstStyle/>
        <a:p>
          <a:r>
            <a:rPr lang="en-GB"/>
            <a:t>Supports lazy element loading</a:t>
          </a:r>
          <a:endParaRPr lang="en-US"/>
        </a:p>
      </dgm:t>
    </dgm:pt>
    <dgm:pt modelId="{85052DF8-B621-4907-B134-E3F1719E6AA4}" type="parTrans" cxnId="{7D6FA630-A490-4D2F-8126-75EB77A456B6}">
      <dgm:prSet/>
      <dgm:spPr/>
      <dgm:t>
        <a:bodyPr/>
        <a:lstStyle/>
        <a:p>
          <a:endParaRPr lang="en-US"/>
        </a:p>
      </dgm:t>
    </dgm:pt>
    <dgm:pt modelId="{BB35EA7D-4A39-4D6A-BA03-059B8C167F74}" type="sibTrans" cxnId="{7D6FA630-A490-4D2F-8126-75EB77A456B6}">
      <dgm:prSet/>
      <dgm:spPr/>
      <dgm:t>
        <a:bodyPr/>
        <a:lstStyle/>
        <a:p>
          <a:endParaRPr lang="en-US"/>
        </a:p>
      </dgm:t>
    </dgm:pt>
    <dgm:pt modelId="{78FF11D7-E34A-4C6B-B006-A848C0A210AC}" type="pres">
      <dgm:prSet presAssocID="{CC6DCD2B-D315-461F-A5E8-98A5BB0E8393}" presName="matrix" presStyleCnt="0">
        <dgm:presLayoutVars>
          <dgm:chMax val="1"/>
          <dgm:dir/>
          <dgm:resizeHandles val="exact"/>
        </dgm:presLayoutVars>
      </dgm:prSet>
      <dgm:spPr/>
    </dgm:pt>
    <dgm:pt modelId="{43149619-26A7-4C55-AF67-18940D73FDCE}" type="pres">
      <dgm:prSet presAssocID="{CC6DCD2B-D315-461F-A5E8-98A5BB0E8393}" presName="diamond" presStyleLbl="bgShp" presStyleIdx="0" presStyleCnt="1"/>
      <dgm:spPr/>
    </dgm:pt>
    <dgm:pt modelId="{4FA30C5B-BA49-4389-ADAC-6A5DDDC3B20C}" type="pres">
      <dgm:prSet presAssocID="{CC6DCD2B-D315-461F-A5E8-98A5BB0E839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609889B-3DC5-47B0-A19E-8A3EA9DAB8F1}" type="pres">
      <dgm:prSet presAssocID="{CC6DCD2B-D315-461F-A5E8-98A5BB0E839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CA883C2-A4AB-45F9-8FC7-4C3795D413F9}" type="pres">
      <dgm:prSet presAssocID="{CC6DCD2B-D315-461F-A5E8-98A5BB0E839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9DD4F22-1D85-4F45-B0BD-F5EB36218F54}" type="pres">
      <dgm:prSet presAssocID="{CC6DCD2B-D315-461F-A5E8-98A5BB0E839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43DDC09-651D-4141-8BE5-F0293AF3DB0E}" type="presOf" srcId="{BF522E72-3F18-4BBC-805E-EA492FF87F91}" destId="{4FA30C5B-BA49-4389-ADAC-6A5DDDC3B20C}" srcOrd="0" destOrd="0" presId="urn:microsoft.com/office/officeart/2005/8/layout/matrix3"/>
    <dgm:cxn modelId="{A908D718-6BDF-4DA8-B8B5-D2FEB487F155}" srcId="{CC6DCD2B-D315-461F-A5E8-98A5BB0E8393}" destId="{BF522E72-3F18-4BBC-805E-EA492FF87F91}" srcOrd="0" destOrd="0" parTransId="{4F11D372-DC50-41AE-8BC9-532C0B68D02E}" sibTransId="{D6C35B02-5F49-45E2-B076-7D35073FE6B6}"/>
    <dgm:cxn modelId="{BB8CB926-72DA-4FF6-B508-F344849BC100}" srcId="{CC6DCD2B-D315-461F-A5E8-98A5BB0E8393}" destId="{8C023321-DEA1-4695-867B-8E6AB317BA99}" srcOrd="2" destOrd="0" parTransId="{6E477BAB-3E49-4A61-857A-177C163C57F7}" sibTransId="{91382DE8-6E61-449A-AFB3-D361DC5B36B0}"/>
    <dgm:cxn modelId="{7D6FA630-A490-4D2F-8126-75EB77A456B6}" srcId="{CC6DCD2B-D315-461F-A5E8-98A5BB0E8393}" destId="{8F02B005-5DA7-41CC-987D-D1ABD2BFE028}" srcOrd="3" destOrd="0" parTransId="{85052DF8-B621-4907-B134-E3F1719E6AA4}" sibTransId="{BB35EA7D-4A39-4D6A-BA03-059B8C167F74}"/>
    <dgm:cxn modelId="{FBADDE3F-1E61-4C57-AE62-1C434CDA580C}" type="presOf" srcId="{8C023321-DEA1-4695-867B-8E6AB317BA99}" destId="{4CA883C2-A4AB-45F9-8FC7-4C3795D413F9}" srcOrd="0" destOrd="0" presId="urn:microsoft.com/office/officeart/2005/8/layout/matrix3"/>
    <dgm:cxn modelId="{F73ACE6F-A4C1-4F43-AADF-751267A6D525}" type="presOf" srcId="{8F02B005-5DA7-41CC-987D-D1ABD2BFE028}" destId="{F9DD4F22-1D85-4F45-B0BD-F5EB36218F54}" srcOrd="0" destOrd="0" presId="urn:microsoft.com/office/officeart/2005/8/layout/matrix3"/>
    <dgm:cxn modelId="{C0139598-2DB0-4AF8-9CAD-91109AAD5A67}" type="presOf" srcId="{CC6DCD2B-D315-461F-A5E8-98A5BB0E8393}" destId="{78FF11D7-E34A-4C6B-B006-A848C0A210AC}" srcOrd="0" destOrd="0" presId="urn:microsoft.com/office/officeart/2005/8/layout/matrix3"/>
    <dgm:cxn modelId="{780263D9-CF25-4C68-A426-22BFE2870C50}" type="presOf" srcId="{AC90DDDA-C032-47D2-9B93-66CA4606169E}" destId="{3609889B-3DC5-47B0-A19E-8A3EA9DAB8F1}" srcOrd="0" destOrd="0" presId="urn:microsoft.com/office/officeart/2005/8/layout/matrix3"/>
    <dgm:cxn modelId="{2CFF57DF-F7D2-4AA1-9317-D3B748E53E89}" srcId="{CC6DCD2B-D315-461F-A5E8-98A5BB0E8393}" destId="{AC90DDDA-C032-47D2-9B93-66CA4606169E}" srcOrd="1" destOrd="0" parTransId="{480A3628-3D88-4263-B713-A0FC46A194DC}" sibTransId="{1A2AE5FE-E82B-4C35-8425-0C9605A777A8}"/>
    <dgm:cxn modelId="{EBB82E02-20F4-4289-9759-598904F732C3}" type="presParOf" srcId="{78FF11D7-E34A-4C6B-B006-A848C0A210AC}" destId="{43149619-26A7-4C55-AF67-18940D73FDCE}" srcOrd="0" destOrd="0" presId="urn:microsoft.com/office/officeart/2005/8/layout/matrix3"/>
    <dgm:cxn modelId="{F30108F1-BB72-44C7-8EF1-0A2BEB068FFC}" type="presParOf" srcId="{78FF11D7-E34A-4C6B-B006-A848C0A210AC}" destId="{4FA30C5B-BA49-4389-ADAC-6A5DDDC3B20C}" srcOrd="1" destOrd="0" presId="urn:microsoft.com/office/officeart/2005/8/layout/matrix3"/>
    <dgm:cxn modelId="{641C69AA-56E7-4E3C-B740-83BCE165BED6}" type="presParOf" srcId="{78FF11D7-E34A-4C6B-B006-A848C0A210AC}" destId="{3609889B-3DC5-47B0-A19E-8A3EA9DAB8F1}" srcOrd="2" destOrd="0" presId="urn:microsoft.com/office/officeart/2005/8/layout/matrix3"/>
    <dgm:cxn modelId="{F64D00B7-5EEE-4C7D-B72E-5F301793CB94}" type="presParOf" srcId="{78FF11D7-E34A-4C6B-B006-A848C0A210AC}" destId="{4CA883C2-A4AB-45F9-8FC7-4C3795D413F9}" srcOrd="3" destOrd="0" presId="urn:microsoft.com/office/officeart/2005/8/layout/matrix3"/>
    <dgm:cxn modelId="{F9F4FD9F-A324-4194-99EC-BD4BBF5B93D2}" type="presParOf" srcId="{78FF11D7-E34A-4C6B-B006-A848C0A210AC}" destId="{F9DD4F22-1D85-4F45-B0BD-F5EB36218F5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43104A5-E866-4908-80AA-30B2CEEDA4C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1C6806F-B580-450C-B21F-D7E6F42159A2}">
      <dgm:prSet/>
      <dgm:spPr/>
      <dgm:t>
        <a:bodyPr/>
        <a:lstStyle/>
        <a:p>
          <a:r>
            <a:rPr lang="en-GB"/>
            <a:t>Open-source test reporting tool</a:t>
          </a:r>
          <a:endParaRPr lang="en-US"/>
        </a:p>
      </dgm:t>
    </dgm:pt>
    <dgm:pt modelId="{F77EA7C8-7A02-4EC8-8A9D-B8B4348706DB}" type="parTrans" cxnId="{D608EF3E-3BE0-4FC4-9F28-07979E77E1CE}">
      <dgm:prSet/>
      <dgm:spPr/>
      <dgm:t>
        <a:bodyPr/>
        <a:lstStyle/>
        <a:p>
          <a:endParaRPr lang="en-US"/>
        </a:p>
      </dgm:t>
    </dgm:pt>
    <dgm:pt modelId="{3DE73F5D-6C78-47A1-8126-1D3BB55634FD}" type="sibTrans" cxnId="{D608EF3E-3BE0-4FC4-9F28-07979E77E1CE}">
      <dgm:prSet/>
      <dgm:spPr/>
      <dgm:t>
        <a:bodyPr/>
        <a:lstStyle/>
        <a:p>
          <a:endParaRPr lang="en-US"/>
        </a:p>
      </dgm:t>
    </dgm:pt>
    <dgm:pt modelId="{5162A3B4-2B35-4FAC-9A0C-80FA0DC0B973}">
      <dgm:prSet/>
      <dgm:spPr/>
      <dgm:t>
        <a:bodyPr/>
        <a:lstStyle/>
        <a:p>
          <a:r>
            <a:rPr lang="en-GB"/>
            <a:t>Generates interactive HTML reports</a:t>
          </a:r>
          <a:endParaRPr lang="en-US"/>
        </a:p>
      </dgm:t>
    </dgm:pt>
    <dgm:pt modelId="{55531983-82E9-4FAF-9DBE-C9DEEAEE056B}" type="parTrans" cxnId="{1B09F792-9082-463B-B37A-8831DC33AE34}">
      <dgm:prSet/>
      <dgm:spPr/>
      <dgm:t>
        <a:bodyPr/>
        <a:lstStyle/>
        <a:p>
          <a:endParaRPr lang="en-US"/>
        </a:p>
      </dgm:t>
    </dgm:pt>
    <dgm:pt modelId="{3417A405-EF27-43BF-B045-5E82DDECBF56}" type="sibTrans" cxnId="{1B09F792-9082-463B-B37A-8831DC33AE34}">
      <dgm:prSet/>
      <dgm:spPr/>
      <dgm:t>
        <a:bodyPr/>
        <a:lstStyle/>
        <a:p>
          <a:endParaRPr lang="en-US"/>
        </a:p>
      </dgm:t>
    </dgm:pt>
    <dgm:pt modelId="{A5DC34F3-4163-4ABC-B51D-66D804938375}">
      <dgm:prSet/>
      <dgm:spPr/>
      <dgm:t>
        <a:bodyPr/>
        <a:lstStyle/>
        <a:p>
          <a:r>
            <a:rPr lang="en-GB"/>
            <a:t>Supports multiple languages and frameworks</a:t>
          </a:r>
          <a:endParaRPr lang="en-US"/>
        </a:p>
      </dgm:t>
    </dgm:pt>
    <dgm:pt modelId="{C534B814-DC6D-4FDD-939B-7D42EF104F5F}" type="parTrans" cxnId="{8A0B8FCB-24A6-47B2-B5EA-10197C860B44}">
      <dgm:prSet/>
      <dgm:spPr/>
      <dgm:t>
        <a:bodyPr/>
        <a:lstStyle/>
        <a:p>
          <a:endParaRPr lang="en-US"/>
        </a:p>
      </dgm:t>
    </dgm:pt>
    <dgm:pt modelId="{6B43D841-FA66-4448-A2D9-745340BB08E9}" type="sibTrans" cxnId="{8A0B8FCB-24A6-47B2-B5EA-10197C860B44}">
      <dgm:prSet/>
      <dgm:spPr/>
      <dgm:t>
        <a:bodyPr/>
        <a:lstStyle/>
        <a:p>
          <a:endParaRPr lang="en-US"/>
        </a:p>
      </dgm:t>
    </dgm:pt>
    <dgm:pt modelId="{4CFB529C-2A78-48F1-AEAB-2D76BE9F14E1}">
      <dgm:prSet/>
      <dgm:spPr/>
      <dgm:t>
        <a:bodyPr/>
        <a:lstStyle/>
        <a:p>
          <a:r>
            <a:rPr lang="en-GB"/>
            <a:t>Easy to integrate with CI/CD pipelines</a:t>
          </a:r>
          <a:endParaRPr lang="en-US"/>
        </a:p>
      </dgm:t>
    </dgm:pt>
    <dgm:pt modelId="{787B6C82-E1E1-4C8E-ADFE-36F05AF50354}" type="parTrans" cxnId="{84228EE4-1732-4B01-8AE0-FC69C3B0D28D}">
      <dgm:prSet/>
      <dgm:spPr/>
      <dgm:t>
        <a:bodyPr/>
        <a:lstStyle/>
        <a:p>
          <a:endParaRPr lang="en-US"/>
        </a:p>
      </dgm:t>
    </dgm:pt>
    <dgm:pt modelId="{FA9E3BDE-8BF1-4197-AE7E-C3398C9C2335}" type="sibTrans" cxnId="{84228EE4-1732-4B01-8AE0-FC69C3B0D28D}">
      <dgm:prSet/>
      <dgm:spPr/>
      <dgm:t>
        <a:bodyPr/>
        <a:lstStyle/>
        <a:p>
          <a:endParaRPr lang="en-US"/>
        </a:p>
      </dgm:t>
    </dgm:pt>
    <dgm:pt modelId="{1F219740-9678-4102-989D-54F4390E639A}" type="pres">
      <dgm:prSet presAssocID="{A43104A5-E866-4908-80AA-30B2CEEDA4C9}" presName="root" presStyleCnt="0">
        <dgm:presLayoutVars>
          <dgm:dir/>
          <dgm:resizeHandles val="exact"/>
        </dgm:presLayoutVars>
      </dgm:prSet>
      <dgm:spPr/>
    </dgm:pt>
    <dgm:pt modelId="{6F17335F-9CCD-43C7-8A69-5C53AB69642E}" type="pres">
      <dgm:prSet presAssocID="{A43104A5-E866-4908-80AA-30B2CEEDA4C9}" presName="container" presStyleCnt="0">
        <dgm:presLayoutVars>
          <dgm:dir/>
          <dgm:resizeHandles val="exact"/>
        </dgm:presLayoutVars>
      </dgm:prSet>
      <dgm:spPr/>
    </dgm:pt>
    <dgm:pt modelId="{8A31A831-8D81-40E3-84EA-269749ADCD33}" type="pres">
      <dgm:prSet presAssocID="{F1C6806F-B580-450C-B21F-D7E6F42159A2}" presName="compNode" presStyleCnt="0"/>
      <dgm:spPr/>
    </dgm:pt>
    <dgm:pt modelId="{13F40DE2-900E-4CA4-A64B-41541C74860F}" type="pres">
      <dgm:prSet presAssocID="{F1C6806F-B580-450C-B21F-D7E6F42159A2}" presName="iconBgRect" presStyleLbl="bgShp" presStyleIdx="0" presStyleCnt="4"/>
      <dgm:spPr/>
    </dgm:pt>
    <dgm:pt modelId="{6B88A09A-6C99-42A6-8DFB-CF36BAC2E517}" type="pres">
      <dgm:prSet presAssocID="{F1C6806F-B580-450C-B21F-D7E6F42159A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A049B62E-5E98-4A3B-8BE7-C88B3724447D}" type="pres">
      <dgm:prSet presAssocID="{F1C6806F-B580-450C-B21F-D7E6F42159A2}" presName="spaceRect" presStyleCnt="0"/>
      <dgm:spPr/>
    </dgm:pt>
    <dgm:pt modelId="{1013F887-EED5-411C-B403-85A6D1C9AAF5}" type="pres">
      <dgm:prSet presAssocID="{F1C6806F-B580-450C-B21F-D7E6F42159A2}" presName="textRect" presStyleLbl="revTx" presStyleIdx="0" presStyleCnt="4">
        <dgm:presLayoutVars>
          <dgm:chMax val="1"/>
          <dgm:chPref val="1"/>
        </dgm:presLayoutVars>
      </dgm:prSet>
      <dgm:spPr/>
    </dgm:pt>
    <dgm:pt modelId="{30786C61-4D4C-4FD0-97FA-649DB91F08A8}" type="pres">
      <dgm:prSet presAssocID="{3DE73F5D-6C78-47A1-8126-1D3BB55634FD}" presName="sibTrans" presStyleLbl="sibTrans2D1" presStyleIdx="0" presStyleCnt="0"/>
      <dgm:spPr/>
    </dgm:pt>
    <dgm:pt modelId="{C29C99B4-52A7-4D39-9EE6-1D6FD3A74BCB}" type="pres">
      <dgm:prSet presAssocID="{5162A3B4-2B35-4FAC-9A0C-80FA0DC0B973}" presName="compNode" presStyleCnt="0"/>
      <dgm:spPr/>
    </dgm:pt>
    <dgm:pt modelId="{6F34984A-B99C-43EF-96E7-9D1DAE951F9A}" type="pres">
      <dgm:prSet presAssocID="{5162A3B4-2B35-4FAC-9A0C-80FA0DC0B973}" presName="iconBgRect" presStyleLbl="bgShp" presStyleIdx="1" presStyleCnt="4"/>
      <dgm:spPr/>
    </dgm:pt>
    <dgm:pt modelId="{91332A6B-2D29-4918-8616-5DD645825F9B}" type="pres">
      <dgm:prSet presAssocID="{5162A3B4-2B35-4FAC-9A0C-80FA0DC0B97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F1FC0345-7379-4AF1-930C-B13BAACD1D56}" type="pres">
      <dgm:prSet presAssocID="{5162A3B4-2B35-4FAC-9A0C-80FA0DC0B973}" presName="spaceRect" presStyleCnt="0"/>
      <dgm:spPr/>
    </dgm:pt>
    <dgm:pt modelId="{B6A38332-D533-4A89-AD12-365BFD528EAE}" type="pres">
      <dgm:prSet presAssocID="{5162A3B4-2B35-4FAC-9A0C-80FA0DC0B973}" presName="textRect" presStyleLbl="revTx" presStyleIdx="1" presStyleCnt="4">
        <dgm:presLayoutVars>
          <dgm:chMax val="1"/>
          <dgm:chPref val="1"/>
        </dgm:presLayoutVars>
      </dgm:prSet>
      <dgm:spPr/>
    </dgm:pt>
    <dgm:pt modelId="{3C68BB24-8BCC-4693-9609-F23ABE7627F0}" type="pres">
      <dgm:prSet presAssocID="{3417A405-EF27-43BF-B045-5E82DDECBF56}" presName="sibTrans" presStyleLbl="sibTrans2D1" presStyleIdx="0" presStyleCnt="0"/>
      <dgm:spPr/>
    </dgm:pt>
    <dgm:pt modelId="{A6B8E3CE-5A0E-43E3-A164-7C67CAB539DF}" type="pres">
      <dgm:prSet presAssocID="{A5DC34F3-4163-4ABC-B51D-66D804938375}" presName="compNode" presStyleCnt="0"/>
      <dgm:spPr/>
    </dgm:pt>
    <dgm:pt modelId="{FC90C578-69EE-4FA9-B899-0E937C8D66B1}" type="pres">
      <dgm:prSet presAssocID="{A5DC34F3-4163-4ABC-B51D-66D804938375}" presName="iconBgRect" presStyleLbl="bgShp" presStyleIdx="2" presStyleCnt="4"/>
      <dgm:spPr/>
    </dgm:pt>
    <dgm:pt modelId="{43AF70F6-91DA-4D80-8197-712B3BF20FFD}" type="pres">
      <dgm:prSet presAssocID="{A5DC34F3-4163-4ABC-B51D-66D80493837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35A8FD07-796B-49A9-97F1-918C11B3C9D0}" type="pres">
      <dgm:prSet presAssocID="{A5DC34F3-4163-4ABC-B51D-66D804938375}" presName="spaceRect" presStyleCnt="0"/>
      <dgm:spPr/>
    </dgm:pt>
    <dgm:pt modelId="{F85E574C-48F5-4CEF-856D-4565FD5D52F4}" type="pres">
      <dgm:prSet presAssocID="{A5DC34F3-4163-4ABC-B51D-66D804938375}" presName="textRect" presStyleLbl="revTx" presStyleIdx="2" presStyleCnt="4">
        <dgm:presLayoutVars>
          <dgm:chMax val="1"/>
          <dgm:chPref val="1"/>
        </dgm:presLayoutVars>
      </dgm:prSet>
      <dgm:spPr/>
    </dgm:pt>
    <dgm:pt modelId="{A3135027-731B-40AF-A410-A39A633AA5DC}" type="pres">
      <dgm:prSet presAssocID="{6B43D841-FA66-4448-A2D9-745340BB08E9}" presName="sibTrans" presStyleLbl="sibTrans2D1" presStyleIdx="0" presStyleCnt="0"/>
      <dgm:spPr/>
    </dgm:pt>
    <dgm:pt modelId="{F55CB36F-D05B-48B3-BD2F-149860B82ADE}" type="pres">
      <dgm:prSet presAssocID="{4CFB529C-2A78-48F1-AEAB-2D76BE9F14E1}" presName="compNode" presStyleCnt="0"/>
      <dgm:spPr/>
    </dgm:pt>
    <dgm:pt modelId="{422382EA-0186-4060-8101-CA4D221B121E}" type="pres">
      <dgm:prSet presAssocID="{4CFB529C-2A78-48F1-AEAB-2D76BE9F14E1}" presName="iconBgRect" presStyleLbl="bgShp" presStyleIdx="3" presStyleCnt="4"/>
      <dgm:spPr/>
    </dgm:pt>
    <dgm:pt modelId="{505D622E-517D-42D1-9750-F87DEAB5388B}" type="pres">
      <dgm:prSet presAssocID="{4CFB529C-2A78-48F1-AEAB-2D76BE9F14E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C960459-4C1F-4858-9038-3BB47A205EB3}" type="pres">
      <dgm:prSet presAssocID="{4CFB529C-2A78-48F1-AEAB-2D76BE9F14E1}" presName="spaceRect" presStyleCnt="0"/>
      <dgm:spPr/>
    </dgm:pt>
    <dgm:pt modelId="{8C7828A0-B15C-48B8-BF01-FAFC15867AC9}" type="pres">
      <dgm:prSet presAssocID="{4CFB529C-2A78-48F1-AEAB-2D76BE9F14E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102BB34-B73B-4D60-9EB3-DD717F94F621}" type="presOf" srcId="{5162A3B4-2B35-4FAC-9A0C-80FA0DC0B973}" destId="{B6A38332-D533-4A89-AD12-365BFD528EAE}" srcOrd="0" destOrd="0" presId="urn:microsoft.com/office/officeart/2018/2/layout/IconCircleList"/>
    <dgm:cxn modelId="{D608EF3E-3BE0-4FC4-9F28-07979E77E1CE}" srcId="{A43104A5-E866-4908-80AA-30B2CEEDA4C9}" destId="{F1C6806F-B580-450C-B21F-D7E6F42159A2}" srcOrd="0" destOrd="0" parTransId="{F77EA7C8-7A02-4EC8-8A9D-B8B4348706DB}" sibTransId="{3DE73F5D-6C78-47A1-8126-1D3BB55634FD}"/>
    <dgm:cxn modelId="{E7CC5B60-753F-4AC0-A0E8-22FBA0A06621}" type="presOf" srcId="{A5DC34F3-4163-4ABC-B51D-66D804938375}" destId="{F85E574C-48F5-4CEF-856D-4565FD5D52F4}" srcOrd="0" destOrd="0" presId="urn:microsoft.com/office/officeart/2018/2/layout/IconCircleList"/>
    <dgm:cxn modelId="{24CC6A44-A9A2-47CE-A4AF-A26ED98EE502}" type="presOf" srcId="{3417A405-EF27-43BF-B045-5E82DDECBF56}" destId="{3C68BB24-8BCC-4693-9609-F23ABE7627F0}" srcOrd="0" destOrd="0" presId="urn:microsoft.com/office/officeart/2018/2/layout/IconCircleList"/>
    <dgm:cxn modelId="{BE797049-E327-4E1D-845C-92CEEB23B541}" type="presOf" srcId="{4CFB529C-2A78-48F1-AEAB-2D76BE9F14E1}" destId="{8C7828A0-B15C-48B8-BF01-FAFC15867AC9}" srcOrd="0" destOrd="0" presId="urn:microsoft.com/office/officeart/2018/2/layout/IconCircleList"/>
    <dgm:cxn modelId="{75024176-16BB-4E99-8CED-B0B3E37B1385}" type="presOf" srcId="{F1C6806F-B580-450C-B21F-D7E6F42159A2}" destId="{1013F887-EED5-411C-B403-85A6D1C9AAF5}" srcOrd="0" destOrd="0" presId="urn:microsoft.com/office/officeart/2018/2/layout/IconCircleList"/>
    <dgm:cxn modelId="{1B09F792-9082-463B-B37A-8831DC33AE34}" srcId="{A43104A5-E866-4908-80AA-30B2CEEDA4C9}" destId="{5162A3B4-2B35-4FAC-9A0C-80FA0DC0B973}" srcOrd="1" destOrd="0" parTransId="{55531983-82E9-4FAF-9DBE-C9DEEAEE056B}" sibTransId="{3417A405-EF27-43BF-B045-5E82DDECBF56}"/>
    <dgm:cxn modelId="{D0204895-1218-4E5F-9D91-D449E022E6EF}" type="presOf" srcId="{A43104A5-E866-4908-80AA-30B2CEEDA4C9}" destId="{1F219740-9678-4102-989D-54F4390E639A}" srcOrd="0" destOrd="0" presId="urn:microsoft.com/office/officeart/2018/2/layout/IconCircleList"/>
    <dgm:cxn modelId="{DE7A1C9C-FC16-4409-9A63-6040AE3DA2A4}" type="presOf" srcId="{6B43D841-FA66-4448-A2D9-745340BB08E9}" destId="{A3135027-731B-40AF-A410-A39A633AA5DC}" srcOrd="0" destOrd="0" presId="urn:microsoft.com/office/officeart/2018/2/layout/IconCircleList"/>
    <dgm:cxn modelId="{8A0B8FCB-24A6-47B2-B5EA-10197C860B44}" srcId="{A43104A5-E866-4908-80AA-30B2CEEDA4C9}" destId="{A5DC34F3-4163-4ABC-B51D-66D804938375}" srcOrd="2" destOrd="0" parTransId="{C534B814-DC6D-4FDD-939B-7D42EF104F5F}" sibTransId="{6B43D841-FA66-4448-A2D9-745340BB08E9}"/>
    <dgm:cxn modelId="{29FDC3CE-609C-4875-B1AA-195BD39FBC4B}" type="presOf" srcId="{3DE73F5D-6C78-47A1-8126-1D3BB55634FD}" destId="{30786C61-4D4C-4FD0-97FA-649DB91F08A8}" srcOrd="0" destOrd="0" presId="urn:microsoft.com/office/officeart/2018/2/layout/IconCircleList"/>
    <dgm:cxn modelId="{84228EE4-1732-4B01-8AE0-FC69C3B0D28D}" srcId="{A43104A5-E866-4908-80AA-30B2CEEDA4C9}" destId="{4CFB529C-2A78-48F1-AEAB-2D76BE9F14E1}" srcOrd="3" destOrd="0" parTransId="{787B6C82-E1E1-4C8E-ADFE-36F05AF50354}" sibTransId="{FA9E3BDE-8BF1-4197-AE7E-C3398C9C2335}"/>
    <dgm:cxn modelId="{121E645C-D49D-4F24-AA80-4EF6956A0BE8}" type="presParOf" srcId="{1F219740-9678-4102-989D-54F4390E639A}" destId="{6F17335F-9CCD-43C7-8A69-5C53AB69642E}" srcOrd="0" destOrd="0" presId="urn:microsoft.com/office/officeart/2018/2/layout/IconCircleList"/>
    <dgm:cxn modelId="{F119BCCA-F869-4905-B9AA-834273974969}" type="presParOf" srcId="{6F17335F-9CCD-43C7-8A69-5C53AB69642E}" destId="{8A31A831-8D81-40E3-84EA-269749ADCD33}" srcOrd="0" destOrd="0" presId="urn:microsoft.com/office/officeart/2018/2/layout/IconCircleList"/>
    <dgm:cxn modelId="{2C3F2FFA-B23A-474D-A942-648978CE929C}" type="presParOf" srcId="{8A31A831-8D81-40E3-84EA-269749ADCD33}" destId="{13F40DE2-900E-4CA4-A64B-41541C74860F}" srcOrd="0" destOrd="0" presId="urn:microsoft.com/office/officeart/2018/2/layout/IconCircleList"/>
    <dgm:cxn modelId="{2B2093AE-211D-406F-8FAE-81778CE4B0A2}" type="presParOf" srcId="{8A31A831-8D81-40E3-84EA-269749ADCD33}" destId="{6B88A09A-6C99-42A6-8DFB-CF36BAC2E517}" srcOrd="1" destOrd="0" presId="urn:microsoft.com/office/officeart/2018/2/layout/IconCircleList"/>
    <dgm:cxn modelId="{5A4136DF-0627-45CA-84C8-F1A0CA027C49}" type="presParOf" srcId="{8A31A831-8D81-40E3-84EA-269749ADCD33}" destId="{A049B62E-5E98-4A3B-8BE7-C88B3724447D}" srcOrd="2" destOrd="0" presId="urn:microsoft.com/office/officeart/2018/2/layout/IconCircleList"/>
    <dgm:cxn modelId="{E386D952-3EAB-496D-A961-8CB320A35507}" type="presParOf" srcId="{8A31A831-8D81-40E3-84EA-269749ADCD33}" destId="{1013F887-EED5-411C-B403-85A6D1C9AAF5}" srcOrd="3" destOrd="0" presId="urn:microsoft.com/office/officeart/2018/2/layout/IconCircleList"/>
    <dgm:cxn modelId="{AF3847C6-CF87-43C8-ADC0-C78090A8DEC7}" type="presParOf" srcId="{6F17335F-9CCD-43C7-8A69-5C53AB69642E}" destId="{30786C61-4D4C-4FD0-97FA-649DB91F08A8}" srcOrd="1" destOrd="0" presId="urn:microsoft.com/office/officeart/2018/2/layout/IconCircleList"/>
    <dgm:cxn modelId="{192F0B0B-9A4F-4AA1-94B1-1705C09D1511}" type="presParOf" srcId="{6F17335F-9CCD-43C7-8A69-5C53AB69642E}" destId="{C29C99B4-52A7-4D39-9EE6-1D6FD3A74BCB}" srcOrd="2" destOrd="0" presId="urn:microsoft.com/office/officeart/2018/2/layout/IconCircleList"/>
    <dgm:cxn modelId="{A708605E-4849-4BF2-B327-02212F991B57}" type="presParOf" srcId="{C29C99B4-52A7-4D39-9EE6-1D6FD3A74BCB}" destId="{6F34984A-B99C-43EF-96E7-9D1DAE951F9A}" srcOrd="0" destOrd="0" presId="urn:microsoft.com/office/officeart/2018/2/layout/IconCircleList"/>
    <dgm:cxn modelId="{5667F6D9-B01D-491C-B2A4-DBF92B9324B5}" type="presParOf" srcId="{C29C99B4-52A7-4D39-9EE6-1D6FD3A74BCB}" destId="{91332A6B-2D29-4918-8616-5DD645825F9B}" srcOrd="1" destOrd="0" presId="urn:microsoft.com/office/officeart/2018/2/layout/IconCircleList"/>
    <dgm:cxn modelId="{FD782E0B-4510-4FA0-80E7-D6E78A5D3145}" type="presParOf" srcId="{C29C99B4-52A7-4D39-9EE6-1D6FD3A74BCB}" destId="{F1FC0345-7379-4AF1-930C-B13BAACD1D56}" srcOrd="2" destOrd="0" presId="urn:microsoft.com/office/officeart/2018/2/layout/IconCircleList"/>
    <dgm:cxn modelId="{62F7A9F6-A883-4019-B967-26B39C5CF914}" type="presParOf" srcId="{C29C99B4-52A7-4D39-9EE6-1D6FD3A74BCB}" destId="{B6A38332-D533-4A89-AD12-365BFD528EAE}" srcOrd="3" destOrd="0" presId="urn:microsoft.com/office/officeart/2018/2/layout/IconCircleList"/>
    <dgm:cxn modelId="{E6E6520C-69A4-4CDD-8178-8C01A9D93CE3}" type="presParOf" srcId="{6F17335F-9CCD-43C7-8A69-5C53AB69642E}" destId="{3C68BB24-8BCC-4693-9609-F23ABE7627F0}" srcOrd="3" destOrd="0" presId="urn:microsoft.com/office/officeart/2018/2/layout/IconCircleList"/>
    <dgm:cxn modelId="{F31AC91B-61CF-47E1-81F6-8D07124ED824}" type="presParOf" srcId="{6F17335F-9CCD-43C7-8A69-5C53AB69642E}" destId="{A6B8E3CE-5A0E-43E3-A164-7C67CAB539DF}" srcOrd="4" destOrd="0" presId="urn:microsoft.com/office/officeart/2018/2/layout/IconCircleList"/>
    <dgm:cxn modelId="{E34C26CA-6D28-46D0-849C-8CAE12F46366}" type="presParOf" srcId="{A6B8E3CE-5A0E-43E3-A164-7C67CAB539DF}" destId="{FC90C578-69EE-4FA9-B899-0E937C8D66B1}" srcOrd="0" destOrd="0" presId="urn:microsoft.com/office/officeart/2018/2/layout/IconCircleList"/>
    <dgm:cxn modelId="{8931F6EC-36E5-41C8-ACFE-87D483A3E630}" type="presParOf" srcId="{A6B8E3CE-5A0E-43E3-A164-7C67CAB539DF}" destId="{43AF70F6-91DA-4D80-8197-712B3BF20FFD}" srcOrd="1" destOrd="0" presId="urn:microsoft.com/office/officeart/2018/2/layout/IconCircleList"/>
    <dgm:cxn modelId="{18A91986-9096-4613-8A34-14921897F410}" type="presParOf" srcId="{A6B8E3CE-5A0E-43E3-A164-7C67CAB539DF}" destId="{35A8FD07-796B-49A9-97F1-918C11B3C9D0}" srcOrd="2" destOrd="0" presId="urn:microsoft.com/office/officeart/2018/2/layout/IconCircleList"/>
    <dgm:cxn modelId="{E5057648-86B4-4E70-9D4C-B395B7BFA8FD}" type="presParOf" srcId="{A6B8E3CE-5A0E-43E3-A164-7C67CAB539DF}" destId="{F85E574C-48F5-4CEF-856D-4565FD5D52F4}" srcOrd="3" destOrd="0" presId="urn:microsoft.com/office/officeart/2018/2/layout/IconCircleList"/>
    <dgm:cxn modelId="{ECD1380F-828B-481E-BA16-27A0B891B4BE}" type="presParOf" srcId="{6F17335F-9CCD-43C7-8A69-5C53AB69642E}" destId="{A3135027-731B-40AF-A410-A39A633AA5DC}" srcOrd="5" destOrd="0" presId="urn:microsoft.com/office/officeart/2018/2/layout/IconCircleList"/>
    <dgm:cxn modelId="{01AED723-1EDE-4B91-909F-01B7FB151E0E}" type="presParOf" srcId="{6F17335F-9CCD-43C7-8A69-5C53AB69642E}" destId="{F55CB36F-D05B-48B3-BD2F-149860B82ADE}" srcOrd="6" destOrd="0" presId="urn:microsoft.com/office/officeart/2018/2/layout/IconCircleList"/>
    <dgm:cxn modelId="{3FFAAB61-74EA-48AF-97F1-DDC9104C2AD3}" type="presParOf" srcId="{F55CB36F-D05B-48B3-BD2F-149860B82ADE}" destId="{422382EA-0186-4060-8101-CA4D221B121E}" srcOrd="0" destOrd="0" presId="urn:microsoft.com/office/officeart/2018/2/layout/IconCircleList"/>
    <dgm:cxn modelId="{FDF358E6-8729-4022-9836-07809F4C44EB}" type="presParOf" srcId="{F55CB36F-D05B-48B3-BD2F-149860B82ADE}" destId="{505D622E-517D-42D1-9750-F87DEAB5388B}" srcOrd="1" destOrd="0" presId="urn:microsoft.com/office/officeart/2018/2/layout/IconCircleList"/>
    <dgm:cxn modelId="{19179279-1B69-436A-B569-17741021C5CA}" type="presParOf" srcId="{F55CB36F-D05B-48B3-BD2F-149860B82ADE}" destId="{2C960459-4C1F-4858-9038-3BB47A205EB3}" srcOrd="2" destOrd="0" presId="urn:microsoft.com/office/officeart/2018/2/layout/IconCircleList"/>
    <dgm:cxn modelId="{600CA90F-8E37-493B-8912-3F82A0D9D7B2}" type="presParOf" srcId="{F55CB36F-D05B-48B3-BD2F-149860B82ADE}" destId="{8C7828A0-B15C-48B8-BF01-FAFC15867AC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674A0EB-2B27-4EDD-9531-9B6A68151512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C61B019-F767-4C94-A57C-0039FC600B63}">
      <dgm:prSet/>
      <dgm:spPr/>
      <dgm:t>
        <a:bodyPr/>
        <a:lstStyle/>
        <a:p>
          <a:r>
            <a:rPr lang="en-GB"/>
            <a:t>A powerful logging framework for Java</a:t>
          </a:r>
          <a:endParaRPr lang="en-US"/>
        </a:p>
      </dgm:t>
    </dgm:pt>
    <dgm:pt modelId="{5A368F67-7F40-41C8-82C5-13B71E963210}" type="parTrans" cxnId="{1BF7E933-7D09-45DA-BC60-5F465E575622}">
      <dgm:prSet/>
      <dgm:spPr/>
      <dgm:t>
        <a:bodyPr/>
        <a:lstStyle/>
        <a:p>
          <a:endParaRPr lang="en-US"/>
        </a:p>
      </dgm:t>
    </dgm:pt>
    <dgm:pt modelId="{534B63DA-5D0B-491E-A6E0-381A2DC58BFC}" type="sibTrans" cxnId="{1BF7E933-7D09-45DA-BC60-5F465E575622}">
      <dgm:prSet/>
      <dgm:spPr/>
      <dgm:t>
        <a:bodyPr/>
        <a:lstStyle/>
        <a:p>
          <a:endParaRPr lang="en-US"/>
        </a:p>
      </dgm:t>
    </dgm:pt>
    <dgm:pt modelId="{BCF2D3CF-7D04-4AE7-A94B-DCD90009C711}">
      <dgm:prSet/>
      <dgm:spPr/>
      <dgm:t>
        <a:bodyPr/>
        <a:lstStyle/>
        <a:p>
          <a:r>
            <a:rPr lang="en-GB"/>
            <a:t>Developed by Apache Software Foundation</a:t>
          </a:r>
          <a:endParaRPr lang="en-US"/>
        </a:p>
      </dgm:t>
    </dgm:pt>
    <dgm:pt modelId="{92EF46C5-03CF-475C-ABE9-E512C745C432}" type="parTrans" cxnId="{C859A143-320A-4E04-B5AE-8993FCCBDB98}">
      <dgm:prSet/>
      <dgm:spPr/>
      <dgm:t>
        <a:bodyPr/>
        <a:lstStyle/>
        <a:p>
          <a:endParaRPr lang="en-US"/>
        </a:p>
      </dgm:t>
    </dgm:pt>
    <dgm:pt modelId="{A8014A41-DEA5-4564-9715-FF27FA23B9EA}" type="sibTrans" cxnId="{C859A143-320A-4E04-B5AE-8993FCCBDB98}">
      <dgm:prSet/>
      <dgm:spPr/>
      <dgm:t>
        <a:bodyPr/>
        <a:lstStyle/>
        <a:p>
          <a:endParaRPr lang="en-US"/>
        </a:p>
      </dgm:t>
    </dgm:pt>
    <dgm:pt modelId="{48E93CD3-E302-42A2-9496-5A94E7BF6162}">
      <dgm:prSet/>
      <dgm:spPr/>
      <dgm:t>
        <a:bodyPr/>
        <a:lstStyle/>
        <a:p>
          <a:r>
            <a:rPr lang="en-GB"/>
            <a:t>Helps capture runtime information during test execution</a:t>
          </a:r>
          <a:endParaRPr lang="en-US"/>
        </a:p>
      </dgm:t>
    </dgm:pt>
    <dgm:pt modelId="{4DFE36A6-BDA7-45C7-9F7B-EEF34B510F76}" type="parTrans" cxnId="{F776D550-42B2-4C78-B041-0327CBAE3E44}">
      <dgm:prSet/>
      <dgm:spPr/>
      <dgm:t>
        <a:bodyPr/>
        <a:lstStyle/>
        <a:p>
          <a:endParaRPr lang="en-US"/>
        </a:p>
      </dgm:t>
    </dgm:pt>
    <dgm:pt modelId="{0728BFC7-96DA-4F15-82D8-AAA492B886EE}" type="sibTrans" cxnId="{F776D550-42B2-4C78-B041-0327CBAE3E44}">
      <dgm:prSet/>
      <dgm:spPr/>
      <dgm:t>
        <a:bodyPr/>
        <a:lstStyle/>
        <a:p>
          <a:endParaRPr lang="en-US"/>
        </a:p>
      </dgm:t>
    </dgm:pt>
    <dgm:pt modelId="{D262078E-3458-4568-AD62-33317CCC283C}">
      <dgm:prSet/>
      <dgm:spPr/>
      <dgm:t>
        <a:bodyPr/>
        <a:lstStyle/>
        <a:p>
          <a:r>
            <a:rPr lang="en-GB"/>
            <a:t>Supports multiple output destinations: console, file, database</a:t>
          </a:r>
          <a:endParaRPr lang="en-US"/>
        </a:p>
      </dgm:t>
    </dgm:pt>
    <dgm:pt modelId="{337583B1-148E-4445-9772-2DA7C63B1206}" type="parTrans" cxnId="{9A3FB845-DD4D-4E2B-8B1A-BA21557A6587}">
      <dgm:prSet/>
      <dgm:spPr/>
      <dgm:t>
        <a:bodyPr/>
        <a:lstStyle/>
        <a:p>
          <a:endParaRPr lang="en-US"/>
        </a:p>
      </dgm:t>
    </dgm:pt>
    <dgm:pt modelId="{357B22B6-10B0-4C4F-ADAC-4A1B3703B1D8}" type="sibTrans" cxnId="{9A3FB845-DD4D-4E2B-8B1A-BA21557A6587}">
      <dgm:prSet/>
      <dgm:spPr/>
      <dgm:t>
        <a:bodyPr/>
        <a:lstStyle/>
        <a:p>
          <a:endParaRPr lang="en-US"/>
        </a:p>
      </dgm:t>
    </dgm:pt>
    <dgm:pt modelId="{9FDC55D5-B65D-4147-9F20-E051C1E5724A}" type="pres">
      <dgm:prSet presAssocID="{0674A0EB-2B27-4EDD-9531-9B6A68151512}" presName="matrix" presStyleCnt="0">
        <dgm:presLayoutVars>
          <dgm:chMax val="1"/>
          <dgm:dir/>
          <dgm:resizeHandles val="exact"/>
        </dgm:presLayoutVars>
      </dgm:prSet>
      <dgm:spPr/>
    </dgm:pt>
    <dgm:pt modelId="{2E99DCCB-3BB6-49C7-9C03-498B5CCCDA7D}" type="pres">
      <dgm:prSet presAssocID="{0674A0EB-2B27-4EDD-9531-9B6A68151512}" presName="diamond" presStyleLbl="bgShp" presStyleIdx="0" presStyleCnt="1"/>
      <dgm:spPr/>
    </dgm:pt>
    <dgm:pt modelId="{9D28F0EB-F6D0-4819-9F89-BC58D58536B2}" type="pres">
      <dgm:prSet presAssocID="{0674A0EB-2B27-4EDD-9531-9B6A6815151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1D6FD1F-2233-4239-89F3-274E99B35784}" type="pres">
      <dgm:prSet presAssocID="{0674A0EB-2B27-4EDD-9531-9B6A6815151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0B2D1BB-5A51-401E-A4E1-8FF9A65C00B4}" type="pres">
      <dgm:prSet presAssocID="{0674A0EB-2B27-4EDD-9531-9B6A6815151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DAF0796-9A21-4D97-B05E-DDD4113E2F45}" type="pres">
      <dgm:prSet presAssocID="{0674A0EB-2B27-4EDD-9531-9B6A6815151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9A5C20F-09BE-4763-9F43-FEBC870E5083}" type="presOf" srcId="{BCF2D3CF-7D04-4AE7-A94B-DCD90009C711}" destId="{E1D6FD1F-2233-4239-89F3-274E99B35784}" srcOrd="0" destOrd="0" presId="urn:microsoft.com/office/officeart/2005/8/layout/matrix3"/>
    <dgm:cxn modelId="{40BC8029-49E9-4853-B0E7-39872A8F1A62}" type="presOf" srcId="{8C61B019-F767-4C94-A57C-0039FC600B63}" destId="{9D28F0EB-F6D0-4819-9F89-BC58D58536B2}" srcOrd="0" destOrd="0" presId="urn:microsoft.com/office/officeart/2005/8/layout/matrix3"/>
    <dgm:cxn modelId="{1BF7E933-7D09-45DA-BC60-5F465E575622}" srcId="{0674A0EB-2B27-4EDD-9531-9B6A68151512}" destId="{8C61B019-F767-4C94-A57C-0039FC600B63}" srcOrd="0" destOrd="0" parTransId="{5A368F67-7F40-41C8-82C5-13B71E963210}" sibTransId="{534B63DA-5D0B-491E-A6E0-381A2DC58BFC}"/>
    <dgm:cxn modelId="{C859A143-320A-4E04-B5AE-8993FCCBDB98}" srcId="{0674A0EB-2B27-4EDD-9531-9B6A68151512}" destId="{BCF2D3CF-7D04-4AE7-A94B-DCD90009C711}" srcOrd="1" destOrd="0" parTransId="{92EF46C5-03CF-475C-ABE9-E512C745C432}" sibTransId="{A8014A41-DEA5-4564-9715-FF27FA23B9EA}"/>
    <dgm:cxn modelId="{9A3FB845-DD4D-4E2B-8B1A-BA21557A6587}" srcId="{0674A0EB-2B27-4EDD-9531-9B6A68151512}" destId="{D262078E-3458-4568-AD62-33317CCC283C}" srcOrd="3" destOrd="0" parTransId="{337583B1-148E-4445-9772-2DA7C63B1206}" sibTransId="{357B22B6-10B0-4C4F-ADAC-4A1B3703B1D8}"/>
    <dgm:cxn modelId="{F776D550-42B2-4C78-B041-0327CBAE3E44}" srcId="{0674A0EB-2B27-4EDD-9531-9B6A68151512}" destId="{48E93CD3-E302-42A2-9496-5A94E7BF6162}" srcOrd="2" destOrd="0" parTransId="{4DFE36A6-BDA7-45C7-9F7B-EEF34B510F76}" sibTransId="{0728BFC7-96DA-4F15-82D8-AAA492B886EE}"/>
    <dgm:cxn modelId="{4D0A5173-C510-4986-8B1B-89518E58C182}" type="presOf" srcId="{0674A0EB-2B27-4EDD-9531-9B6A68151512}" destId="{9FDC55D5-B65D-4147-9F20-E051C1E5724A}" srcOrd="0" destOrd="0" presId="urn:microsoft.com/office/officeart/2005/8/layout/matrix3"/>
    <dgm:cxn modelId="{4EF7558C-83AC-4834-A34F-1C0748667922}" type="presOf" srcId="{48E93CD3-E302-42A2-9496-5A94E7BF6162}" destId="{B0B2D1BB-5A51-401E-A4E1-8FF9A65C00B4}" srcOrd="0" destOrd="0" presId="urn:microsoft.com/office/officeart/2005/8/layout/matrix3"/>
    <dgm:cxn modelId="{E3106390-98B7-448A-A458-CBAF18B28F0F}" type="presOf" srcId="{D262078E-3458-4568-AD62-33317CCC283C}" destId="{5DAF0796-9A21-4D97-B05E-DDD4113E2F45}" srcOrd="0" destOrd="0" presId="urn:microsoft.com/office/officeart/2005/8/layout/matrix3"/>
    <dgm:cxn modelId="{DB1C05F1-2908-43D8-8E19-1671D4851A66}" type="presParOf" srcId="{9FDC55D5-B65D-4147-9F20-E051C1E5724A}" destId="{2E99DCCB-3BB6-49C7-9C03-498B5CCCDA7D}" srcOrd="0" destOrd="0" presId="urn:microsoft.com/office/officeart/2005/8/layout/matrix3"/>
    <dgm:cxn modelId="{510AB658-2227-413A-8EFA-6A83974FED43}" type="presParOf" srcId="{9FDC55D5-B65D-4147-9F20-E051C1E5724A}" destId="{9D28F0EB-F6D0-4819-9F89-BC58D58536B2}" srcOrd="1" destOrd="0" presId="urn:microsoft.com/office/officeart/2005/8/layout/matrix3"/>
    <dgm:cxn modelId="{E3CC683A-4236-45B1-93F0-7476470820F3}" type="presParOf" srcId="{9FDC55D5-B65D-4147-9F20-E051C1E5724A}" destId="{E1D6FD1F-2233-4239-89F3-274E99B35784}" srcOrd="2" destOrd="0" presId="urn:microsoft.com/office/officeart/2005/8/layout/matrix3"/>
    <dgm:cxn modelId="{5B4B8995-1B2D-427E-8728-49AA7F0F9905}" type="presParOf" srcId="{9FDC55D5-B65D-4147-9F20-E051C1E5724A}" destId="{B0B2D1BB-5A51-401E-A4E1-8FF9A65C00B4}" srcOrd="3" destOrd="0" presId="urn:microsoft.com/office/officeart/2005/8/layout/matrix3"/>
    <dgm:cxn modelId="{BD049C3B-3460-4AC2-A22A-3DFA95E6DABE}" type="presParOf" srcId="{9FDC55D5-B65D-4147-9F20-E051C1E5724A}" destId="{5DAF0796-9A21-4D97-B05E-DDD4113E2F4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8E37613-ECA6-4652-90E1-0F649A0AA998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F9C8589-C90C-4999-9E2B-0652400DC83A}">
      <dgm:prSet/>
      <dgm:spPr/>
      <dgm:t>
        <a:bodyPr/>
        <a:lstStyle/>
        <a:p>
          <a:r>
            <a:rPr lang="en-IN"/>
            <a:t>ALL: Logs everything</a:t>
          </a:r>
          <a:endParaRPr lang="en-US"/>
        </a:p>
      </dgm:t>
    </dgm:pt>
    <dgm:pt modelId="{E69631B4-B4CF-45B3-9CFA-BF3C604C3E56}" type="parTrans" cxnId="{8CF43A26-F071-4C71-B1BE-B09AEFCBB08B}">
      <dgm:prSet/>
      <dgm:spPr/>
      <dgm:t>
        <a:bodyPr/>
        <a:lstStyle/>
        <a:p>
          <a:endParaRPr lang="en-US"/>
        </a:p>
      </dgm:t>
    </dgm:pt>
    <dgm:pt modelId="{F33F673D-8388-4475-AFF8-3F9FE5F07786}" type="sibTrans" cxnId="{8CF43A26-F071-4C71-B1BE-B09AEFCBB08B}">
      <dgm:prSet/>
      <dgm:spPr/>
      <dgm:t>
        <a:bodyPr/>
        <a:lstStyle/>
        <a:p>
          <a:endParaRPr lang="en-US"/>
        </a:p>
      </dgm:t>
    </dgm:pt>
    <dgm:pt modelId="{1BECD886-5183-412B-AD48-208782D2F9B5}">
      <dgm:prSet/>
      <dgm:spPr/>
      <dgm:t>
        <a:bodyPr/>
        <a:lstStyle/>
        <a:p>
          <a:r>
            <a:rPr lang="en-IN"/>
            <a:t>DEBUG: Detailed info for debugging</a:t>
          </a:r>
          <a:endParaRPr lang="en-US"/>
        </a:p>
      </dgm:t>
    </dgm:pt>
    <dgm:pt modelId="{A0955F36-8D7D-4A59-BE1C-CF81C55FF365}" type="parTrans" cxnId="{17F0B18A-F916-429E-B8DE-3E42827ED6EE}">
      <dgm:prSet/>
      <dgm:spPr/>
      <dgm:t>
        <a:bodyPr/>
        <a:lstStyle/>
        <a:p>
          <a:endParaRPr lang="en-US"/>
        </a:p>
      </dgm:t>
    </dgm:pt>
    <dgm:pt modelId="{33028812-DA2D-4E69-8445-889070A331DD}" type="sibTrans" cxnId="{17F0B18A-F916-429E-B8DE-3E42827ED6EE}">
      <dgm:prSet/>
      <dgm:spPr/>
      <dgm:t>
        <a:bodyPr/>
        <a:lstStyle/>
        <a:p>
          <a:endParaRPr lang="en-US"/>
        </a:p>
      </dgm:t>
    </dgm:pt>
    <dgm:pt modelId="{9A087084-1D49-4E44-89A2-9488ECC5AE57}">
      <dgm:prSet/>
      <dgm:spPr/>
      <dgm:t>
        <a:bodyPr/>
        <a:lstStyle/>
        <a:p>
          <a:r>
            <a:rPr lang="en-IN"/>
            <a:t>INFO: General runtime information</a:t>
          </a:r>
          <a:endParaRPr lang="en-US"/>
        </a:p>
      </dgm:t>
    </dgm:pt>
    <dgm:pt modelId="{5ACFCE83-AFF3-4173-8B87-CDEDA2B4C42C}" type="parTrans" cxnId="{363B1320-22A0-443B-9B8E-23972A048264}">
      <dgm:prSet/>
      <dgm:spPr/>
      <dgm:t>
        <a:bodyPr/>
        <a:lstStyle/>
        <a:p>
          <a:endParaRPr lang="en-US"/>
        </a:p>
      </dgm:t>
    </dgm:pt>
    <dgm:pt modelId="{2817ABA8-FFEC-491B-820A-F46713E7CF65}" type="sibTrans" cxnId="{363B1320-22A0-443B-9B8E-23972A048264}">
      <dgm:prSet/>
      <dgm:spPr/>
      <dgm:t>
        <a:bodyPr/>
        <a:lstStyle/>
        <a:p>
          <a:endParaRPr lang="en-US"/>
        </a:p>
      </dgm:t>
    </dgm:pt>
    <dgm:pt modelId="{A1F34F2E-1A63-4946-A316-288C5988DCBF}">
      <dgm:prSet/>
      <dgm:spPr/>
      <dgm:t>
        <a:bodyPr/>
        <a:lstStyle/>
        <a:p>
          <a:r>
            <a:rPr lang="en-IN"/>
            <a:t>WARN: Potential issues</a:t>
          </a:r>
          <a:endParaRPr lang="en-US"/>
        </a:p>
      </dgm:t>
    </dgm:pt>
    <dgm:pt modelId="{CCF5B00F-D646-4D64-8034-36D61DD286A3}" type="parTrans" cxnId="{D66CBEFA-05AE-46DC-9949-1BD33D163327}">
      <dgm:prSet/>
      <dgm:spPr/>
      <dgm:t>
        <a:bodyPr/>
        <a:lstStyle/>
        <a:p>
          <a:endParaRPr lang="en-US"/>
        </a:p>
      </dgm:t>
    </dgm:pt>
    <dgm:pt modelId="{715FC98B-DF39-4321-A453-AC6F4DF7C74B}" type="sibTrans" cxnId="{D66CBEFA-05AE-46DC-9949-1BD33D163327}">
      <dgm:prSet/>
      <dgm:spPr/>
      <dgm:t>
        <a:bodyPr/>
        <a:lstStyle/>
        <a:p>
          <a:endParaRPr lang="en-US"/>
        </a:p>
      </dgm:t>
    </dgm:pt>
    <dgm:pt modelId="{78CA82B5-5BD5-40CD-9518-D472DFB80F0F}">
      <dgm:prSet/>
      <dgm:spPr/>
      <dgm:t>
        <a:bodyPr/>
        <a:lstStyle/>
        <a:p>
          <a:r>
            <a:rPr lang="en-IN"/>
            <a:t>ERROR: Serious problems</a:t>
          </a:r>
          <a:endParaRPr lang="en-US"/>
        </a:p>
      </dgm:t>
    </dgm:pt>
    <dgm:pt modelId="{562AFF71-36C4-4255-8B22-688F0AD3931F}" type="parTrans" cxnId="{B8F38540-B16E-46B3-9AE5-C965F768B757}">
      <dgm:prSet/>
      <dgm:spPr/>
      <dgm:t>
        <a:bodyPr/>
        <a:lstStyle/>
        <a:p>
          <a:endParaRPr lang="en-US"/>
        </a:p>
      </dgm:t>
    </dgm:pt>
    <dgm:pt modelId="{4C5A1004-0D81-4BBA-A840-C9B5AC004228}" type="sibTrans" cxnId="{B8F38540-B16E-46B3-9AE5-C965F768B757}">
      <dgm:prSet/>
      <dgm:spPr/>
      <dgm:t>
        <a:bodyPr/>
        <a:lstStyle/>
        <a:p>
          <a:endParaRPr lang="en-US"/>
        </a:p>
      </dgm:t>
    </dgm:pt>
    <dgm:pt modelId="{C9B0ACE2-2D89-41D5-AD87-B5D148426755}">
      <dgm:prSet/>
      <dgm:spPr/>
      <dgm:t>
        <a:bodyPr/>
        <a:lstStyle/>
        <a:p>
          <a:r>
            <a:rPr lang="en-IN"/>
            <a:t>FATAL: Critical errors causing crash</a:t>
          </a:r>
          <a:endParaRPr lang="en-US"/>
        </a:p>
      </dgm:t>
    </dgm:pt>
    <dgm:pt modelId="{21DA2265-D6FA-4314-9046-5944F6D0867B}" type="parTrans" cxnId="{98542A75-911B-49B5-8226-B8DE956E957C}">
      <dgm:prSet/>
      <dgm:spPr/>
      <dgm:t>
        <a:bodyPr/>
        <a:lstStyle/>
        <a:p>
          <a:endParaRPr lang="en-US"/>
        </a:p>
      </dgm:t>
    </dgm:pt>
    <dgm:pt modelId="{CF34DA38-4C57-4330-AC45-4E61BDC96C55}" type="sibTrans" cxnId="{98542A75-911B-49B5-8226-B8DE956E957C}">
      <dgm:prSet/>
      <dgm:spPr/>
      <dgm:t>
        <a:bodyPr/>
        <a:lstStyle/>
        <a:p>
          <a:endParaRPr lang="en-US"/>
        </a:p>
      </dgm:t>
    </dgm:pt>
    <dgm:pt modelId="{560AEF7A-8FAA-4D08-9EDB-907E4A0E43FD}">
      <dgm:prSet/>
      <dgm:spPr/>
      <dgm:t>
        <a:bodyPr/>
        <a:lstStyle/>
        <a:p>
          <a:r>
            <a:rPr lang="en-IN"/>
            <a:t>OFF: Disables logging</a:t>
          </a:r>
          <a:endParaRPr lang="en-US"/>
        </a:p>
      </dgm:t>
    </dgm:pt>
    <dgm:pt modelId="{309C524C-A3DB-46E8-BD4C-6A54E683E293}" type="parTrans" cxnId="{29D1E49C-AAFB-4CA3-9D27-F02A2B185304}">
      <dgm:prSet/>
      <dgm:spPr/>
      <dgm:t>
        <a:bodyPr/>
        <a:lstStyle/>
        <a:p>
          <a:endParaRPr lang="en-US"/>
        </a:p>
      </dgm:t>
    </dgm:pt>
    <dgm:pt modelId="{C87E865B-AC2C-457A-A9AC-4B951284CC0E}" type="sibTrans" cxnId="{29D1E49C-AAFB-4CA3-9D27-F02A2B185304}">
      <dgm:prSet/>
      <dgm:spPr/>
      <dgm:t>
        <a:bodyPr/>
        <a:lstStyle/>
        <a:p>
          <a:endParaRPr lang="en-US"/>
        </a:p>
      </dgm:t>
    </dgm:pt>
    <dgm:pt modelId="{7FB66182-C601-4296-B7AC-0A618E7E1146}" type="pres">
      <dgm:prSet presAssocID="{38E37613-ECA6-4652-90E1-0F649A0AA998}" presName="vert0" presStyleCnt="0">
        <dgm:presLayoutVars>
          <dgm:dir/>
          <dgm:animOne val="branch"/>
          <dgm:animLvl val="lvl"/>
        </dgm:presLayoutVars>
      </dgm:prSet>
      <dgm:spPr/>
    </dgm:pt>
    <dgm:pt modelId="{FFD36CCB-5DBC-4693-85BF-9B332A3428AB}" type="pres">
      <dgm:prSet presAssocID="{CF9C8589-C90C-4999-9E2B-0652400DC83A}" presName="thickLine" presStyleLbl="alignNode1" presStyleIdx="0" presStyleCnt="7"/>
      <dgm:spPr/>
    </dgm:pt>
    <dgm:pt modelId="{957E1F7E-6A11-4020-9F93-B8BF4C7061DE}" type="pres">
      <dgm:prSet presAssocID="{CF9C8589-C90C-4999-9E2B-0652400DC83A}" presName="horz1" presStyleCnt="0"/>
      <dgm:spPr/>
    </dgm:pt>
    <dgm:pt modelId="{A44EEB46-3255-4A02-A94E-ABA2C6F47464}" type="pres">
      <dgm:prSet presAssocID="{CF9C8589-C90C-4999-9E2B-0652400DC83A}" presName="tx1" presStyleLbl="revTx" presStyleIdx="0" presStyleCnt="7"/>
      <dgm:spPr/>
    </dgm:pt>
    <dgm:pt modelId="{22D8F0D2-D056-490F-B96F-98B22F3D4112}" type="pres">
      <dgm:prSet presAssocID="{CF9C8589-C90C-4999-9E2B-0652400DC83A}" presName="vert1" presStyleCnt="0"/>
      <dgm:spPr/>
    </dgm:pt>
    <dgm:pt modelId="{D8F399B9-1F8A-4558-8924-21D709DEA1E2}" type="pres">
      <dgm:prSet presAssocID="{1BECD886-5183-412B-AD48-208782D2F9B5}" presName="thickLine" presStyleLbl="alignNode1" presStyleIdx="1" presStyleCnt="7"/>
      <dgm:spPr/>
    </dgm:pt>
    <dgm:pt modelId="{1016F585-676C-46BE-A34E-C26960CB72E8}" type="pres">
      <dgm:prSet presAssocID="{1BECD886-5183-412B-AD48-208782D2F9B5}" presName="horz1" presStyleCnt="0"/>
      <dgm:spPr/>
    </dgm:pt>
    <dgm:pt modelId="{3E79162F-E913-4C0A-BD13-ABEB348DAEFA}" type="pres">
      <dgm:prSet presAssocID="{1BECD886-5183-412B-AD48-208782D2F9B5}" presName="tx1" presStyleLbl="revTx" presStyleIdx="1" presStyleCnt="7"/>
      <dgm:spPr/>
    </dgm:pt>
    <dgm:pt modelId="{68D6BC3D-FD7B-429E-9194-963376838EE1}" type="pres">
      <dgm:prSet presAssocID="{1BECD886-5183-412B-AD48-208782D2F9B5}" presName="vert1" presStyleCnt="0"/>
      <dgm:spPr/>
    </dgm:pt>
    <dgm:pt modelId="{35A99573-C421-444F-8956-33898747A4B0}" type="pres">
      <dgm:prSet presAssocID="{9A087084-1D49-4E44-89A2-9488ECC5AE57}" presName="thickLine" presStyleLbl="alignNode1" presStyleIdx="2" presStyleCnt="7"/>
      <dgm:spPr/>
    </dgm:pt>
    <dgm:pt modelId="{102E75ED-9A6F-4752-9D40-F9C30CD32D61}" type="pres">
      <dgm:prSet presAssocID="{9A087084-1D49-4E44-89A2-9488ECC5AE57}" presName="horz1" presStyleCnt="0"/>
      <dgm:spPr/>
    </dgm:pt>
    <dgm:pt modelId="{930D5442-7E74-46DD-8A31-7C63FF6F0DC8}" type="pres">
      <dgm:prSet presAssocID="{9A087084-1D49-4E44-89A2-9488ECC5AE57}" presName="tx1" presStyleLbl="revTx" presStyleIdx="2" presStyleCnt="7"/>
      <dgm:spPr/>
    </dgm:pt>
    <dgm:pt modelId="{B40D4555-FA9A-46F4-9B4E-CA5485B3CF7E}" type="pres">
      <dgm:prSet presAssocID="{9A087084-1D49-4E44-89A2-9488ECC5AE57}" presName="vert1" presStyleCnt="0"/>
      <dgm:spPr/>
    </dgm:pt>
    <dgm:pt modelId="{8F640BE8-A96F-4E66-A5BA-0D49306D6F3D}" type="pres">
      <dgm:prSet presAssocID="{A1F34F2E-1A63-4946-A316-288C5988DCBF}" presName="thickLine" presStyleLbl="alignNode1" presStyleIdx="3" presStyleCnt="7"/>
      <dgm:spPr/>
    </dgm:pt>
    <dgm:pt modelId="{0B503555-513C-4492-9D8D-ED64E2834F84}" type="pres">
      <dgm:prSet presAssocID="{A1F34F2E-1A63-4946-A316-288C5988DCBF}" presName="horz1" presStyleCnt="0"/>
      <dgm:spPr/>
    </dgm:pt>
    <dgm:pt modelId="{D4A6A332-F872-46F6-BF86-C40FF091509C}" type="pres">
      <dgm:prSet presAssocID="{A1F34F2E-1A63-4946-A316-288C5988DCBF}" presName="tx1" presStyleLbl="revTx" presStyleIdx="3" presStyleCnt="7"/>
      <dgm:spPr/>
    </dgm:pt>
    <dgm:pt modelId="{84523AD0-A3FF-4C8D-8C39-C1E9664406A9}" type="pres">
      <dgm:prSet presAssocID="{A1F34F2E-1A63-4946-A316-288C5988DCBF}" presName="vert1" presStyleCnt="0"/>
      <dgm:spPr/>
    </dgm:pt>
    <dgm:pt modelId="{591BA443-B122-4C1F-9136-1D7B6A642BC4}" type="pres">
      <dgm:prSet presAssocID="{78CA82B5-5BD5-40CD-9518-D472DFB80F0F}" presName="thickLine" presStyleLbl="alignNode1" presStyleIdx="4" presStyleCnt="7"/>
      <dgm:spPr/>
    </dgm:pt>
    <dgm:pt modelId="{3980E74D-6E06-49A0-81C8-AD3488FE725B}" type="pres">
      <dgm:prSet presAssocID="{78CA82B5-5BD5-40CD-9518-D472DFB80F0F}" presName="horz1" presStyleCnt="0"/>
      <dgm:spPr/>
    </dgm:pt>
    <dgm:pt modelId="{A8DCC038-361C-4513-9CCC-37384C4ED118}" type="pres">
      <dgm:prSet presAssocID="{78CA82B5-5BD5-40CD-9518-D472DFB80F0F}" presName="tx1" presStyleLbl="revTx" presStyleIdx="4" presStyleCnt="7"/>
      <dgm:spPr/>
    </dgm:pt>
    <dgm:pt modelId="{1DBD74E6-9C76-43F6-825B-BFEAB48C550C}" type="pres">
      <dgm:prSet presAssocID="{78CA82B5-5BD5-40CD-9518-D472DFB80F0F}" presName="vert1" presStyleCnt="0"/>
      <dgm:spPr/>
    </dgm:pt>
    <dgm:pt modelId="{9993373B-DF16-40C6-8CC7-3E955AFC0771}" type="pres">
      <dgm:prSet presAssocID="{C9B0ACE2-2D89-41D5-AD87-B5D148426755}" presName="thickLine" presStyleLbl="alignNode1" presStyleIdx="5" presStyleCnt="7"/>
      <dgm:spPr/>
    </dgm:pt>
    <dgm:pt modelId="{18D29F3C-8EB1-495F-B2E3-81E8020348C5}" type="pres">
      <dgm:prSet presAssocID="{C9B0ACE2-2D89-41D5-AD87-B5D148426755}" presName="horz1" presStyleCnt="0"/>
      <dgm:spPr/>
    </dgm:pt>
    <dgm:pt modelId="{19CAD3F4-5F72-418A-A3D5-8AAAFF8209CF}" type="pres">
      <dgm:prSet presAssocID="{C9B0ACE2-2D89-41D5-AD87-B5D148426755}" presName="tx1" presStyleLbl="revTx" presStyleIdx="5" presStyleCnt="7"/>
      <dgm:spPr/>
    </dgm:pt>
    <dgm:pt modelId="{9BBD770D-BBEE-4FAB-A0BB-7CEFBF31F6D0}" type="pres">
      <dgm:prSet presAssocID="{C9B0ACE2-2D89-41D5-AD87-B5D148426755}" presName="vert1" presStyleCnt="0"/>
      <dgm:spPr/>
    </dgm:pt>
    <dgm:pt modelId="{8F378540-E6AF-4E44-9505-D1056925683A}" type="pres">
      <dgm:prSet presAssocID="{560AEF7A-8FAA-4D08-9EDB-907E4A0E43FD}" presName="thickLine" presStyleLbl="alignNode1" presStyleIdx="6" presStyleCnt="7"/>
      <dgm:spPr/>
    </dgm:pt>
    <dgm:pt modelId="{80330BE4-BDF5-49B5-B248-62C99B03A88A}" type="pres">
      <dgm:prSet presAssocID="{560AEF7A-8FAA-4D08-9EDB-907E4A0E43FD}" presName="horz1" presStyleCnt="0"/>
      <dgm:spPr/>
    </dgm:pt>
    <dgm:pt modelId="{7C388A50-7776-4FAF-86C0-9F3B2C2B40FA}" type="pres">
      <dgm:prSet presAssocID="{560AEF7A-8FAA-4D08-9EDB-907E4A0E43FD}" presName="tx1" presStyleLbl="revTx" presStyleIdx="6" presStyleCnt="7"/>
      <dgm:spPr/>
    </dgm:pt>
    <dgm:pt modelId="{7D84D733-895F-47E9-8C97-C9DA4F5DE64C}" type="pres">
      <dgm:prSet presAssocID="{560AEF7A-8FAA-4D08-9EDB-907E4A0E43FD}" presName="vert1" presStyleCnt="0"/>
      <dgm:spPr/>
    </dgm:pt>
  </dgm:ptLst>
  <dgm:cxnLst>
    <dgm:cxn modelId="{363B1320-22A0-443B-9B8E-23972A048264}" srcId="{38E37613-ECA6-4652-90E1-0F649A0AA998}" destId="{9A087084-1D49-4E44-89A2-9488ECC5AE57}" srcOrd="2" destOrd="0" parTransId="{5ACFCE83-AFF3-4173-8B87-CDEDA2B4C42C}" sibTransId="{2817ABA8-FFEC-491B-820A-F46713E7CF65}"/>
    <dgm:cxn modelId="{8CF43A26-F071-4C71-B1BE-B09AEFCBB08B}" srcId="{38E37613-ECA6-4652-90E1-0F649A0AA998}" destId="{CF9C8589-C90C-4999-9E2B-0652400DC83A}" srcOrd="0" destOrd="0" parTransId="{E69631B4-B4CF-45B3-9CFA-BF3C604C3E56}" sibTransId="{F33F673D-8388-4475-AFF8-3F9FE5F07786}"/>
    <dgm:cxn modelId="{1D385426-9E19-436F-95D0-67459CFE23B3}" type="presOf" srcId="{C9B0ACE2-2D89-41D5-AD87-B5D148426755}" destId="{19CAD3F4-5F72-418A-A3D5-8AAAFF8209CF}" srcOrd="0" destOrd="0" presId="urn:microsoft.com/office/officeart/2008/layout/LinedList"/>
    <dgm:cxn modelId="{B8F38540-B16E-46B3-9AE5-C965F768B757}" srcId="{38E37613-ECA6-4652-90E1-0F649A0AA998}" destId="{78CA82B5-5BD5-40CD-9518-D472DFB80F0F}" srcOrd="4" destOrd="0" parTransId="{562AFF71-36C4-4255-8B22-688F0AD3931F}" sibTransId="{4C5A1004-0D81-4BBA-A840-C9B5AC004228}"/>
    <dgm:cxn modelId="{80BD145C-E7DE-4B53-9732-D899A4B40B1C}" type="presOf" srcId="{560AEF7A-8FAA-4D08-9EDB-907E4A0E43FD}" destId="{7C388A50-7776-4FAF-86C0-9F3B2C2B40FA}" srcOrd="0" destOrd="0" presId="urn:microsoft.com/office/officeart/2008/layout/LinedList"/>
    <dgm:cxn modelId="{B3E2AD5D-88D2-45EB-9439-F42A6029FCD2}" type="presOf" srcId="{9A087084-1D49-4E44-89A2-9488ECC5AE57}" destId="{930D5442-7E74-46DD-8A31-7C63FF6F0DC8}" srcOrd="0" destOrd="0" presId="urn:microsoft.com/office/officeart/2008/layout/LinedList"/>
    <dgm:cxn modelId="{251A6360-4A32-402C-B4F2-71A6FB27BBDA}" type="presOf" srcId="{38E37613-ECA6-4652-90E1-0F649A0AA998}" destId="{7FB66182-C601-4296-B7AC-0A618E7E1146}" srcOrd="0" destOrd="0" presId="urn:microsoft.com/office/officeart/2008/layout/LinedList"/>
    <dgm:cxn modelId="{97E9E065-14AE-4DC0-A272-C1A0EA6A6C8F}" type="presOf" srcId="{CF9C8589-C90C-4999-9E2B-0652400DC83A}" destId="{A44EEB46-3255-4A02-A94E-ABA2C6F47464}" srcOrd="0" destOrd="0" presId="urn:microsoft.com/office/officeart/2008/layout/LinedList"/>
    <dgm:cxn modelId="{BB1AC868-E490-43D5-B31A-6C07A6C19955}" type="presOf" srcId="{1BECD886-5183-412B-AD48-208782D2F9B5}" destId="{3E79162F-E913-4C0A-BD13-ABEB348DAEFA}" srcOrd="0" destOrd="0" presId="urn:microsoft.com/office/officeart/2008/layout/LinedList"/>
    <dgm:cxn modelId="{A5419D4F-BBC6-49F7-B9B4-8BD3E9786EF0}" type="presOf" srcId="{A1F34F2E-1A63-4946-A316-288C5988DCBF}" destId="{D4A6A332-F872-46F6-BF86-C40FF091509C}" srcOrd="0" destOrd="0" presId="urn:microsoft.com/office/officeart/2008/layout/LinedList"/>
    <dgm:cxn modelId="{7893DD4F-AC99-4050-886E-E8EAB665D14E}" type="presOf" srcId="{78CA82B5-5BD5-40CD-9518-D472DFB80F0F}" destId="{A8DCC038-361C-4513-9CCC-37384C4ED118}" srcOrd="0" destOrd="0" presId="urn:microsoft.com/office/officeart/2008/layout/LinedList"/>
    <dgm:cxn modelId="{98542A75-911B-49B5-8226-B8DE956E957C}" srcId="{38E37613-ECA6-4652-90E1-0F649A0AA998}" destId="{C9B0ACE2-2D89-41D5-AD87-B5D148426755}" srcOrd="5" destOrd="0" parTransId="{21DA2265-D6FA-4314-9046-5944F6D0867B}" sibTransId="{CF34DA38-4C57-4330-AC45-4E61BDC96C55}"/>
    <dgm:cxn modelId="{17F0B18A-F916-429E-B8DE-3E42827ED6EE}" srcId="{38E37613-ECA6-4652-90E1-0F649A0AA998}" destId="{1BECD886-5183-412B-AD48-208782D2F9B5}" srcOrd="1" destOrd="0" parTransId="{A0955F36-8D7D-4A59-BE1C-CF81C55FF365}" sibTransId="{33028812-DA2D-4E69-8445-889070A331DD}"/>
    <dgm:cxn modelId="{29D1E49C-AAFB-4CA3-9D27-F02A2B185304}" srcId="{38E37613-ECA6-4652-90E1-0F649A0AA998}" destId="{560AEF7A-8FAA-4D08-9EDB-907E4A0E43FD}" srcOrd="6" destOrd="0" parTransId="{309C524C-A3DB-46E8-BD4C-6A54E683E293}" sibTransId="{C87E865B-AC2C-457A-A9AC-4B951284CC0E}"/>
    <dgm:cxn modelId="{D66CBEFA-05AE-46DC-9949-1BD33D163327}" srcId="{38E37613-ECA6-4652-90E1-0F649A0AA998}" destId="{A1F34F2E-1A63-4946-A316-288C5988DCBF}" srcOrd="3" destOrd="0" parTransId="{CCF5B00F-D646-4D64-8034-36D61DD286A3}" sibTransId="{715FC98B-DF39-4321-A453-AC6F4DF7C74B}"/>
    <dgm:cxn modelId="{A82CB5B4-4227-46E7-A87F-5EB81B47D4B3}" type="presParOf" srcId="{7FB66182-C601-4296-B7AC-0A618E7E1146}" destId="{FFD36CCB-5DBC-4693-85BF-9B332A3428AB}" srcOrd="0" destOrd="0" presId="urn:microsoft.com/office/officeart/2008/layout/LinedList"/>
    <dgm:cxn modelId="{D68DD3A4-463E-4844-9F41-0B74DF5B4C9C}" type="presParOf" srcId="{7FB66182-C601-4296-B7AC-0A618E7E1146}" destId="{957E1F7E-6A11-4020-9F93-B8BF4C7061DE}" srcOrd="1" destOrd="0" presId="urn:microsoft.com/office/officeart/2008/layout/LinedList"/>
    <dgm:cxn modelId="{6ADA8CBE-25DA-4EE4-A8D9-6C473D261621}" type="presParOf" srcId="{957E1F7E-6A11-4020-9F93-B8BF4C7061DE}" destId="{A44EEB46-3255-4A02-A94E-ABA2C6F47464}" srcOrd="0" destOrd="0" presId="urn:microsoft.com/office/officeart/2008/layout/LinedList"/>
    <dgm:cxn modelId="{D7B60A1A-8C24-432E-9BA9-2C065BE78902}" type="presParOf" srcId="{957E1F7E-6A11-4020-9F93-B8BF4C7061DE}" destId="{22D8F0D2-D056-490F-B96F-98B22F3D4112}" srcOrd="1" destOrd="0" presId="urn:microsoft.com/office/officeart/2008/layout/LinedList"/>
    <dgm:cxn modelId="{71797CDD-4FFD-4D9F-86F9-9C77582F754D}" type="presParOf" srcId="{7FB66182-C601-4296-B7AC-0A618E7E1146}" destId="{D8F399B9-1F8A-4558-8924-21D709DEA1E2}" srcOrd="2" destOrd="0" presId="urn:microsoft.com/office/officeart/2008/layout/LinedList"/>
    <dgm:cxn modelId="{7C117619-BCF8-4580-9D29-756A1AD5C127}" type="presParOf" srcId="{7FB66182-C601-4296-B7AC-0A618E7E1146}" destId="{1016F585-676C-46BE-A34E-C26960CB72E8}" srcOrd="3" destOrd="0" presId="urn:microsoft.com/office/officeart/2008/layout/LinedList"/>
    <dgm:cxn modelId="{800F2A56-AB55-4AE9-9025-AAE526102B19}" type="presParOf" srcId="{1016F585-676C-46BE-A34E-C26960CB72E8}" destId="{3E79162F-E913-4C0A-BD13-ABEB348DAEFA}" srcOrd="0" destOrd="0" presId="urn:microsoft.com/office/officeart/2008/layout/LinedList"/>
    <dgm:cxn modelId="{8AB77A2F-8695-4202-AD1A-41007A94FA71}" type="presParOf" srcId="{1016F585-676C-46BE-A34E-C26960CB72E8}" destId="{68D6BC3D-FD7B-429E-9194-963376838EE1}" srcOrd="1" destOrd="0" presId="urn:microsoft.com/office/officeart/2008/layout/LinedList"/>
    <dgm:cxn modelId="{828F8507-1D74-4896-A835-34305304D713}" type="presParOf" srcId="{7FB66182-C601-4296-B7AC-0A618E7E1146}" destId="{35A99573-C421-444F-8956-33898747A4B0}" srcOrd="4" destOrd="0" presId="urn:microsoft.com/office/officeart/2008/layout/LinedList"/>
    <dgm:cxn modelId="{66E8A9AE-1D2C-48F8-AF26-A4B066A8468D}" type="presParOf" srcId="{7FB66182-C601-4296-B7AC-0A618E7E1146}" destId="{102E75ED-9A6F-4752-9D40-F9C30CD32D61}" srcOrd="5" destOrd="0" presId="urn:microsoft.com/office/officeart/2008/layout/LinedList"/>
    <dgm:cxn modelId="{3F4C78E0-1068-43DF-A721-7282CD60E058}" type="presParOf" srcId="{102E75ED-9A6F-4752-9D40-F9C30CD32D61}" destId="{930D5442-7E74-46DD-8A31-7C63FF6F0DC8}" srcOrd="0" destOrd="0" presId="urn:microsoft.com/office/officeart/2008/layout/LinedList"/>
    <dgm:cxn modelId="{C722E857-6F28-46A0-9023-F722D2430767}" type="presParOf" srcId="{102E75ED-9A6F-4752-9D40-F9C30CD32D61}" destId="{B40D4555-FA9A-46F4-9B4E-CA5485B3CF7E}" srcOrd="1" destOrd="0" presId="urn:microsoft.com/office/officeart/2008/layout/LinedList"/>
    <dgm:cxn modelId="{C945A685-E96B-418E-8502-138372BBE479}" type="presParOf" srcId="{7FB66182-C601-4296-B7AC-0A618E7E1146}" destId="{8F640BE8-A96F-4E66-A5BA-0D49306D6F3D}" srcOrd="6" destOrd="0" presId="urn:microsoft.com/office/officeart/2008/layout/LinedList"/>
    <dgm:cxn modelId="{03704346-7D6B-4471-876A-094C18D25A6B}" type="presParOf" srcId="{7FB66182-C601-4296-B7AC-0A618E7E1146}" destId="{0B503555-513C-4492-9D8D-ED64E2834F84}" srcOrd="7" destOrd="0" presId="urn:microsoft.com/office/officeart/2008/layout/LinedList"/>
    <dgm:cxn modelId="{B666E177-D735-438B-A3FD-D3434CC7E431}" type="presParOf" srcId="{0B503555-513C-4492-9D8D-ED64E2834F84}" destId="{D4A6A332-F872-46F6-BF86-C40FF091509C}" srcOrd="0" destOrd="0" presId="urn:microsoft.com/office/officeart/2008/layout/LinedList"/>
    <dgm:cxn modelId="{FACBE7B0-A843-4A57-A908-8ACE120A3AEA}" type="presParOf" srcId="{0B503555-513C-4492-9D8D-ED64E2834F84}" destId="{84523AD0-A3FF-4C8D-8C39-C1E9664406A9}" srcOrd="1" destOrd="0" presId="urn:microsoft.com/office/officeart/2008/layout/LinedList"/>
    <dgm:cxn modelId="{4637E218-216E-42FE-8215-8F05E2C79828}" type="presParOf" srcId="{7FB66182-C601-4296-B7AC-0A618E7E1146}" destId="{591BA443-B122-4C1F-9136-1D7B6A642BC4}" srcOrd="8" destOrd="0" presId="urn:microsoft.com/office/officeart/2008/layout/LinedList"/>
    <dgm:cxn modelId="{2B1D7F3B-E5F9-478E-A911-1962D59039A6}" type="presParOf" srcId="{7FB66182-C601-4296-B7AC-0A618E7E1146}" destId="{3980E74D-6E06-49A0-81C8-AD3488FE725B}" srcOrd="9" destOrd="0" presId="urn:microsoft.com/office/officeart/2008/layout/LinedList"/>
    <dgm:cxn modelId="{0C7DB231-6CEA-4AFB-90F6-465AF95DD3B7}" type="presParOf" srcId="{3980E74D-6E06-49A0-81C8-AD3488FE725B}" destId="{A8DCC038-361C-4513-9CCC-37384C4ED118}" srcOrd="0" destOrd="0" presId="urn:microsoft.com/office/officeart/2008/layout/LinedList"/>
    <dgm:cxn modelId="{5B80C5F8-78CB-4C0C-B446-930B80273B11}" type="presParOf" srcId="{3980E74D-6E06-49A0-81C8-AD3488FE725B}" destId="{1DBD74E6-9C76-43F6-825B-BFEAB48C550C}" srcOrd="1" destOrd="0" presId="urn:microsoft.com/office/officeart/2008/layout/LinedList"/>
    <dgm:cxn modelId="{1BCA4DD1-122F-4750-AB66-2491C5EE1965}" type="presParOf" srcId="{7FB66182-C601-4296-B7AC-0A618E7E1146}" destId="{9993373B-DF16-40C6-8CC7-3E955AFC0771}" srcOrd="10" destOrd="0" presId="urn:microsoft.com/office/officeart/2008/layout/LinedList"/>
    <dgm:cxn modelId="{2E7667F5-58EB-497E-A8D5-ED1559B320BB}" type="presParOf" srcId="{7FB66182-C601-4296-B7AC-0A618E7E1146}" destId="{18D29F3C-8EB1-495F-B2E3-81E8020348C5}" srcOrd="11" destOrd="0" presId="urn:microsoft.com/office/officeart/2008/layout/LinedList"/>
    <dgm:cxn modelId="{15BC7757-8CCD-4521-8615-AFED647E8713}" type="presParOf" srcId="{18D29F3C-8EB1-495F-B2E3-81E8020348C5}" destId="{19CAD3F4-5F72-418A-A3D5-8AAAFF8209CF}" srcOrd="0" destOrd="0" presId="urn:microsoft.com/office/officeart/2008/layout/LinedList"/>
    <dgm:cxn modelId="{732442B6-541C-4421-9CB2-8BD17BAC1725}" type="presParOf" srcId="{18D29F3C-8EB1-495F-B2E3-81E8020348C5}" destId="{9BBD770D-BBEE-4FAB-A0BB-7CEFBF31F6D0}" srcOrd="1" destOrd="0" presId="urn:microsoft.com/office/officeart/2008/layout/LinedList"/>
    <dgm:cxn modelId="{4EFC742F-957E-432D-851F-AA7CDB59E475}" type="presParOf" srcId="{7FB66182-C601-4296-B7AC-0A618E7E1146}" destId="{8F378540-E6AF-4E44-9505-D1056925683A}" srcOrd="12" destOrd="0" presId="urn:microsoft.com/office/officeart/2008/layout/LinedList"/>
    <dgm:cxn modelId="{EE68B268-286E-46B5-A92E-B210E1C23DE7}" type="presParOf" srcId="{7FB66182-C601-4296-B7AC-0A618E7E1146}" destId="{80330BE4-BDF5-49B5-B248-62C99B03A88A}" srcOrd="13" destOrd="0" presId="urn:microsoft.com/office/officeart/2008/layout/LinedList"/>
    <dgm:cxn modelId="{0FCD4206-85C9-4320-AB4A-A44D4300F3D7}" type="presParOf" srcId="{80330BE4-BDF5-49B5-B248-62C99B03A88A}" destId="{7C388A50-7776-4FAF-86C0-9F3B2C2B40FA}" srcOrd="0" destOrd="0" presId="urn:microsoft.com/office/officeart/2008/layout/LinedList"/>
    <dgm:cxn modelId="{A3C211D1-4BCD-4869-AA2F-EBE56B07A2BF}" type="presParOf" srcId="{80330BE4-BDF5-49B5-B248-62C99B03A88A}" destId="{7D84D733-895F-47E9-8C97-C9DA4F5DE64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A5FF2F0D-D3B3-4096-90E5-7495C44F8FA8}" type="doc">
      <dgm:prSet loTypeId="urn:microsoft.com/office/officeart/2005/8/layout/hierarchy1" loCatId="hierarchy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A2C71DE4-BF0E-4C76-BA06-E12065CEBC2A}">
      <dgm:prSet/>
      <dgm:spPr/>
      <dgm:t>
        <a:bodyPr/>
        <a:lstStyle/>
        <a:p>
          <a:r>
            <a:rPr lang="en-GB"/>
            <a:t>Listeners are interfaces that monitor test execution events</a:t>
          </a:r>
          <a:endParaRPr lang="en-US"/>
        </a:p>
      </dgm:t>
    </dgm:pt>
    <dgm:pt modelId="{E547CD8A-301F-41DE-973A-2AE6FC6C415B}" type="parTrans" cxnId="{1216D34F-BED9-42BE-9F3F-BE1F597350AB}">
      <dgm:prSet/>
      <dgm:spPr/>
      <dgm:t>
        <a:bodyPr/>
        <a:lstStyle/>
        <a:p>
          <a:endParaRPr lang="en-US"/>
        </a:p>
      </dgm:t>
    </dgm:pt>
    <dgm:pt modelId="{0F17A2A1-630E-42B0-806A-3FDD023347B2}" type="sibTrans" cxnId="{1216D34F-BED9-42BE-9F3F-BE1F597350AB}">
      <dgm:prSet/>
      <dgm:spPr/>
      <dgm:t>
        <a:bodyPr/>
        <a:lstStyle/>
        <a:p>
          <a:endParaRPr lang="en-US"/>
        </a:p>
      </dgm:t>
    </dgm:pt>
    <dgm:pt modelId="{D00A77D9-C7A4-46E8-99EF-2641AD2190C8}">
      <dgm:prSet/>
      <dgm:spPr/>
      <dgm:t>
        <a:bodyPr/>
        <a:lstStyle/>
        <a:p>
          <a:r>
            <a:rPr lang="en-GB"/>
            <a:t>They allow custom actions when tests start, pass, fail, or skip</a:t>
          </a:r>
          <a:endParaRPr lang="en-US"/>
        </a:p>
      </dgm:t>
    </dgm:pt>
    <dgm:pt modelId="{89664BB0-3E00-48DE-A634-8AEEDF4C1E56}" type="parTrans" cxnId="{DA2C2586-0489-47A4-A73F-92E48A0DEFCA}">
      <dgm:prSet/>
      <dgm:spPr/>
      <dgm:t>
        <a:bodyPr/>
        <a:lstStyle/>
        <a:p>
          <a:endParaRPr lang="en-US"/>
        </a:p>
      </dgm:t>
    </dgm:pt>
    <dgm:pt modelId="{2409775A-04F1-48EE-8775-62D612D956CF}" type="sibTrans" cxnId="{DA2C2586-0489-47A4-A73F-92E48A0DEFCA}">
      <dgm:prSet/>
      <dgm:spPr/>
      <dgm:t>
        <a:bodyPr/>
        <a:lstStyle/>
        <a:p>
          <a:endParaRPr lang="en-US"/>
        </a:p>
      </dgm:t>
    </dgm:pt>
    <dgm:pt modelId="{0F2271F5-341B-4AD2-BC0A-2A4840A1C3D5}">
      <dgm:prSet/>
      <dgm:spPr/>
      <dgm:t>
        <a:bodyPr/>
        <a:lstStyle/>
        <a:p>
          <a:r>
            <a:rPr lang="en-GB"/>
            <a:t>Useful for logging, reporting, retrying, and debugging</a:t>
          </a:r>
          <a:endParaRPr lang="en-US"/>
        </a:p>
      </dgm:t>
    </dgm:pt>
    <dgm:pt modelId="{9E756A07-E141-4344-AE2A-3F1BD560FB74}" type="parTrans" cxnId="{31201D33-2A43-435D-88A8-98746C873581}">
      <dgm:prSet/>
      <dgm:spPr/>
      <dgm:t>
        <a:bodyPr/>
        <a:lstStyle/>
        <a:p>
          <a:endParaRPr lang="en-US"/>
        </a:p>
      </dgm:t>
    </dgm:pt>
    <dgm:pt modelId="{B1E209FA-C3E0-4723-AF54-A122B7F18DE0}" type="sibTrans" cxnId="{31201D33-2A43-435D-88A8-98746C873581}">
      <dgm:prSet/>
      <dgm:spPr/>
      <dgm:t>
        <a:bodyPr/>
        <a:lstStyle/>
        <a:p>
          <a:endParaRPr lang="en-US"/>
        </a:p>
      </dgm:t>
    </dgm:pt>
    <dgm:pt modelId="{5C864FFD-C206-4E9B-976A-A97FBAB37C88}" type="pres">
      <dgm:prSet presAssocID="{A5FF2F0D-D3B3-4096-90E5-7495C44F8FA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6C6BE24-E33E-48C2-9CA0-C609C7CB7EA1}" type="pres">
      <dgm:prSet presAssocID="{A2C71DE4-BF0E-4C76-BA06-E12065CEBC2A}" presName="hierRoot1" presStyleCnt="0"/>
      <dgm:spPr/>
    </dgm:pt>
    <dgm:pt modelId="{BCD942D0-6627-4AFE-9C61-BD32741D3F4D}" type="pres">
      <dgm:prSet presAssocID="{A2C71DE4-BF0E-4C76-BA06-E12065CEBC2A}" presName="composite" presStyleCnt="0"/>
      <dgm:spPr/>
    </dgm:pt>
    <dgm:pt modelId="{2A0D81F2-4A5C-48D3-99C8-199104E6A717}" type="pres">
      <dgm:prSet presAssocID="{A2C71DE4-BF0E-4C76-BA06-E12065CEBC2A}" presName="background" presStyleLbl="node0" presStyleIdx="0" presStyleCnt="3"/>
      <dgm:spPr/>
    </dgm:pt>
    <dgm:pt modelId="{9F32AF5C-9D35-42AB-B94D-5FA1F43E6109}" type="pres">
      <dgm:prSet presAssocID="{A2C71DE4-BF0E-4C76-BA06-E12065CEBC2A}" presName="text" presStyleLbl="fgAcc0" presStyleIdx="0" presStyleCnt="3">
        <dgm:presLayoutVars>
          <dgm:chPref val="3"/>
        </dgm:presLayoutVars>
      </dgm:prSet>
      <dgm:spPr/>
    </dgm:pt>
    <dgm:pt modelId="{712345E2-DC1F-4DB3-B50A-B893EEF5C041}" type="pres">
      <dgm:prSet presAssocID="{A2C71DE4-BF0E-4C76-BA06-E12065CEBC2A}" presName="hierChild2" presStyleCnt="0"/>
      <dgm:spPr/>
    </dgm:pt>
    <dgm:pt modelId="{1F1BADEC-9CE8-4BFE-9B0A-9832C76CCE07}" type="pres">
      <dgm:prSet presAssocID="{D00A77D9-C7A4-46E8-99EF-2641AD2190C8}" presName="hierRoot1" presStyleCnt="0"/>
      <dgm:spPr/>
    </dgm:pt>
    <dgm:pt modelId="{064E14F8-6C80-4226-B885-FC4264D90A46}" type="pres">
      <dgm:prSet presAssocID="{D00A77D9-C7A4-46E8-99EF-2641AD2190C8}" presName="composite" presStyleCnt="0"/>
      <dgm:spPr/>
    </dgm:pt>
    <dgm:pt modelId="{0E60B958-8E3C-4728-AEF5-E34B203442F8}" type="pres">
      <dgm:prSet presAssocID="{D00A77D9-C7A4-46E8-99EF-2641AD2190C8}" presName="background" presStyleLbl="node0" presStyleIdx="1" presStyleCnt="3"/>
      <dgm:spPr/>
    </dgm:pt>
    <dgm:pt modelId="{E5F835B3-C16E-44ED-94EE-1C215E8D1032}" type="pres">
      <dgm:prSet presAssocID="{D00A77D9-C7A4-46E8-99EF-2641AD2190C8}" presName="text" presStyleLbl="fgAcc0" presStyleIdx="1" presStyleCnt="3">
        <dgm:presLayoutVars>
          <dgm:chPref val="3"/>
        </dgm:presLayoutVars>
      </dgm:prSet>
      <dgm:spPr/>
    </dgm:pt>
    <dgm:pt modelId="{3EF81A9B-F2D5-4C67-9D98-00B5CB59A8DF}" type="pres">
      <dgm:prSet presAssocID="{D00A77D9-C7A4-46E8-99EF-2641AD2190C8}" presName="hierChild2" presStyleCnt="0"/>
      <dgm:spPr/>
    </dgm:pt>
    <dgm:pt modelId="{874BAD9C-0C83-49A3-B21C-E732AC64EFE3}" type="pres">
      <dgm:prSet presAssocID="{0F2271F5-341B-4AD2-BC0A-2A4840A1C3D5}" presName="hierRoot1" presStyleCnt="0"/>
      <dgm:spPr/>
    </dgm:pt>
    <dgm:pt modelId="{DB467D35-3088-4A2F-9BCC-519D9FA5684F}" type="pres">
      <dgm:prSet presAssocID="{0F2271F5-341B-4AD2-BC0A-2A4840A1C3D5}" presName="composite" presStyleCnt="0"/>
      <dgm:spPr/>
    </dgm:pt>
    <dgm:pt modelId="{ABD8F93C-D7A6-4E14-A452-C6D05148F71C}" type="pres">
      <dgm:prSet presAssocID="{0F2271F5-341B-4AD2-BC0A-2A4840A1C3D5}" presName="background" presStyleLbl="node0" presStyleIdx="2" presStyleCnt="3"/>
      <dgm:spPr/>
    </dgm:pt>
    <dgm:pt modelId="{A7C8F88F-9270-4644-9A41-4E8C662E00A5}" type="pres">
      <dgm:prSet presAssocID="{0F2271F5-341B-4AD2-BC0A-2A4840A1C3D5}" presName="text" presStyleLbl="fgAcc0" presStyleIdx="2" presStyleCnt="3">
        <dgm:presLayoutVars>
          <dgm:chPref val="3"/>
        </dgm:presLayoutVars>
      </dgm:prSet>
      <dgm:spPr/>
    </dgm:pt>
    <dgm:pt modelId="{FE1F9A11-82AE-4D1D-A6C6-3D62B66F5EAA}" type="pres">
      <dgm:prSet presAssocID="{0F2271F5-341B-4AD2-BC0A-2A4840A1C3D5}" presName="hierChild2" presStyleCnt="0"/>
      <dgm:spPr/>
    </dgm:pt>
  </dgm:ptLst>
  <dgm:cxnLst>
    <dgm:cxn modelId="{E4A7A81E-5B9D-40B3-94E1-BC93EFE5B212}" type="presOf" srcId="{D00A77D9-C7A4-46E8-99EF-2641AD2190C8}" destId="{E5F835B3-C16E-44ED-94EE-1C215E8D1032}" srcOrd="0" destOrd="0" presId="urn:microsoft.com/office/officeart/2005/8/layout/hierarchy1"/>
    <dgm:cxn modelId="{31201D33-2A43-435D-88A8-98746C873581}" srcId="{A5FF2F0D-D3B3-4096-90E5-7495C44F8FA8}" destId="{0F2271F5-341B-4AD2-BC0A-2A4840A1C3D5}" srcOrd="2" destOrd="0" parTransId="{9E756A07-E141-4344-AE2A-3F1BD560FB74}" sibTransId="{B1E209FA-C3E0-4723-AF54-A122B7F18DE0}"/>
    <dgm:cxn modelId="{1216D34F-BED9-42BE-9F3F-BE1F597350AB}" srcId="{A5FF2F0D-D3B3-4096-90E5-7495C44F8FA8}" destId="{A2C71DE4-BF0E-4C76-BA06-E12065CEBC2A}" srcOrd="0" destOrd="0" parTransId="{E547CD8A-301F-41DE-973A-2AE6FC6C415B}" sibTransId="{0F17A2A1-630E-42B0-806A-3FDD023347B2}"/>
    <dgm:cxn modelId="{DA2C2586-0489-47A4-A73F-92E48A0DEFCA}" srcId="{A5FF2F0D-D3B3-4096-90E5-7495C44F8FA8}" destId="{D00A77D9-C7A4-46E8-99EF-2641AD2190C8}" srcOrd="1" destOrd="0" parTransId="{89664BB0-3E00-48DE-A634-8AEEDF4C1E56}" sibTransId="{2409775A-04F1-48EE-8775-62D612D956CF}"/>
    <dgm:cxn modelId="{4602C087-ABAE-470C-8219-66B4BB2EF3EA}" type="presOf" srcId="{A2C71DE4-BF0E-4C76-BA06-E12065CEBC2A}" destId="{9F32AF5C-9D35-42AB-B94D-5FA1F43E6109}" srcOrd="0" destOrd="0" presId="urn:microsoft.com/office/officeart/2005/8/layout/hierarchy1"/>
    <dgm:cxn modelId="{39C3BC8B-2D5C-4B6D-8E8C-7ADB455615F1}" type="presOf" srcId="{0F2271F5-341B-4AD2-BC0A-2A4840A1C3D5}" destId="{A7C8F88F-9270-4644-9A41-4E8C662E00A5}" srcOrd="0" destOrd="0" presId="urn:microsoft.com/office/officeart/2005/8/layout/hierarchy1"/>
    <dgm:cxn modelId="{2C0B90BD-370F-4245-A53D-74D084DC649B}" type="presOf" srcId="{A5FF2F0D-D3B3-4096-90E5-7495C44F8FA8}" destId="{5C864FFD-C206-4E9B-976A-A97FBAB37C88}" srcOrd="0" destOrd="0" presId="urn:microsoft.com/office/officeart/2005/8/layout/hierarchy1"/>
    <dgm:cxn modelId="{87FFAEB2-3A1E-41C1-8D2D-AD1CF1A0DBC1}" type="presParOf" srcId="{5C864FFD-C206-4E9B-976A-A97FBAB37C88}" destId="{36C6BE24-E33E-48C2-9CA0-C609C7CB7EA1}" srcOrd="0" destOrd="0" presId="urn:microsoft.com/office/officeart/2005/8/layout/hierarchy1"/>
    <dgm:cxn modelId="{D8AE3F4F-DBF7-43ED-B6A3-CAE499B7D6D7}" type="presParOf" srcId="{36C6BE24-E33E-48C2-9CA0-C609C7CB7EA1}" destId="{BCD942D0-6627-4AFE-9C61-BD32741D3F4D}" srcOrd="0" destOrd="0" presId="urn:microsoft.com/office/officeart/2005/8/layout/hierarchy1"/>
    <dgm:cxn modelId="{C40AB039-7723-41FC-9D95-0F84FF317D92}" type="presParOf" srcId="{BCD942D0-6627-4AFE-9C61-BD32741D3F4D}" destId="{2A0D81F2-4A5C-48D3-99C8-199104E6A717}" srcOrd="0" destOrd="0" presId="urn:microsoft.com/office/officeart/2005/8/layout/hierarchy1"/>
    <dgm:cxn modelId="{66F2752F-7979-40C9-A670-73652188EC15}" type="presParOf" srcId="{BCD942D0-6627-4AFE-9C61-BD32741D3F4D}" destId="{9F32AF5C-9D35-42AB-B94D-5FA1F43E6109}" srcOrd="1" destOrd="0" presId="urn:microsoft.com/office/officeart/2005/8/layout/hierarchy1"/>
    <dgm:cxn modelId="{C2BFDAFA-52C9-4276-B7E4-31D6569D2E1C}" type="presParOf" srcId="{36C6BE24-E33E-48C2-9CA0-C609C7CB7EA1}" destId="{712345E2-DC1F-4DB3-B50A-B893EEF5C041}" srcOrd="1" destOrd="0" presId="urn:microsoft.com/office/officeart/2005/8/layout/hierarchy1"/>
    <dgm:cxn modelId="{0A068C49-F338-49DA-B0DD-B3C7F59570A2}" type="presParOf" srcId="{5C864FFD-C206-4E9B-976A-A97FBAB37C88}" destId="{1F1BADEC-9CE8-4BFE-9B0A-9832C76CCE07}" srcOrd="1" destOrd="0" presId="urn:microsoft.com/office/officeart/2005/8/layout/hierarchy1"/>
    <dgm:cxn modelId="{CAB2F4ED-2678-4558-AA2D-6540C5A4C1CE}" type="presParOf" srcId="{1F1BADEC-9CE8-4BFE-9B0A-9832C76CCE07}" destId="{064E14F8-6C80-4226-B885-FC4264D90A46}" srcOrd="0" destOrd="0" presId="urn:microsoft.com/office/officeart/2005/8/layout/hierarchy1"/>
    <dgm:cxn modelId="{C9558D7D-5FBB-4BBA-8229-4AA58BD257E9}" type="presParOf" srcId="{064E14F8-6C80-4226-B885-FC4264D90A46}" destId="{0E60B958-8E3C-4728-AEF5-E34B203442F8}" srcOrd="0" destOrd="0" presId="urn:microsoft.com/office/officeart/2005/8/layout/hierarchy1"/>
    <dgm:cxn modelId="{FCF772D4-A018-4E77-9B83-4A3A2D7C5B8C}" type="presParOf" srcId="{064E14F8-6C80-4226-B885-FC4264D90A46}" destId="{E5F835B3-C16E-44ED-94EE-1C215E8D1032}" srcOrd="1" destOrd="0" presId="urn:microsoft.com/office/officeart/2005/8/layout/hierarchy1"/>
    <dgm:cxn modelId="{3DC8F56E-3DF0-426A-9DD4-CE3C03472E77}" type="presParOf" srcId="{1F1BADEC-9CE8-4BFE-9B0A-9832C76CCE07}" destId="{3EF81A9B-F2D5-4C67-9D98-00B5CB59A8DF}" srcOrd="1" destOrd="0" presId="urn:microsoft.com/office/officeart/2005/8/layout/hierarchy1"/>
    <dgm:cxn modelId="{B0EA0927-4945-407A-AB65-C3353893803B}" type="presParOf" srcId="{5C864FFD-C206-4E9B-976A-A97FBAB37C88}" destId="{874BAD9C-0C83-49A3-B21C-E732AC64EFE3}" srcOrd="2" destOrd="0" presId="urn:microsoft.com/office/officeart/2005/8/layout/hierarchy1"/>
    <dgm:cxn modelId="{A5101A80-6BBA-4A52-A9E9-5DEAA2D1A9BD}" type="presParOf" srcId="{874BAD9C-0C83-49A3-B21C-E732AC64EFE3}" destId="{DB467D35-3088-4A2F-9BCC-519D9FA5684F}" srcOrd="0" destOrd="0" presId="urn:microsoft.com/office/officeart/2005/8/layout/hierarchy1"/>
    <dgm:cxn modelId="{65436BFA-D5F6-4338-A20B-EE512D5DA552}" type="presParOf" srcId="{DB467D35-3088-4A2F-9BCC-519D9FA5684F}" destId="{ABD8F93C-D7A6-4E14-A452-C6D05148F71C}" srcOrd="0" destOrd="0" presId="urn:microsoft.com/office/officeart/2005/8/layout/hierarchy1"/>
    <dgm:cxn modelId="{AD49E3F5-FF17-49AA-B87D-8F5F57FEA3D5}" type="presParOf" srcId="{DB467D35-3088-4A2F-9BCC-519D9FA5684F}" destId="{A7C8F88F-9270-4644-9A41-4E8C662E00A5}" srcOrd="1" destOrd="0" presId="urn:microsoft.com/office/officeart/2005/8/layout/hierarchy1"/>
    <dgm:cxn modelId="{29FC23A1-EE9E-417A-88B1-D2724E25560A}" type="presParOf" srcId="{874BAD9C-0C83-49A3-B21C-E732AC64EFE3}" destId="{FE1F9A11-82AE-4D1D-A6C6-3D62B66F5EA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51EDDCE-A18A-411B-85E2-5257C5C61C51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B8DF090-F4AE-4AA2-8C01-55281B392429}">
      <dgm:prSet/>
      <dgm:spPr/>
      <dgm:t>
        <a:bodyPr/>
        <a:lstStyle/>
        <a:p>
          <a:r>
            <a:rPr lang="en-US"/>
            <a:t>Capture</a:t>
          </a:r>
        </a:p>
      </dgm:t>
    </dgm:pt>
    <dgm:pt modelId="{A4A77F2E-6520-45A5-8634-47FE9299D796}" type="parTrans" cxnId="{B8BDB8D6-5824-4945-BBCA-C19F1EDE3D18}">
      <dgm:prSet/>
      <dgm:spPr/>
      <dgm:t>
        <a:bodyPr/>
        <a:lstStyle/>
        <a:p>
          <a:endParaRPr lang="en-US"/>
        </a:p>
      </dgm:t>
    </dgm:pt>
    <dgm:pt modelId="{337EF547-35D6-420F-BEF7-6E056DEB2809}" type="sibTrans" cxnId="{B8BDB8D6-5824-4945-BBCA-C19F1EDE3D18}">
      <dgm:prSet/>
      <dgm:spPr/>
      <dgm:t>
        <a:bodyPr/>
        <a:lstStyle/>
        <a:p>
          <a:endParaRPr lang="en-US"/>
        </a:p>
      </dgm:t>
    </dgm:pt>
    <dgm:pt modelId="{63C728DE-770B-40EE-B8AB-7BD00AB9919F}">
      <dgm:prSet/>
      <dgm:spPr/>
      <dgm:t>
        <a:bodyPr/>
        <a:lstStyle/>
        <a:p>
          <a:r>
            <a:rPr lang="en-US"/>
            <a:t>Capture screenshots on failure</a:t>
          </a:r>
        </a:p>
      </dgm:t>
    </dgm:pt>
    <dgm:pt modelId="{A09AE8B3-B25B-4E27-AF05-0D8885A6FBD7}" type="parTrans" cxnId="{0D1C3600-B174-4A1E-B6FC-F48C837E3207}">
      <dgm:prSet/>
      <dgm:spPr/>
      <dgm:t>
        <a:bodyPr/>
        <a:lstStyle/>
        <a:p>
          <a:endParaRPr lang="en-US"/>
        </a:p>
      </dgm:t>
    </dgm:pt>
    <dgm:pt modelId="{100E25EB-20C6-40A3-9891-8A2343E61642}" type="sibTrans" cxnId="{0D1C3600-B174-4A1E-B6FC-F48C837E3207}">
      <dgm:prSet/>
      <dgm:spPr/>
      <dgm:t>
        <a:bodyPr/>
        <a:lstStyle/>
        <a:p>
          <a:endParaRPr lang="en-US"/>
        </a:p>
      </dgm:t>
    </dgm:pt>
    <dgm:pt modelId="{4A906F57-5F5F-4F47-AFB0-F1C485B22D4C}">
      <dgm:prSet/>
      <dgm:spPr/>
      <dgm:t>
        <a:bodyPr/>
        <a:lstStyle/>
        <a:p>
          <a:r>
            <a:rPr lang="en-US"/>
            <a:t>Generate</a:t>
          </a:r>
        </a:p>
      </dgm:t>
    </dgm:pt>
    <dgm:pt modelId="{47E63D7C-660C-45BA-A5AF-0E66F345A161}" type="parTrans" cxnId="{EBF67BD9-0CC4-4F08-8BC2-C3430A34D6AE}">
      <dgm:prSet/>
      <dgm:spPr/>
      <dgm:t>
        <a:bodyPr/>
        <a:lstStyle/>
        <a:p>
          <a:endParaRPr lang="en-US"/>
        </a:p>
      </dgm:t>
    </dgm:pt>
    <dgm:pt modelId="{E148D664-3C3E-4FA0-93FA-EB4C21C444D2}" type="sibTrans" cxnId="{EBF67BD9-0CC4-4F08-8BC2-C3430A34D6AE}">
      <dgm:prSet/>
      <dgm:spPr/>
      <dgm:t>
        <a:bodyPr/>
        <a:lstStyle/>
        <a:p>
          <a:endParaRPr lang="en-US"/>
        </a:p>
      </dgm:t>
    </dgm:pt>
    <dgm:pt modelId="{751F9AFD-3CF5-4F69-AD80-4C1ABF271F39}">
      <dgm:prSet/>
      <dgm:spPr/>
      <dgm:t>
        <a:bodyPr/>
        <a:lstStyle/>
        <a:p>
          <a:r>
            <a:rPr lang="en-US"/>
            <a:t>Generate custom reports (e.g., Extent Reports)</a:t>
          </a:r>
        </a:p>
      </dgm:t>
    </dgm:pt>
    <dgm:pt modelId="{CDFF2500-95ED-450E-9274-71AEF5F28583}" type="parTrans" cxnId="{9785816E-BB31-411A-860C-95913CC5326C}">
      <dgm:prSet/>
      <dgm:spPr/>
      <dgm:t>
        <a:bodyPr/>
        <a:lstStyle/>
        <a:p>
          <a:endParaRPr lang="en-US"/>
        </a:p>
      </dgm:t>
    </dgm:pt>
    <dgm:pt modelId="{A0BDD06B-34EE-459B-AB22-66A355D6CE6A}" type="sibTrans" cxnId="{9785816E-BB31-411A-860C-95913CC5326C}">
      <dgm:prSet/>
      <dgm:spPr/>
      <dgm:t>
        <a:bodyPr/>
        <a:lstStyle/>
        <a:p>
          <a:endParaRPr lang="en-US"/>
        </a:p>
      </dgm:t>
    </dgm:pt>
    <dgm:pt modelId="{06DA4D3C-2C0B-4839-BDF5-7BD1F55F4DBA}">
      <dgm:prSet/>
      <dgm:spPr/>
      <dgm:t>
        <a:bodyPr/>
        <a:lstStyle/>
        <a:p>
          <a:r>
            <a:rPr lang="en-US"/>
            <a:t>Retry</a:t>
          </a:r>
        </a:p>
      </dgm:t>
    </dgm:pt>
    <dgm:pt modelId="{FFA332D8-C256-42E2-960B-814A2CD1F33C}" type="parTrans" cxnId="{0B7CBEB7-9E4A-4A80-9C53-9C57324874F9}">
      <dgm:prSet/>
      <dgm:spPr/>
      <dgm:t>
        <a:bodyPr/>
        <a:lstStyle/>
        <a:p>
          <a:endParaRPr lang="en-US"/>
        </a:p>
      </dgm:t>
    </dgm:pt>
    <dgm:pt modelId="{B9887071-C4E8-49C3-8368-48C6361F3F7C}" type="sibTrans" cxnId="{0B7CBEB7-9E4A-4A80-9C53-9C57324874F9}">
      <dgm:prSet/>
      <dgm:spPr/>
      <dgm:t>
        <a:bodyPr/>
        <a:lstStyle/>
        <a:p>
          <a:endParaRPr lang="en-US"/>
        </a:p>
      </dgm:t>
    </dgm:pt>
    <dgm:pt modelId="{E4817745-E6C0-44C2-8AB9-8C18E5E7D5D5}">
      <dgm:prSet/>
      <dgm:spPr/>
      <dgm:t>
        <a:bodyPr/>
        <a:lstStyle/>
        <a:p>
          <a:r>
            <a:rPr lang="en-US"/>
            <a:t>Retry failed tests automatically</a:t>
          </a:r>
        </a:p>
      </dgm:t>
    </dgm:pt>
    <dgm:pt modelId="{85B69C3A-785A-46D4-895F-204A9ABE1EC3}" type="parTrans" cxnId="{20EDA91F-8859-43A0-87E3-33738B384C2D}">
      <dgm:prSet/>
      <dgm:spPr/>
      <dgm:t>
        <a:bodyPr/>
        <a:lstStyle/>
        <a:p>
          <a:endParaRPr lang="en-US"/>
        </a:p>
      </dgm:t>
    </dgm:pt>
    <dgm:pt modelId="{F6A251A0-42AE-4962-9C7E-C68CD9E2572A}" type="sibTrans" cxnId="{20EDA91F-8859-43A0-87E3-33738B384C2D}">
      <dgm:prSet/>
      <dgm:spPr/>
      <dgm:t>
        <a:bodyPr/>
        <a:lstStyle/>
        <a:p>
          <a:endParaRPr lang="en-US"/>
        </a:p>
      </dgm:t>
    </dgm:pt>
    <dgm:pt modelId="{53FE14E9-8C6B-4927-AC94-30C188A21445}">
      <dgm:prSet/>
      <dgm:spPr/>
      <dgm:t>
        <a:bodyPr/>
        <a:lstStyle/>
        <a:p>
          <a:r>
            <a:rPr lang="en-US"/>
            <a:t>Log</a:t>
          </a:r>
        </a:p>
      </dgm:t>
    </dgm:pt>
    <dgm:pt modelId="{B25D49F2-0728-4D25-90C4-CB951BF41E8A}" type="parTrans" cxnId="{522231E8-F1C8-4F98-A6D9-6C80A7BDAFD3}">
      <dgm:prSet/>
      <dgm:spPr/>
      <dgm:t>
        <a:bodyPr/>
        <a:lstStyle/>
        <a:p>
          <a:endParaRPr lang="en-US"/>
        </a:p>
      </dgm:t>
    </dgm:pt>
    <dgm:pt modelId="{781E1B4F-ADAF-40A0-BA4F-36FF36FE0345}" type="sibTrans" cxnId="{522231E8-F1C8-4F98-A6D9-6C80A7BDAFD3}">
      <dgm:prSet/>
      <dgm:spPr/>
      <dgm:t>
        <a:bodyPr/>
        <a:lstStyle/>
        <a:p>
          <a:endParaRPr lang="en-US"/>
        </a:p>
      </dgm:t>
    </dgm:pt>
    <dgm:pt modelId="{6637380E-51E5-4518-BA0F-76E3AE9C29CC}">
      <dgm:prSet/>
      <dgm:spPr/>
      <dgm:t>
        <a:bodyPr/>
        <a:lstStyle/>
        <a:p>
          <a:r>
            <a:rPr lang="en-US"/>
            <a:t>Log test steps and exceptions</a:t>
          </a:r>
        </a:p>
      </dgm:t>
    </dgm:pt>
    <dgm:pt modelId="{50B38722-A791-4B0F-9CCC-F681B36AF88C}" type="parTrans" cxnId="{FE947408-B902-40DE-AE69-595180EE54FC}">
      <dgm:prSet/>
      <dgm:spPr/>
      <dgm:t>
        <a:bodyPr/>
        <a:lstStyle/>
        <a:p>
          <a:endParaRPr lang="en-US"/>
        </a:p>
      </dgm:t>
    </dgm:pt>
    <dgm:pt modelId="{C05924F2-B959-421F-BD84-50BB824D15FD}" type="sibTrans" cxnId="{FE947408-B902-40DE-AE69-595180EE54FC}">
      <dgm:prSet/>
      <dgm:spPr/>
      <dgm:t>
        <a:bodyPr/>
        <a:lstStyle/>
        <a:p>
          <a:endParaRPr lang="en-US"/>
        </a:p>
      </dgm:t>
    </dgm:pt>
    <dgm:pt modelId="{C02A23D7-55AA-4143-8196-A7BFC95BE4C9}">
      <dgm:prSet/>
      <dgm:spPr/>
      <dgm:t>
        <a:bodyPr/>
        <a:lstStyle/>
        <a:p>
          <a:r>
            <a:rPr lang="en-US"/>
            <a:t>Track</a:t>
          </a:r>
        </a:p>
      </dgm:t>
    </dgm:pt>
    <dgm:pt modelId="{1C8B5F62-D179-474C-A106-F2B291071E6E}" type="parTrans" cxnId="{0075AD80-BCB2-476D-B3EF-E3AADC7AE6FF}">
      <dgm:prSet/>
      <dgm:spPr/>
      <dgm:t>
        <a:bodyPr/>
        <a:lstStyle/>
        <a:p>
          <a:endParaRPr lang="en-US"/>
        </a:p>
      </dgm:t>
    </dgm:pt>
    <dgm:pt modelId="{347D7B40-BD56-4C94-A558-CA782C7861E3}" type="sibTrans" cxnId="{0075AD80-BCB2-476D-B3EF-E3AADC7AE6FF}">
      <dgm:prSet/>
      <dgm:spPr/>
      <dgm:t>
        <a:bodyPr/>
        <a:lstStyle/>
        <a:p>
          <a:endParaRPr lang="en-US"/>
        </a:p>
      </dgm:t>
    </dgm:pt>
    <dgm:pt modelId="{4D474509-FBCB-4EF0-91E3-FD22D8FE15A0}">
      <dgm:prSet/>
      <dgm:spPr/>
      <dgm:t>
        <a:bodyPr/>
        <a:lstStyle/>
        <a:p>
          <a:r>
            <a:rPr lang="en-US"/>
            <a:t>Track test lifecycle events</a:t>
          </a:r>
        </a:p>
      </dgm:t>
    </dgm:pt>
    <dgm:pt modelId="{3E2B10BD-078D-4179-8860-C7FD9CE37FBC}" type="parTrans" cxnId="{8DE64E69-5905-4A91-9AE5-5CB5C53A2CD8}">
      <dgm:prSet/>
      <dgm:spPr/>
      <dgm:t>
        <a:bodyPr/>
        <a:lstStyle/>
        <a:p>
          <a:endParaRPr lang="en-US"/>
        </a:p>
      </dgm:t>
    </dgm:pt>
    <dgm:pt modelId="{700B3A69-A303-4A2C-A428-C99223003CD4}" type="sibTrans" cxnId="{8DE64E69-5905-4A91-9AE5-5CB5C53A2CD8}">
      <dgm:prSet/>
      <dgm:spPr/>
      <dgm:t>
        <a:bodyPr/>
        <a:lstStyle/>
        <a:p>
          <a:endParaRPr lang="en-US"/>
        </a:p>
      </dgm:t>
    </dgm:pt>
    <dgm:pt modelId="{B883ABE1-1274-4AC3-B2E8-1FAED722187F}" type="pres">
      <dgm:prSet presAssocID="{B51EDDCE-A18A-411B-85E2-5257C5C61C51}" presName="Name0" presStyleCnt="0">
        <dgm:presLayoutVars>
          <dgm:dir/>
          <dgm:animLvl val="lvl"/>
          <dgm:resizeHandles val="exact"/>
        </dgm:presLayoutVars>
      </dgm:prSet>
      <dgm:spPr/>
    </dgm:pt>
    <dgm:pt modelId="{1FBDE3DC-3AEC-41F6-868B-16D03200B33D}" type="pres">
      <dgm:prSet presAssocID="{CB8DF090-F4AE-4AA2-8C01-55281B392429}" presName="linNode" presStyleCnt="0"/>
      <dgm:spPr/>
    </dgm:pt>
    <dgm:pt modelId="{B944439E-21DA-4F96-8F96-B3582F4CB74A}" type="pres">
      <dgm:prSet presAssocID="{CB8DF090-F4AE-4AA2-8C01-55281B392429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71343CE3-57C8-4749-AFD1-F1CF9FCA4653}" type="pres">
      <dgm:prSet presAssocID="{CB8DF090-F4AE-4AA2-8C01-55281B392429}" presName="descendantText" presStyleLbl="alignAccFollowNode1" presStyleIdx="0" presStyleCnt="5">
        <dgm:presLayoutVars>
          <dgm:bulletEnabled/>
        </dgm:presLayoutVars>
      </dgm:prSet>
      <dgm:spPr/>
    </dgm:pt>
    <dgm:pt modelId="{F80B3826-2B47-422F-BEFB-767A91EBDC4C}" type="pres">
      <dgm:prSet presAssocID="{337EF547-35D6-420F-BEF7-6E056DEB2809}" presName="sp" presStyleCnt="0"/>
      <dgm:spPr/>
    </dgm:pt>
    <dgm:pt modelId="{D82164F5-7CC3-41AE-BEC3-7030E67A461A}" type="pres">
      <dgm:prSet presAssocID="{4A906F57-5F5F-4F47-AFB0-F1C485B22D4C}" presName="linNode" presStyleCnt="0"/>
      <dgm:spPr/>
    </dgm:pt>
    <dgm:pt modelId="{9575B2AB-2CFA-4A12-A26D-F1EADB269E7D}" type="pres">
      <dgm:prSet presAssocID="{4A906F57-5F5F-4F47-AFB0-F1C485B22D4C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5641CA04-3138-4AC2-BEB4-ED78D17533F6}" type="pres">
      <dgm:prSet presAssocID="{4A906F57-5F5F-4F47-AFB0-F1C485B22D4C}" presName="descendantText" presStyleLbl="alignAccFollowNode1" presStyleIdx="1" presStyleCnt="5">
        <dgm:presLayoutVars>
          <dgm:bulletEnabled/>
        </dgm:presLayoutVars>
      </dgm:prSet>
      <dgm:spPr/>
    </dgm:pt>
    <dgm:pt modelId="{87060914-5B0D-49EC-A9B0-2668E1814787}" type="pres">
      <dgm:prSet presAssocID="{E148D664-3C3E-4FA0-93FA-EB4C21C444D2}" presName="sp" presStyleCnt="0"/>
      <dgm:spPr/>
    </dgm:pt>
    <dgm:pt modelId="{536A4C32-2936-415B-8446-BBE5C67635CE}" type="pres">
      <dgm:prSet presAssocID="{06DA4D3C-2C0B-4839-BDF5-7BD1F55F4DBA}" presName="linNode" presStyleCnt="0"/>
      <dgm:spPr/>
    </dgm:pt>
    <dgm:pt modelId="{6FA39550-F469-46C1-8242-4D8DA0AD0EDA}" type="pres">
      <dgm:prSet presAssocID="{06DA4D3C-2C0B-4839-BDF5-7BD1F55F4DBA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6560235C-7D5D-4B2A-B634-A3F7EB73E03C}" type="pres">
      <dgm:prSet presAssocID="{06DA4D3C-2C0B-4839-BDF5-7BD1F55F4DBA}" presName="descendantText" presStyleLbl="alignAccFollowNode1" presStyleIdx="2" presStyleCnt="5">
        <dgm:presLayoutVars>
          <dgm:bulletEnabled/>
        </dgm:presLayoutVars>
      </dgm:prSet>
      <dgm:spPr/>
    </dgm:pt>
    <dgm:pt modelId="{DDD0FC38-9936-4BE0-A80E-4A1D59147778}" type="pres">
      <dgm:prSet presAssocID="{B9887071-C4E8-49C3-8368-48C6361F3F7C}" presName="sp" presStyleCnt="0"/>
      <dgm:spPr/>
    </dgm:pt>
    <dgm:pt modelId="{E20B5AB5-D0EB-4067-BA6D-941F9E7A8629}" type="pres">
      <dgm:prSet presAssocID="{53FE14E9-8C6B-4927-AC94-30C188A21445}" presName="linNode" presStyleCnt="0"/>
      <dgm:spPr/>
    </dgm:pt>
    <dgm:pt modelId="{A7EF74BB-C9E5-4873-A6A9-1022928B2ACC}" type="pres">
      <dgm:prSet presAssocID="{53FE14E9-8C6B-4927-AC94-30C188A21445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D2FA6030-E876-4D15-AB5C-BBC41B12A1EA}" type="pres">
      <dgm:prSet presAssocID="{53FE14E9-8C6B-4927-AC94-30C188A21445}" presName="descendantText" presStyleLbl="alignAccFollowNode1" presStyleIdx="3" presStyleCnt="5">
        <dgm:presLayoutVars>
          <dgm:bulletEnabled/>
        </dgm:presLayoutVars>
      </dgm:prSet>
      <dgm:spPr/>
    </dgm:pt>
    <dgm:pt modelId="{D865E685-7429-4DFE-B43F-792990C59FCA}" type="pres">
      <dgm:prSet presAssocID="{781E1B4F-ADAF-40A0-BA4F-36FF36FE0345}" presName="sp" presStyleCnt="0"/>
      <dgm:spPr/>
    </dgm:pt>
    <dgm:pt modelId="{DEB29D80-D044-4FD2-9B3F-4AEE0E413FA4}" type="pres">
      <dgm:prSet presAssocID="{C02A23D7-55AA-4143-8196-A7BFC95BE4C9}" presName="linNode" presStyleCnt="0"/>
      <dgm:spPr/>
    </dgm:pt>
    <dgm:pt modelId="{E57229A3-81B9-432F-8362-BE645C48398E}" type="pres">
      <dgm:prSet presAssocID="{C02A23D7-55AA-4143-8196-A7BFC95BE4C9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DDE44C84-28D7-4664-9E70-7773ABC9DC19}" type="pres">
      <dgm:prSet presAssocID="{C02A23D7-55AA-4143-8196-A7BFC95BE4C9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0D1C3600-B174-4A1E-B6FC-F48C837E3207}" srcId="{CB8DF090-F4AE-4AA2-8C01-55281B392429}" destId="{63C728DE-770B-40EE-B8AB-7BD00AB9919F}" srcOrd="0" destOrd="0" parTransId="{A09AE8B3-B25B-4E27-AF05-0D8885A6FBD7}" sibTransId="{100E25EB-20C6-40A3-9891-8A2343E61642}"/>
    <dgm:cxn modelId="{FE947408-B902-40DE-AE69-595180EE54FC}" srcId="{53FE14E9-8C6B-4927-AC94-30C188A21445}" destId="{6637380E-51E5-4518-BA0F-76E3AE9C29CC}" srcOrd="0" destOrd="0" parTransId="{50B38722-A791-4B0F-9CCC-F681B36AF88C}" sibTransId="{C05924F2-B959-421F-BD84-50BB824D15FD}"/>
    <dgm:cxn modelId="{11A6200F-9E49-4DFD-99C0-8A2087797561}" type="presOf" srcId="{4D474509-FBCB-4EF0-91E3-FD22D8FE15A0}" destId="{DDE44C84-28D7-4664-9E70-7773ABC9DC19}" srcOrd="0" destOrd="0" presId="urn:microsoft.com/office/officeart/2016/7/layout/VerticalSolidActionList"/>
    <dgm:cxn modelId="{20EDA91F-8859-43A0-87E3-33738B384C2D}" srcId="{06DA4D3C-2C0B-4839-BDF5-7BD1F55F4DBA}" destId="{E4817745-E6C0-44C2-8AB9-8C18E5E7D5D5}" srcOrd="0" destOrd="0" parTransId="{85B69C3A-785A-46D4-895F-204A9ABE1EC3}" sibTransId="{F6A251A0-42AE-4962-9C7E-C68CD9E2572A}"/>
    <dgm:cxn modelId="{F370FE28-13A1-440E-A8F6-8FDA48C10FFC}" type="presOf" srcId="{53FE14E9-8C6B-4927-AC94-30C188A21445}" destId="{A7EF74BB-C9E5-4873-A6A9-1022928B2ACC}" srcOrd="0" destOrd="0" presId="urn:microsoft.com/office/officeart/2016/7/layout/VerticalSolidActionList"/>
    <dgm:cxn modelId="{AEAD4864-6542-4175-A850-9B5C24A814EE}" type="presOf" srcId="{E4817745-E6C0-44C2-8AB9-8C18E5E7D5D5}" destId="{6560235C-7D5D-4B2A-B634-A3F7EB73E03C}" srcOrd="0" destOrd="0" presId="urn:microsoft.com/office/officeart/2016/7/layout/VerticalSolidActionList"/>
    <dgm:cxn modelId="{D261F847-3950-41E9-BF72-A717932F94E8}" type="presOf" srcId="{CB8DF090-F4AE-4AA2-8C01-55281B392429}" destId="{B944439E-21DA-4F96-8F96-B3582F4CB74A}" srcOrd="0" destOrd="0" presId="urn:microsoft.com/office/officeart/2016/7/layout/VerticalSolidActionList"/>
    <dgm:cxn modelId="{8DE64E69-5905-4A91-9AE5-5CB5C53A2CD8}" srcId="{C02A23D7-55AA-4143-8196-A7BFC95BE4C9}" destId="{4D474509-FBCB-4EF0-91E3-FD22D8FE15A0}" srcOrd="0" destOrd="0" parTransId="{3E2B10BD-078D-4179-8860-C7FD9CE37FBC}" sibTransId="{700B3A69-A303-4A2C-A428-C99223003CD4}"/>
    <dgm:cxn modelId="{21F75D6B-0E85-4C62-B2E6-8E4049AE0622}" type="presOf" srcId="{B51EDDCE-A18A-411B-85E2-5257C5C61C51}" destId="{B883ABE1-1274-4AC3-B2E8-1FAED722187F}" srcOrd="0" destOrd="0" presId="urn:microsoft.com/office/officeart/2016/7/layout/VerticalSolidActionList"/>
    <dgm:cxn modelId="{9785816E-BB31-411A-860C-95913CC5326C}" srcId="{4A906F57-5F5F-4F47-AFB0-F1C485B22D4C}" destId="{751F9AFD-3CF5-4F69-AD80-4C1ABF271F39}" srcOrd="0" destOrd="0" parTransId="{CDFF2500-95ED-450E-9274-71AEF5F28583}" sibTransId="{A0BDD06B-34EE-459B-AB22-66A355D6CE6A}"/>
    <dgm:cxn modelId="{CD433A4F-2D40-4757-88EF-E4EDC2ED9494}" type="presOf" srcId="{63C728DE-770B-40EE-B8AB-7BD00AB9919F}" destId="{71343CE3-57C8-4749-AFD1-F1CF9FCA4653}" srcOrd="0" destOrd="0" presId="urn:microsoft.com/office/officeart/2016/7/layout/VerticalSolidActionList"/>
    <dgm:cxn modelId="{0075AD80-BCB2-476D-B3EF-E3AADC7AE6FF}" srcId="{B51EDDCE-A18A-411B-85E2-5257C5C61C51}" destId="{C02A23D7-55AA-4143-8196-A7BFC95BE4C9}" srcOrd="4" destOrd="0" parTransId="{1C8B5F62-D179-474C-A106-F2B291071E6E}" sibTransId="{347D7B40-BD56-4C94-A558-CA782C7861E3}"/>
    <dgm:cxn modelId="{0B7CBEB7-9E4A-4A80-9C53-9C57324874F9}" srcId="{B51EDDCE-A18A-411B-85E2-5257C5C61C51}" destId="{06DA4D3C-2C0B-4839-BDF5-7BD1F55F4DBA}" srcOrd="2" destOrd="0" parTransId="{FFA332D8-C256-42E2-960B-814A2CD1F33C}" sibTransId="{B9887071-C4E8-49C3-8368-48C6361F3F7C}"/>
    <dgm:cxn modelId="{971449C4-ACFD-4FAE-9292-8296BEE15B81}" type="presOf" srcId="{C02A23D7-55AA-4143-8196-A7BFC95BE4C9}" destId="{E57229A3-81B9-432F-8362-BE645C48398E}" srcOrd="0" destOrd="0" presId="urn:microsoft.com/office/officeart/2016/7/layout/VerticalSolidActionList"/>
    <dgm:cxn modelId="{797837C8-FB3D-4E84-BBFB-A1B9D97D553D}" type="presOf" srcId="{751F9AFD-3CF5-4F69-AD80-4C1ABF271F39}" destId="{5641CA04-3138-4AC2-BEB4-ED78D17533F6}" srcOrd="0" destOrd="0" presId="urn:microsoft.com/office/officeart/2016/7/layout/VerticalSolidActionList"/>
    <dgm:cxn modelId="{6618BCCB-63C0-4EA8-BEFB-1BB0397070B4}" type="presOf" srcId="{06DA4D3C-2C0B-4839-BDF5-7BD1F55F4DBA}" destId="{6FA39550-F469-46C1-8242-4D8DA0AD0EDA}" srcOrd="0" destOrd="0" presId="urn:microsoft.com/office/officeart/2016/7/layout/VerticalSolidActionList"/>
    <dgm:cxn modelId="{3A7FEFD2-251D-400A-B145-419138EC0E9D}" type="presOf" srcId="{6637380E-51E5-4518-BA0F-76E3AE9C29CC}" destId="{D2FA6030-E876-4D15-AB5C-BBC41B12A1EA}" srcOrd="0" destOrd="0" presId="urn:microsoft.com/office/officeart/2016/7/layout/VerticalSolidActionList"/>
    <dgm:cxn modelId="{B8BDB8D6-5824-4945-BBCA-C19F1EDE3D18}" srcId="{B51EDDCE-A18A-411B-85E2-5257C5C61C51}" destId="{CB8DF090-F4AE-4AA2-8C01-55281B392429}" srcOrd="0" destOrd="0" parTransId="{A4A77F2E-6520-45A5-8634-47FE9299D796}" sibTransId="{337EF547-35D6-420F-BEF7-6E056DEB2809}"/>
    <dgm:cxn modelId="{EBF67BD9-0CC4-4F08-8BC2-C3430A34D6AE}" srcId="{B51EDDCE-A18A-411B-85E2-5257C5C61C51}" destId="{4A906F57-5F5F-4F47-AFB0-F1C485B22D4C}" srcOrd="1" destOrd="0" parTransId="{47E63D7C-660C-45BA-A5AF-0E66F345A161}" sibTransId="{E148D664-3C3E-4FA0-93FA-EB4C21C444D2}"/>
    <dgm:cxn modelId="{522231E8-F1C8-4F98-A6D9-6C80A7BDAFD3}" srcId="{B51EDDCE-A18A-411B-85E2-5257C5C61C51}" destId="{53FE14E9-8C6B-4927-AC94-30C188A21445}" srcOrd="3" destOrd="0" parTransId="{B25D49F2-0728-4D25-90C4-CB951BF41E8A}" sibTransId="{781E1B4F-ADAF-40A0-BA4F-36FF36FE0345}"/>
    <dgm:cxn modelId="{4A1422EE-844C-4AE5-AA3B-42487AD4F02B}" type="presOf" srcId="{4A906F57-5F5F-4F47-AFB0-F1C485B22D4C}" destId="{9575B2AB-2CFA-4A12-A26D-F1EADB269E7D}" srcOrd="0" destOrd="0" presId="urn:microsoft.com/office/officeart/2016/7/layout/VerticalSolidActionList"/>
    <dgm:cxn modelId="{A274A7DE-6B3D-4DCD-AAF4-956F4E749502}" type="presParOf" srcId="{B883ABE1-1274-4AC3-B2E8-1FAED722187F}" destId="{1FBDE3DC-3AEC-41F6-868B-16D03200B33D}" srcOrd="0" destOrd="0" presId="urn:microsoft.com/office/officeart/2016/7/layout/VerticalSolidActionList"/>
    <dgm:cxn modelId="{6D31111E-E2F0-44D5-868F-1EF0766C40A8}" type="presParOf" srcId="{1FBDE3DC-3AEC-41F6-868B-16D03200B33D}" destId="{B944439E-21DA-4F96-8F96-B3582F4CB74A}" srcOrd="0" destOrd="0" presId="urn:microsoft.com/office/officeart/2016/7/layout/VerticalSolidActionList"/>
    <dgm:cxn modelId="{E9E6ED1F-F66F-4D5C-AA35-C5F69151232E}" type="presParOf" srcId="{1FBDE3DC-3AEC-41F6-868B-16D03200B33D}" destId="{71343CE3-57C8-4749-AFD1-F1CF9FCA4653}" srcOrd="1" destOrd="0" presId="urn:microsoft.com/office/officeart/2016/7/layout/VerticalSolidActionList"/>
    <dgm:cxn modelId="{228C2E76-E5EF-402C-A22D-7400B61F63D7}" type="presParOf" srcId="{B883ABE1-1274-4AC3-B2E8-1FAED722187F}" destId="{F80B3826-2B47-422F-BEFB-767A91EBDC4C}" srcOrd="1" destOrd="0" presId="urn:microsoft.com/office/officeart/2016/7/layout/VerticalSolidActionList"/>
    <dgm:cxn modelId="{5EBC5946-E78A-49A9-AB16-D45FE21B4594}" type="presParOf" srcId="{B883ABE1-1274-4AC3-B2E8-1FAED722187F}" destId="{D82164F5-7CC3-41AE-BEC3-7030E67A461A}" srcOrd="2" destOrd="0" presId="urn:microsoft.com/office/officeart/2016/7/layout/VerticalSolidActionList"/>
    <dgm:cxn modelId="{CB7186F9-B014-4B2C-9425-A60F37A9A696}" type="presParOf" srcId="{D82164F5-7CC3-41AE-BEC3-7030E67A461A}" destId="{9575B2AB-2CFA-4A12-A26D-F1EADB269E7D}" srcOrd="0" destOrd="0" presId="urn:microsoft.com/office/officeart/2016/7/layout/VerticalSolidActionList"/>
    <dgm:cxn modelId="{08A6C7FE-8C3C-460F-AF1F-E8CDFA6E6C97}" type="presParOf" srcId="{D82164F5-7CC3-41AE-BEC3-7030E67A461A}" destId="{5641CA04-3138-4AC2-BEB4-ED78D17533F6}" srcOrd="1" destOrd="0" presId="urn:microsoft.com/office/officeart/2016/7/layout/VerticalSolidActionList"/>
    <dgm:cxn modelId="{1CBB0D14-4F87-4A46-A0F6-CCE04777AF7D}" type="presParOf" srcId="{B883ABE1-1274-4AC3-B2E8-1FAED722187F}" destId="{87060914-5B0D-49EC-A9B0-2668E1814787}" srcOrd="3" destOrd="0" presId="urn:microsoft.com/office/officeart/2016/7/layout/VerticalSolidActionList"/>
    <dgm:cxn modelId="{C6051CE8-EDE5-46CE-A820-3FA41406DBD8}" type="presParOf" srcId="{B883ABE1-1274-4AC3-B2E8-1FAED722187F}" destId="{536A4C32-2936-415B-8446-BBE5C67635CE}" srcOrd="4" destOrd="0" presId="urn:microsoft.com/office/officeart/2016/7/layout/VerticalSolidActionList"/>
    <dgm:cxn modelId="{5ED91C33-69C2-4454-AE7A-0355B3FB64D3}" type="presParOf" srcId="{536A4C32-2936-415B-8446-BBE5C67635CE}" destId="{6FA39550-F469-46C1-8242-4D8DA0AD0EDA}" srcOrd="0" destOrd="0" presId="urn:microsoft.com/office/officeart/2016/7/layout/VerticalSolidActionList"/>
    <dgm:cxn modelId="{704979B4-D933-4A38-91AC-E7F324DBE71C}" type="presParOf" srcId="{536A4C32-2936-415B-8446-BBE5C67635CE}" destId="{6560235C-7D5D-4B2A-B634-A3F7EB73E03C}" srcOrd="1" destOrd="0" presId="urn:microsoft.com/office/officeart/2016/7/layout/VerticalSolidActionList"/>
    <dgm:cxn modelId="{F63D2D2C-C05F-415C-B84C-2829DC675D6C}" type="presParOf" srcId="{B883ABE1-1274-4AC3-B2E8-1FAED722187F}" destId="{DDD0FC38-9936-4BE0-A80E-4A1D59147778}" srcOrd="5" destOrd="0" presId="urn:microsoft.com/office/officeart/2016/7/layout/VerticalSolidActionList"/>
    <dgm:cxn modelId="{4F405B18-86A7-46F8-89D0-BE4207702BBA}" type="presParOf" srcId="{B883ABE1-1274-4AC3-B2E8-1FAED722187F}" destId="{E20B5AB5-D0EB-4067-BA6D-941F9E7A8629}" srcOrd="6" destOrd="0" presId="urn:microsoft.com/office/officeart/2016/7/layout/VerticalSolidActionList"/>
    <dgm:cxn modelId="{8AF35BC8-B6AB-437D-B995-B2B47DF5D936}" type="presParOf" srcId="{E20B5AB5-D0EB-4067-BA6D-941F9E7A8629}" destId="{A7EF74BB-C9E5-4873-A6A9-1022928B2ACC}" srcOrd="0" destOrd="0" presId="urn:microsoft.com/office/officeart/2016/7/layout/VerticalSolidActionList"/>
    <dgm:cxn modelId="{BB40FEFF-900D-4D8D-952B-CF38FB67BC1B}" type="presParOf" srcId="{E20B5AB5-D0EB-4067-BA6D-941F9E7A8629}" destId="{D2FA6030-E876-4D15-AB5C-BBC41B12A1EA}" srcOrd="1" destOrd="0" presId="urn:microsoft.com/office/officeart/2016/7/layout/VerticalSolidActionList"/>
    <dgm:cxn modelId="{22A87819-0A2A-4D48-93A2-1AF805F4B917}" type="presParOf" srcId="{B883ABE1-1274-4AC3-B2E8-1FAED722187F}" destId="{D865E685-7429-4DFE-B43F-792990C59FCA}" srcOrd="7" destOrd="0" presId="urn:microsoft.com/office/officeart/2016/7/layout/VerticalSolidActionList"/>
    <dgm:cxn modelId="{A3201C50-6746-4D27-8D91-A948F3691D8C}" type="presParOf" srcId="{B883ABE1-1274-4AC3-B2E8-1FAED722187F}" destId="{DEB29D80-D044-4FD2-9B3F-4AEE0E413FA4}" srcOrd="8" destOrd="0" presId="urn:microsoft.com/office/officeart/2016/7/layout/VerticalSolidActionList"/>
    <dgm:cxn modelId="{8BA4CE4E-87E8-4B95-801C-7BB5A294CD7D}" type="presParOf" srcId="{DEB29D80-D044-4FD2-9B3F-4AEE0E413FA4}" destId="{E57229A3-81B9-432F-8362-BE645C48398E}" srcOrd="0" destOrd="0" presId="urn:microsoft.com/office/officeart/2016/7/layout/VerticalSolidActionList"/>
    <dgm:cxn modelId="{0659AEBA-2164-4F6B-B33D-F5C7A1A5027F}" type="presParOf" srcId="{DEB29D80-D044-4FD2-9B3F-4AEE0E413FA4}" destId="{DDE44C84-28D7-4664-9E70-7773ABC9DC19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4EF682-4A89-4841-A867-E7E02B390A01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F6E405-2488-4094-89E0-B8C75900CD4C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8FE7A4-0E23-4957-8D87-97DB4575DEA5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Powerful Testing Framework:</a:t>
          </a:r>
          <a:r>
            <a:rPr lang="en-GB" sz="1900" kern="1200"/>
            <a:t> TestNG is a popular open-source framework that gives you a lot of control over how you write and run your automated tests</a:t>
          </a:r>
          <a:endParaRPr lang="en-US" sz="1900" kern="1200"/>
        </a:p>
      </dsp:txBody>
      <dsp:txXfrm>
        <a:off x="1058686" y="1808"/>
        <a:ext cx="9456913" cy="916611"/>
      </dsp:txXfrm>
    </dsp:sp>
    <dsp:sp modelId="{65E73433-8507-4869-9322-069638A55623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71275C-90AD-4B79-9032-E3F04F3C9920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CFBE6E-6D99-4642-95D0-779386DA1D2B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Successor to JUnit:</a:t>
          </a:r>
          <a:r>
            <a:rPr lang="en-GB" sz="1900" kern="1200"/>
            <a:t> Built upon the foundation of JUnit, TestNG offers additional features and a more user-friendly experience</a:t>
          </a:r>
          <a:endParaRPr lang="en-US" sz="1900" kern="1200"/>
        </a:p>
      </dsp:txBody>
      <dsp:txXfrm>
        <a:off x="1058686" y="1147573"/>
        <a:ext cx="9456913" cy="916611"/>
      </dsp:txXfrm>
    </dsp:sp>
    <dsp:sp modelId="{BA392750-33B8-4961-8904-70AAEF02DD3C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C92DBE-B03C-4A91-845B-821DFB0D7857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D582B1-D224-4087-A363-13F53E23730A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Easy Test Control:</a:t>
          </a:r>
          <a:r>
            <a:rPr lang="en-GB" sz="1900" kern="1200"/>
            <a:t> TestNG allows you to easily define test case dependencies. You can ensure that specific tests run before others, mimicking real-world test workflows</a:t>
          </a:r>
          <a:endParaRPr lang="en-US" sz="1900" kern="1200"/>
        </a:p>
      </dsp:txBody>
      <dsp:txXfrm>
        <a:off x="1058686" y="2293338"/>
        <a:ext cx="9456913" cy="916611"/>
      </dsp:txXfrm>
    </dsp:sp>
    <dsp:sp modelId="{479C1151-63AE-4C3D-AA6D-FA26CC90C5FD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1A31E3-4947-4E17-AD87-260C4CFC3261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5A5F17-3E03-4D13-B979-40BB0AC78139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Enhanced Functionality:</a:t>
          </a:r>
          <a:r>
            <a:rPr lang="en-GB" sz="1900" kern="1200"/>
            <a:t> Through annotations, grouping, test sequencing, and data-driven testing, TestNG provides more powerful and flexible ways to design your test suites</a:t>
          </a:r>
          <a:endParaRPr lang="en-US" sz="1900" kern="1200"/>
        </a:p>
      </dsp:txBody>
      <dsp:txXfrm>
        <a:off x="1058686" y="3439103"/>
        <a:ext cx="9456913" cy="9166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A7C622-D1B1-44B9-BB77-677AFAF096D6}">
      <dsp:nvSpPr>
        <dsp:cNvPr id="0" name=""/>
        <dsp:cNvSpPr/>
      </dsp:nvSpPr>
      <dsp:spPr>
        <a:xfrm>
          <a:off x="1013179" y="195"/>
          <a:ext cx="1974242" cy="118454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Supports object oriented programming</a:t>
          </a:r>
          <a:r>
            <a:rPr lang="en-US" sz="1500" kern="1200"/>
            <a:t>​</a:t>
          </a:r>
        </a:p>
      </dsp:txBody>
      <dsp:txXfrm>
        <a:off x="1013179" y="195"/>
        <a:ext cx="1974242" cy="1184545"/>
      </dsp:txXfrm>
    </dsp:sp>
    <dsp:sp modelId="{9688DCAD-64C1-4AF2-ADB3-77A32986C31A}">
      <dsp:nvSpPr>
        <dsp:cNvPr id="0" name=""/>
        <dsp:cNvSpPr/>
      </dsp:nvSpPr>
      <dsp:spPr>
        <a:xfrm>
          <a:off x="3184845" y="195"/>
          <a:ext cx="1974242" cy="118454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Uses annotation</a:t>
          </a:r>
          <a:r>
            <a:rPr lang="en-US" sz="1500" kern="1200"/>
            <a:t>​</a:t>
          </a:r>
        </a:p>
      </dsp:txBody>
      <dsp:txXfrm>
        <a:off x="3184845" y="195"/>
        <a:ext cx="1974242" cy="1184545"/>
      </dsp:txXfrm>
    </dsp:sp>
    <dsp:sp modelId="{5A23FD82-AF5C-4934-86A2-C501772C3051}">
      <dsp:nvSpPr>
        <dsp:cNvPr id="0" name=""/>
        <dsp:cNvSpPr/>
      </dsp:nvSpPr>
      <dsp:spPr>
        <a:xfrm>
          <a:off x="5356512" y="195"/>
          <a:ext cx="1974242" cy="118454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Prioritizes the task</a:t>
          </a:r>
          <a:r>
            <a:rPr lang="en-US" sz="1500" kern="1200"/>
            <a:t>​</a:t>
          </a:r>
        </a:p>
      </dsp:txBody>
      <dsp:txXfrm>
        <a:off x="5356512" y="195"/>
        <a:ext cx="1974242" cy="1184545"/>
      </dsp:txXfrm>
    </dsp:sp>
    <dsp:sp modelId="{B8774D39-C8A5-4FCE-9B04-CC26F463235E}">
      <dsp:nvSpPr>
        <dsp:cNvPr id="0" name=""/>
        <dsp:cNvSpPr/>
      </dsp:nvSpPr>
      <dsp:spPr>
        <a:xfrm>
          <a:off x="7528178" y="195"/>
          <a:ext cx="1974242" cy="118454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Parameterization</a:t>
          </a:r>
          <a:r>
            <a:rPr lang="en-US" sz="1500" kern="1200"/>
            <a:t>​</a:t>
          </a:r>
        </a:p>
      </dsp:txBody>
      <dsp:txXfrm>
        <a:off x="7528178" y="195"/>
        <a:ext cx="1974242" cy="1184545"/>
      </dsp:txXfrm>
    </dsp:sp>
    <dsp:sp modelId="{99B02732-EF88-4690-BDD4-9E18EA6D6869}">
      <dsp:nvSpPr>
        <dsp:cNvPr id="0" name=""/>
        <dsp:cNvSpPr/>
      </dsp:nvSpPr>
      <dsp:spPr>
        <a:xfrm>
          <a:off x="1013179" y="1382165"/>
          <a:ext cx="1974242" cy="118454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Test Reports</a:t>
          </a:r>
          <a:r>
            <a:rPr lang="en-US" sz="1500" kern="1200"/>
            <a:t>​</a:t>
          </a:r>
        </a:p>
      </dsp:txBody>
      <dsp:txXfrm>
        <a:off x="1013179" y="1382165"/>
        <a:ext cx="1974242" cy="1184545"/>
      </dsp:txXfrm>
    </dsp:sp>
    <dsp:sp modelId="{42BFC8B4-5E1B-474D-AD57-38FBB8E89EDB}">
      <dsp:nvSpPr>
        <dsp:cNvPr id="0" name=""/>
        <dsp:cNvSpPr/>
      </dsp:nvSpPr>
      <dsp:spPr>
        <a:xfrm>
          <a:off x="3184845" y="1382165"/>
          <a:ext cx="1974242" cy="118454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Groups</a:t>
          </a:r>
          <a:r>
            <a:rPr lang="en-US" sz="1500" kern="1200"/>
            <a:t>​</a:t>
          </a:r>
        </a:p>
      </dsp:txBody>
      <dsp:txXfrm>
        <a:off x="3184845" y="1382165"/>
        <a:ext cx="1974242" cy="1184545"/>
      </dsp:txXfrm>
    </dsp:sp>
    <dsp:sp modelId="{E6D73D2E-C185-41B0-85B8-86772B53686C}">
      <dsp:nvSpPr>
        <dsp:cNvPr id="0" name=""/>
        <dsp:cNvSpPr/>
      </dsp:nvSpPr>
      <dsp:spPr>
        <a:xfrm>
          <a:off x="5356512" y="1382165"/>
          <a:ext cx="1974242" cy="118454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XML</a:t>
          </a:r>
          <a:r>
            <a:rPr lang="en-US" sz="1500" kern="1200"/>
            <a:t>​</a:t>
          </a:r>
        </a:p>
      </dsp:txBody>
      <dsp:txXfrm>
        <a:off x="5356512" y="1382165"/>
        <a:ext cx="1974242" cy="1184545"/>
      </dsp:txXfrm>
    </dsp:sp>
    <dsp:sp modelId="{8F197EBC-75E1-485F-8045-ED28F8F10188}">
      <dsp:nvSpPr>
        <dsp:cNvPr id="0" name=""/>
        <dsp:cNvSpPr/>
      </dsp:nvSpPr>
      <dsp:spPr>
        <a:xfrm>
          <a:off x="7528178" y="1382165"/>
          <a:ext cx="1974242" cy="118454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In-built Exception Handling</a:t>
          </a:r>
          <a:r>
            <a:rPr lang="en-US" sz="1500" kern="1200"/>
            <a:t>​</a:t>
          </a:r>
        </a:p>
      </dsp:txBody>
      <dsp:txXfrm>
        <a:off x="7528178" y="1382165"/>
        <a:ext cx="1974242" cy="1184545"/>
      </dsp:txXfrm>
    </dsp:sp>
    <dsp:sp modelId="{9FEC87A4-1B2A-404F-A5CC-58DAF58FECA2}">
      <dsp:nvSpPr>
        <dsp:cNvPr id="0" name=""/>
        <dsp:cNvSpPr/>
      </dsp:nvSpPr>
      <dsp:spPr>
        <a:xfrm>
          <a:off x="3184845" y="2764134"/>
          <a:ext cx="1974242" cy="118454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It covers unit, functional, end-to-end andIntegration testing.</a:t>
          </a:r>
          <a:r>
            <a:rPr lang="en-US" sz="1500" kern="1200"/>
            <a:t>​</a:t>
          </a:r>
        </a:p>
      </dsp:txBody>
      <dsp:txXfrm>
        <a:off x="3184845" y="2764134"/>
        <a:ext cx="1974242" cy="1184545"/>
      </dsp:txXfrm>
    </dsp:sp>
    <dsp:sp modelId="{B092B0A9-787C-4EDD-83AB-5EE36C887934}">
      <dsp:nvSpPr>
        <dsp:cNvPr id="0" name=""/>
        <dsp:cNvSpPr/>
      </dsp:nvSpPr>
      <dsp:spPr>
        <a:xfrm>
          <a:off x="5356512" y="2764134"/>
          <a:ext cx="1974242" cy="118454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Cross browser testing </a:t>
          </a:r>
          <a:r>
            <a:rPr lang="en-US" sz="1500" kern="1200"/>
            <a:t>​</a:t>
          </a:r>
        </a:p>
      </dsp:txBody>
      <dsp:txXfrm>
        <a:off x="5356512" y="2764134"/>
        <a:ext cx="1974242" cy="11845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AA66CF-6151-4F60-AEF2-747109B78A4E}">
      <dsp:nvSpPr>
        <dsp:cNvPr id="0" name=""/>
        <dsp:cNvSpPr/>
      </dsp:nvSpPr>
      <dsp:spPr>
        <a:xfrm>
          <a:off x="585420" y="0"/>
          <a:ext cx="5564602" cy="5564602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27DDA8-2C9F-470D-B3AD-E00DD511A2F9}">
      <dsp:nvSpPr>
        <dsp:cNvPr id="0" name=""/>
        <dsp:cNvSpPr/>
      </dsp:nvSpPr>
      <dsp:spPr>
        <a:xfrm>
          <a:off x="1114057" y="528637"/>
          <a:ext cx="2170194" cy="217019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Parallel testing runs multiple tests simultaneously</a:t>
          </a:r>
          <a:endParaRPr lang="en-US" sz="1800" kern="1200" dirty="0"/>
        </a:p>
      </dsp:txBody>
      <dsp:txXfrm>
        <a:off x="1219997" y="634577"/>
        <a:ext cx="1958314" cy="1958314"/>
      </dsp:txXfrm>
    </dsp:sp>
    <dsp:sp modelId="{9A96ABEA-656A-4C21-ACC7-364B3DC06962}">
      <dsp:nvSpPr>
        <dsp:cNvPr id="0" name=""/>
        <dsp:cNvSpPr/>
      </dsp:nvSpPr>
      <dsp:spPr>
        <a:xfrm>
          <a:off x="3451190" y="528637"/>
          <a:ext cx="2170194" cy="2170194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Reduces total execution time</a:t>
          </a:r>
          <a:endParaRPr lang="en-US" sz="1800" kern="1200"/>
        </a:p>
      </dsp:txBody>
      <dsp:txXfrm>
        <a:off x="3557130" y="634577"/>
        <a:ext cx="1958314" cy="1958314"/>
      </dsp:txXfrm>
    </dsp:sp>
    <dsp:sp modelId="{A4DEBDDE-EE1D-42B2-BF0A-399DB900648C}">
      <dsp:nvSpPr>
        <dsp:cNvPr id="0" name=""/>
        <dsp:cNvSpPr/>
      </dsp:nvSpPr>
      <dsp:spPr>
        <a:xfrm>
          <a:off x="1114057" y="2865770"/>
          <a:ext cx="2170194" cy="2170194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Ideal for large test suites and cross-browser testing</a:t>
          </a:r>
          <a:endParaRPr lang="en-US" sz="1800" kern="1200"/>
        </a:p>
      </dsp:txBody>
      <dsp:txXfrm>
        <a:off x="1219997" y="2971710"/>
        <a:ext cx="1958314" cy="1958314"/>
      </dsp:txXfrm>
    </dsp:sp>
    <dsp:sp modelId="{4662B1D9-EB7A-4B1D-941E-ECBF3CFE83A4}">
      <dsp:nvSpPr>
        <dsp:cNvPr id="0" name=""/>
        <dsp:cNvSpPr/>
      </dsp:nvSpPr>
      <dsp:spPr>
        <a:xfrm>
          <a:off x="3451190" y="2865770"/>
          <a:ext cx="2170194" cy="2170194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TestNG allows parallel execution at multiple levels: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1" kern="1200"/>
            <a:t>Methods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1" kern="1200"/>
            <a:t>Classes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1" kern="1200"/>
            <a:t>Tests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b="1" kern="1200"/>
            <a:t>Instances</a:t>
          </a:r>
          <a:endParaRPr lang="en-US" sz="1800" kern="1200"/>
        </a:p>
      </dsp:txBody>
      <dsp:txXfrm>
        <a:off x="3557130" y="2971710"/>
        <a:ext cx="1958314" cy="19583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E716BD-8F5B-48E7-9818-15903DD1DAB7}">
      <dsp:nvSpPr>
        <dsp:cNvPr id="0" name=""/>
        <dsp:cNvSpPr/>
      </dsp:nvSpPr>
      <dsp:spPr>
        <a:xfrm>
          <a:off x="0" y="550354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Test Scripts: Automated test cases</a:t>
          </a:r>
          <a:endParaRPr lang="en-US" sz="2300" kern="1200"/>
        </a:p>
      </dsp:txBody>
      <dsp:txXfrm>
        <a:off x="27586" y="577940"/>
        <a:ext cx="6611661" cy="509938"/>
      </dsp:txXfrm>
    </dsp:sp>
    <dsp:sp modelId="{7134A4DC-A670-4369-911B-232961F2ECA4}">
      <dsp:nvSpPr>
        <dsp:cNvPr id="0" name=""/>
        <dsp:cNvSpPr/>
      </dsp:nvSpPr>
      <dsp:spPr>
        <a:xfrm>
          <a:off x="0" y="1181704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2025358"/>
                <a:satOff val="-138"/>
                <a:lumOff val="32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025358"/>
                <a:satOff val="-138"/>
                <a:lumOff val="32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025358"/>
                <a:satOff val="-138"/>
                <a:lumOff val="32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Object Repository: Stores UI element</a:t>
          </a:r>
          <a:endParaRPr lang="en-US" sz="2300" kern="1200" dirty="0"/>
        </a:p>
      </dsp:txBody>
      <dsp:txXfrm>
        <a:off x="27586" y="1209290"/>
        <a:ext cx="6611661" cy="509938"/>
      </dsp:txXfrm>
    </dsp:sp>
    <dsp:sp modelId="{115457EC-9E82-4114-A03B-10AA0CD23EEC}">
      <dsp:nvSpPr>
        <dsp:cNvPr id="0" name=""/>
        <dsp:cNvSpPr/>
      </dsp:nvSpPr>
      <dsp:spPr>
        <a:xfrm>
          <a:off x="0" y="1813054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locators</a:t>
          </a:r>
          <a:endParaRPr lang="en-US" sz="2300" kern="1200"/>
        </a:p>
      </dsp:txBody>
      <dsp:txXfrm>
        <a:off x="27586" y="1840640"/>
        <a:ext cx="6611661" cy="509938"/>
      </dsp:txXfrm>
    </dsp:sp>
    <dsp:sp modelId="{9125455A-A550-4A10-BC90-4C942C07CF4F}">
      <dsp:nvSpPr>
        <dsp:cNvPr id="0" name=""/>
        <dsp:cNvSpPr/>
      </dsp:nvSpPr>
      <dsp:spPr>
        <a:xfrm>
          <a:off x="0" y="2444404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Data Sources: Excel, CSV, databases, JSON</a:t>
          </a:r>
          <a:endParaRPr lang="en-US" sz="2300" kern="1200"/>
        </a:p>
      </dsp:txBody>
      <dsp:txXfrm>
        <a:off x="27586" y="2471990"/>
        <a:ext cx="6611661" cy="509938"/>
      </dsp:txXfrm>
    </dsp:sp>
    <dsp:sp modelId="{FD52ABCA-BFFB-4E40-AD02-57157218A0FA}">
      <dsp:nvSpPr>
        <dsp:cNvPr id="0" name=""/>
        <dsp:cNvSpPr/>
      </dsp:nvSpPr>
      <dsp:spPr>
        <a:xfrm>
          <a:off x="0" y="3075754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Utilities: Common functions (e.g., wait, click)</a:t>
          </a:r>
          <a:endParaRPr lang="en-US" sz="2300" kern="1200"/>
        </a:p>
      </dsp:txBody>
      <dsp:txXfrm>
        <a:off x="27586" y="3103340"/>
        <a:ext cx="6611661" cy="509938"/>
      </dsp:txXfrm>
    </dsp:sp>
    <dsp:sp modelId="{A4D2C9B7-A9C1-4665-9C86-4696D9D5BE45}">
      <dsp:nvSpPr>
        <dsp:cNvPr id="0" name=""/>
        <dsp:cNvSpPr/>
      </dsp:nvSpPr>
      <dsp:spPr>
        <a:xfrm>
          <a:off x="0" y="3707105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10126791"/>
                <a:satOff val="-688"/>
                <a:lumOff val="16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126791"/>
                <a:satOff val="-688"/>
                <a:lumOff val="16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126791"/>
                <a:satOff val="-688"/>
                <a:lumOff val="16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Reports: HTML/XML logs and dashboards</a:t>
          </a:r>
          <a:endParaRPr lang="en-US" sz="2300" kern="1200"/>
        </a:p>
      </dsp:txBody>
      <dsp:txXfrm>
        <a:off x="27586" y="3734691"/>
        <a:ext cx="6611661" cy="509938"/>
      </dsp:txXfrm>
    </dsp:sp>
    <dsp:sp modelId="{65F97ED4-CCCA-4A8C-ABDB-72435BB4840C}">
      <dsp:nvSpPr>
        <dsp:cNvPr id="0" name=""/>
        <dsp:cNvSpPr/>
      </dsp:nvSpPr>
      <dsp:spPr>
        <a:xfrm>
          <a:off x="0" y="4338455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Configuration Files: Environment and test settings</a:t>
          </a:r>
          <a:endParaRPr lang="en-US" sz="2300" kern="1200"/>
        </a:p>
      </dsp:txBody>
      <dsp:txXfrm>
        <a:off x="27586" y="4366041"/>
        <a:ext cx="6611661" cy="50993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6C994B-1F8B-4E97-81FE-655E1E6C9049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4FFE33-2345-4EBA-A553-5C30B49799AD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986AA9-3EC5-4F7F-A95A-C33FB990A5BC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When testing same functionality with multiple data sets</a:t>
          </a:r>
          <a:endParaRPr lang="en-US" sz="2500" kern="1200"/>
        </a:p>
      </dsp:txBody>
      <dsp:txXfrm>
        <a:off x="1819120" y="673"/>
        <a:ext cx="4545103" cy="1574995"/>
      </dsp:txXfrm>
    </dsp:sp>
    <dsp:sp modelId="{9D647E9E-A8B7-4A88-AE70-128A42A4FC3E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6938F4-A18E-4776-96F2-F8C54D66A75A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7618F0-0B0E-43B6-A6BD-6B7D1CF80A19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When test data is frequently changing</a:t>
          </a:r>
          <a:endParaRPr lang="en-US" sz="2500" kern="1200"/>
        </a:p>
      </dsp:txBody>
      <dsp:txXfrm>
        <a:off x="1819120" y="1969418"/>
        <a:ext cx="4545103" cy="1574995"/>
      </dsp:txXfrm>
    </dsp:sp>
    <dsp:sp modelId="{20FC11B0-79F6-499D-ADD2-801B367F0C51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AEC995-0B5B-4CAB-A874-9ECE158F74B4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1EFFF-3373-4DE7-A754-C28A4C36C383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For login, registration, form validation scenarios</a:t>
          </a:r>
          <a:endParaRPr lang="en-US" sz="2500" kern="1200"/>
        </a:p>
      </dsp:txBody>
      <dsp:txXfrm>
        <a:off x="1819120" y="3938162"/>
        <a:ext cx="4545103" cy="157499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344D08-7364-4DEA-AA90-461387861B66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27DDDC-2B71-4BDC-8271-ABC1BFB4D5C7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627284-547A-4CF4-B443-91CB1F3EDA04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Non-technical users involved in test case creation</a:t>
          </a:r>
          <a:endParaRPr lang="en-US" sz="2200" kern="1200"/>
        </a:p>
      </dsp:txBody>
      <dsp:txXfrm>
        <a:off x="1339618" y="2288"/>
        <a:ext cx="5024605" cy="1159843"/>
      </dsp:txXfrm>
    </dsp:sp>
    <dsp:sp modelId="{031B5984-2A18-4FD8-94F5-F1C92EEEB3D0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1D8427-FBFF-4C68-BF47-362E42204963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812D63-9744-416F-A153-21977CB2DCF3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Functional testing with repeatable steps</a:t>
          </a:r>
          <a:endParaRPr lang="en-US" sz="2200" kern="1200"/>
        </a:p>
      </dsp:txBody>
      <dsp:txXfrm>
        <a:off x="1339618" y="1452092"/>
        <a:ext cx="5024605" cy="1159843"/>
      </dsp:txXfrm>
    </dsp:sp>
    <dsp:sp modelId="{0CB28856-BF20-42E4-B6A0-AEF5225E7254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502BE8-3A07-4CE7-B9CB-4FE2A45D7858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CF6282-DC5B-4304-BC28-6AA5F257D62D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When steps are modular and reusable</a:t>
          </a:r>
          <a:endParaRPr lang="en-US" sz="2200" kern="1200"/>
        </a:p>
      </dsp:txBody>
      <dsp:txXfrm>
        <a:off x="1339618" y="2901896"/>
        <a:ext cx="5024605" cy="1159843"/>
      </dsp:txXfrm>
    </dsp:sp>
    <dsp:sp modelId="{511728EB-DDA7-41DF-B589-8E27E0DDB042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622DD7-6BDC-430F-86EB-17AE28E0BC83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E9F74-EE6C-4068-8526-0828A89A406D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Integration into CI/CD pipelines</a:t>
          </a:r>
          <a:endParaRPr lang="en-US" sz="2200" kern="1200"/>
        </a:p>
      </dsp:txBody>
      <dsp:txXfrm>
        <a:off x="1339618" y="4351700"/>
        <a:ext cx="5024605" cy="115984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BA87AA-E292-4929-BA5A-228C80BE42E2}">
      <dsp:nvSpPr>
        <dsp:cNvPr id="0" name=""/>
        <dsp:cNvSpPr/>
      </dsp:nvSpPr>
      <dsp:spPr>
        <a:xfrm>
          <a:off x="3082131" y="0"/>
          <a:ext cx="4351338" cy="4351338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3F8EB0-2104-4380-B1BF-6BCB01C80929}">
      <dsp:nvSpPr>
        <dsp:cNvPr id="0" name=""/>
        <dsp:cNvSpPr/>
      </dsp:nvSpPr>
      <dsp:spPr>
        <a:xfrm>
          <a:off x="3364967" y="282836"/>
          <a:ext cx="1740535" cy="17405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Improves test code reusability</a:t>
          </a:r>
          <a:endParaRPr lang="en-US" sz="1700" kern="1200"/>
        </a:p>
      </dsp:txBody>
      <dsp:txXfrm>
        <a:off x="3449933" y="367802"/>
        <a:ext cx="1570603" cy="1570603"/>
      </dsp:txXfrm>
    </dsp:sp>
    <dsp:sp modelId="{21B1598A-3A83-462F-8CEE-68DC40A581FB}">
      <dsp:nvSpPr>
        <dsp:cNvPr id="0" name=""/>
        <dsp:cNvSpPr/>
      </dsp:nvSpPr>
      <dsp:spPr>
        <a:xfrm>
          <a:off x="5410096" y="282836"/>
          <a:ext cx="1740535" cy="174053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Easier bug tracking and debugging</a:t>
          </a:r>
          <a:endParaRPr lang="en-US" sz="1700" kern="1200"/>
        </a:p>
      </dsp:txBody>
      <dsp:txXfrm>
        <a:off x="5495062" y="367802"/>
        <a:ext cx="1570603" cy="1570603"/>
      </dsp:txXfrm>
    </dsp:sp>
    <dsp:sp modelId="{16F9F17B-688C-4368-984D-D2DCCB9737E8}">
      <dsp:nvSpPr>
        <dsp:cNvPr id="0" name=""/>
        <dsp:cNvSpPr/>
      </dsp:nvSpPr>
      <dsp:spPr>
        <a:xfrm>
          <a:off x="3364967" y="2327965"/>
          <a:ext cx="1740535" cy="174053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UI changes impact only corresponding page class</a:t>
          </a:r>
          <a:endParaRPr lang="en-US" sz="1700" kern="1200"/>
        </a:p>
      </dsp:txBody>
      <dsp:txXfrm>
        <a:off x="3449933" y="2412931"/>
        <a:ext cx="1570603" cy="1570603"/>
      </dsp:txXfrm>
    </dsp:sp>
    <dsp:sp modelId="{4469F0C5-654B-4B4B-A024-7F9D267382F9}">
      <dsp:nvSpPr>
        <dsp:cNvPr id="0" name=""/>
        <dsp:cNvSpPr/>
      </dsp:nvSpPr>
      <dsp:spPr>
        <a:xfrm>
          <a:off x="5410096" y="2327965"/>
          <a:ext cx="1740535" cy="17405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Supports integration into hybrid/data-driven frameworks</a:t>
          </a:r>
          <a:endParaRPr lang="en-US" sz="1700" kern="1200"/>
        </a:p>
      </dsp:txBody>
      <dsp:txXfrm>
        <a:off x="5495062" y="2412931"/>
        <a:ext cx="1570603" cy="157060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149619-26A7-4C55-AF67-18940D73FDCE}">
      <dsp:nvSpPr>
        <dsp:cNvPr id="0" name=""/>
        <dsp:cNvSpPr/>
      </dsp:nvSpPr>
      <dsp:spPr>
        <a:xfrm>
          <a:off x="637103" y="0"/>
          <a:ext cx="6285297" cy="6285297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A30C5B-BA49-4389-ADAC-6A5DDDC3B20C}">
      <dsp:nvSpPr>
        <dsp:cNvPr id="0" name=""/>
        <dsp:cNvSpPr/>
      </dsp:nvSpPr>
      <dsp:spPr>
        <a:xfrm>
          <a:off x="1234206" y="597103"/>
          <a:ext cx="2451265" cy="24512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Cleaner and more readable page classes</a:t>
          </a:r>
          <a:endParaRPr lang="en-US" sz="2800" kern="1200"/>
        </a:p>
      </dsp:txBody>
      <dsp:txXfrm>
        <a:off x="1353867" y="716764"/>
        <a:ext cx="2211943" cy="2211943"/>
      </dsp:txXfrm>
    </dsp:sp>
    <dsp:sp modelId="{3609889B-3DC5-47B0-A19E-8A3EA9DAB8F1}">
      <dsp:nvSpPr>
        <dsp:cNvPr id="0" name=""/>
        <dsp:cNvSpPr/>
      </dsp:nvSpPr>
      <dsp:spPr>
        <a:xfrm>
          <a:off x="3874031" y="597103"/>
          <a:ext cx="2451265" cy="24512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Automatic initialization of web elements</a:t>
          </a:r>
          <a:endParaRPr lang="en-US" sz="2800" kern="1200"/>
        </a:p>
      </dsp:txBody>
      <dsp:txXfrm>
        <a:off x="3993692" y="716764"/>
        <a:ext cx="2211943" cy="2211943"/>
      </dsp:txXfrm>
    </dsp:sp>
    <dsp:sp modelId="{4CA883C2-A4AB-45F9-8FC7-4C3795D413F9}">
      <dsp:nvSpPr>
        <dsp:cNvPr id="0" name=""/>
        <dsp:cNvSpPr/>
      </dsp:nvSpPr>
      <dsp:spPr>
        <a:xfrm>
          <a:off x="1234206" y="3236927"/>
          <a:ext cx="2451265" cy="245126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Reduces boilerplate code</a:t>
          </a:r>
          <a:endParaRPr lang="en-US" sz="2800" kern="1200"/>
        </a:p>
      </dsp:txBody>
      <dsp:txXfrm>
        <a:off x="1353867" y="3356588"/>
        <a:ext cx="2211943" cy="2211943"/>
      </dsp:txXfrm>
    </dsp:sp>
    <dsp:sp modelId="{F9DD4F22-1D85-4F45-B0BD-F5EB36218F54}">
      <dsp:nvSpPr>
        <dsp:cNvPr id="0" name=""/>
        <dsp:cNvSpPr/>
      </dsp:nvSpPr>
      <dsp:spPr>
        <a:xfrm>
          <a:off x="3874031" y="3236927"/>
          <a:ext cx="2451265" cy="245126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Supports lazy element loading</a:t>
          </a:r>
          <a:endParaRPr lang="en-US" sz="2800" kern="1200"/>
        </a:p>
      </dsp:txBody>
      <dsp:txXfrm>
        <a:off x="3993692" y="3356588"/>
        <a:ext cx="2211943" cy="221194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F40DE2-900E-4CA4-A64B-41541C74860F}">
      <dsp:nvSpPr>
        <dsp:cNvPr id="0" name=""/>
        <dsp:cNvSpPr/>
      </dsp:nvSpPr>
      <dsp:spPr>
        <a:xfrm>
          <a:off x="282221" y="159118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88A09A-6C99-42A6-8DFB-CF36BAC2E517}">
      <dsp:nvSpPr>
        <dsp:cNvPr id="0" name=""/>
        <dsp:cNvSpPr/>
      </dsp:nvSpPr>
      <dsp:spPr>
        <a:xfrm>
          <a:off x="570337" y="447234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13F887-EED5-411C-B403-85A6D1C9AAF5}">
      <dsp:nvSpPr>
        <dsp:cNvPr id="0" name=""/>
        <dsp:cNvSpPr/>
      </dsp:nvSpPr>
      <dsp:spPr>
        <a:xfrm>
          <a:off x="1948202" y="159118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Open-source test reporting tool</a:t>
          </a:r>
          <a:endParaRPr lang="en-US" sz="2400" kern="1200"/>
        </a:p>
      </dsp:txBody>
      <dsp:txXfrm>
        <a:off x="1948202" y="159118"/>
        <a:ext cx="3233964" cy="1371985"/>
      </dsp:txXfrm>
    </dsp:sp>
    <dsp:sp modelId="{6F34984A-B99C-43EF-96E7-9D1DAE951F9A}">
      <dsp:nvSpPr>
        <dsp:cNvPr id="0" name=""/>
        <dsp:cNvSpPr/>
      </dsp:nvSpPr>
      <dsp:spPr>
        <a:xfrm>
          <a:off x="5745661" y="159118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332A6B-2D29-4918-8616-5DD645825F9B}">
      <dsp:nvSpPr>
        <dsp:cNvPr id="0" name=""/>
        <dsp:cNvSpPr/>
      </dsp:nvSpPr>
      <dsp:spPr>
        <a:xfrm>
          <a:off x="6033778" y="447234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A38332-D533-4A89-AD12-365BFD528EAE}">
      <dsp:nvSpPr>
        <dsp:cNvPr id="0" name=""/>
        <dsp:cNvSpPr/>
      </dsp:nvSpPr>
      <dsp:spPr>
        <a:xfrm>
          <a:off x="7411643" y="159118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Generates interactive HTML reports</a:t>
          </a:r>
          <a:endParaRPr lang="en-US" sz="2400" kern="1200"/>
        </a:p>
      </dsp:txBody>
      <dsp:txXfrm>
        <a:off x="7411643" y="159118"/>
        <a:ext cx="3233964" cy="1371985"/>
      </dsp:txXfrm>
    </dsp:sp>
    <dsp:sp modelId="{FC90C578-69EE-4FA9-B899-0E937C8D66B1}">
      <dsp:nvSpPr>
        <dsp:cNvPr id="0" name=""/>
        <dsp:cNvSpPr/>
      </dsp:nvSpPr>
      <dsp:spPr>
        <a:xfrm>
          <a:off x="282221" y="2158301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AF70F6-91DA-4D80-8197-712B3BF20FFD}">
      <dsp:nvSpPr>
        <dsp:cNvPr id="0" name=""/>
        <dsp:cNvSpPr/>
      </dsp:nvSpPr>
      <dsp:spPr>
        <a:xfrm>
          <a:off x="570337" y="2446418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5E574C-48F5-4CEF-856D-4565FD5D52F4}">
      <dsp:nvSpPr>
        <dsp:cNvPr id="0" name=""/>
        <dsp:cNvSpPr/>
      </dsp:nvSpPr>
      <dsp:spPr>
        <a:xfrm>
          <a:off x="1948202" y="2158301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Supports multiple languages and frameworks</a:t>
          </a:r>
          <a:endParaRPr lang="en-US" sz="2400" kern="1200"/>
        </a:p>
      </dsp:txBody>
      <dsp:txXfrm>
        <a:off x="1948202" y="2158301"/>
        <a:ext cx="3233964" cy="1371985"/>
      </dsp:txXfrm>
    </dsp:sp>
    <dsp:sp modelId="{422382EA-0186-4060-8101-CA4D221B121E}">
      <dsp:nvSpPr>
        <dsp:cNvPr id="0" name=""/>
        <dsp:cNvSpPr/>
      </dsp:nvSpPr>
      <dsp:spPr>
        <a:xfrm>
          <a:off x="5745661" y="2158301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5D622E-517D-42D1-9750-F87DEAB5388B}">
      <dsp:nvSpPr>
        <dsp:cNvPr id="0" name=""/>
        <dsp:cNvSpPr/>
      </dsp:nvSpPr>
      <dsp:spPr>
        <a:xfrm>
          <a:off x="6033778" y="2446418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7828A0-B15C-48B8-BF01-FAFC15867AC9}">
      <dsp:nvSpPr>
        <dsp:cNvPr id="0" name=""/>
        <dsp:cNvSpPr/>
      </dsp:nvSpPr>
      <dsp:spPr>
        <a:xfrm>
          <a:off x="7411643" y="2158301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Easy to integrate with CI/CD pipelines</a:t>
          </a:r>
          <a:endParaRPr lang="en-US" sz="2400" kern="1200"/>
        </a:p>
      </dsp:txBody>
      <dsp:txXfrm>
        <a:off x="7411643" y="2158301"/>
        <a:ext cx="3233964" cy="137198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99DCCB-3BB6-49C7-9C03-498B5CCCDA7D}">
      <dsp:nvSpPr>
        <dsp:cNvPr id="0" name=""/>
        <dsp:cNvSpPr/>
      </dsp:nvSpPr>
      <dsp:spPr>
        <a:xfrm>
          <a:off x="606456" y="0"/>
          <a:ext cx="5453920" cy="545392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D28F0EB-F6D0-4819-9F89-BC58D58536B2}">
      <dsp:nvSpPr>
        <dsp:cNvPr id="0" name=""/>
        <dsp:cNvSpPr/>
      </dsp:nvSpPr>
      <dsp:spPr>
        <a:xfrm>
          <a:off x="1124578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A powerful logging framework for Java</a:t>
          </a:r>
          <a:endParaRPr lang="en-US" sz="2000" kern="1200"/>
        </a:p>
      </dsp:txBody>
      <dsp:txXfrm>
        <a:off x="1228411" y="621955"/>
        <a:ext cx="1919362" cy="1919362"/>
      </dsp:txXfrm>
    </dsp:sp>
    <dsp:sp modelId="{E1D6FD1F-2233-4239-89F3-274E99B35784}">
      <dsp:nvSpPr>
        <dsp:cNvPr id="0" name=""/>
        <dsp:cNvSpPr/>
      </dsp:nvSpPr>
      <dsp:spPr>
        <a:xfrm>
          <a:off x="3415225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Developed by Apache Software Foundation</a:t>
          </a:r>
          <a:endParaRPr lang="en-US" sz="2000" kern="1200"/>
        </a:p>
      </dsp:txBody>
      <dsp:txXfrm>
        <a:off x="3519058" y="621955"/>
        <a:ext cx="1919362" cy="1919362"/>
      </dsp:txXfrm>
    </dsp:sp>
    <dsp:sp modelId="{B0B2D1BB-5A51-401E-A4E1-8FF9A65C00B4}">
      <dsp:nvSpPr>
        <dsp:cNvPr id="0" name=""/>
        <dsp:cNvSpPr/>
      </dsp:nvSpPr>
      <dsp:spPr>
        <a:xfrm>
          <a:off x="1124578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Helps capture runtime information during test execution</a:t>
          </a:r>
          <a:endParaRPr lang="en-US" sz="2000" kern="1200"/>
        </a:p>
      </dsp:txBody>
      <dsp:txXfrm>
        <a:off x="1228411" y="2912601"/>
        <a:ext cx="1919362" cy="1919362"/>
      </dsp:txXfrm>
    </dsp:sp>
    <dsp:sp modelId="{5DAF0796-9A21-4D97-B05E-DDD4113E2F45}">
      <dsp:nvSpPr>
        <dsp:cNvPr id="0" name=""/>
        <dsp:cNvSpPr/>
      </dsp:nvSpPr>
      <dsp:spPr>
        <a:xfrm>
          <a:off x="3415225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Supports multiple output destinations: console, file, database</a:t>
          </a:r>
          <a:endParaRPr lang="en-US" sz="2000" kern="1200"/>
        </a:p>
      </dsp:txBody>
      <dsp:txXfrm>
        <a:off x="3519058" y="2912601"/>
        <a:ext cx="1919362" cy="191936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D36CCB-5DBC-4693-85BF-9B332A3428AB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44EEB46-3255-4A02-A94E-ABA2C6F47464}">
      <dsp:nvSpPr>
        <dsp:cNvPr id="0" name=""/>
        <dsp:cNvSpPr/>
      </dsp:nvSpPr>
      <dsp:spPr>
        <a:xfrm>
          <a:off x="0" y="665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kern="1200"/>
            <a:t>ALL: Logs everything</a:t>
          </a:r>
          <a:endParaRPr lang="en-US" sz="3300" kern="1200"/>
        </a:p>
      </dsp:txBody>
      <dsp:txXfrm>
        <a:off x="0" y="665"/>
        <a:ext cx="6666833" cy="778941"/>
      </dsp:txXfrm>
    </dsp:sp>
    <dsp:sp modelId="{D8F399B9-1F8A-4558-8924-21D709DEA1E2}">
      <dsp:nvSpPr>
        <dsp:cNvPr id="0" name=""/>
        <dsp:cNvSpPr/>
      </dsp:nvSpPr>
      <dsp:spPr>
        <a:xfrm>
          <a:off x="0" y="779606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E79162F-E913-4C0A-BD13-ABEB348DAEFA}">
      <dsp:nvSpPr>
        <dsp:cNvPr id="0" name=""/>
        <dsp:cNvSpPr/>
      </dsp:nvSpPr>
      <dsp:spPr>
        <a:xfrm>
          <a:off x="0" y="779606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kern="1200"/>
            <a:t>DEBUG: Detailed info for debugging</a:t>
          </a:r>
          <a:endParaRPr lang="en-US" sz="3300" kern="1200"/>
        </a:p>
      </dsp:txBody>
      <dsp:txXfrm>
        <a:off x="0" y="779606"/>
        <a:ext cx="6666833" cy="778941"/>
      </dsp:txXfrm>
    </dsp:sp>
    <dsp:sp modelId="{35A99573-C421-444F-8956-33898747A4B0}">
      <dsp:nvSpPr>
        <dsp:cNvPr id="0" name=""/>
        <dsp:cNvSpPr/>
      </dsp:nvSpPr>
      <dsp:spPr>
        <a:xfrm>
          <a:off x="0" y="1558548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30D5442-7E74-46DD-8A31-7C63FF6F0DC8}">
      <dsp:nvSpPr>
        <dsp:cNvPr id="0" name=""/>
        <dsp:cNvSpPr/>
      </dsp:nvSpPr>
      <dsp:spPr>
        <a:xfrm>
          <a:off x="0" y="1558548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kern="1200"/>
            <a:t>INFO: General runtime information</a:t>
          </a:r>
          <a:endParaRPr lang="en-US" sz="3300" kern="1200"/>
        </a:p>
      </dsp:txBody>
      <dsp:txXfrm>
        <a:off x="0" y="1558548"/>
        <a:ext cx="6666833" cy="778941"/>
      </dsp:txXfrm>
    </dsp:sp>
    <dsp:sp modelId="{8F640BE8-A96F-4E66-A5BA-0D49306D6F3D}">
      <dsp:nvSpPr>
        <dsp:cNvPr id="0" name=""/>
        <dsp:cNvSpPr/>
      </dsp:nvSpPr>
      <dsp:spPr>
        <a:xfrm>
          <a:off x="0" y="2337489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4A6A332-F872-46F6-BF86-C40FF091509C}">
      <dsp:nvSpPr>
        <dsp:cNvPr id="0" name=""/>
        <dsp:cNvSpPr/>
      </dsp:nvSpPr>
      <dsp:spPr>
        <a:xfrm>
          <a:off x="0" y="2337489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kern="1200"/>
            <a:t>WARN: Potential issues</a:t>
          </a:r>
          <a:endParaRPr lang="en-US" sz="3300" kern="1200"/>
        </a:p>
      </dsp:txBody>
      <dsp:txXfrm>
        <a:off x="0" y="2337489"/>
        <a:ext cx="6666833" cy="778941"/>
      </dsp:txXfrm>
    </dsp:sp>
    <dsp:sp modelId="{591BA443-B122-4C1F-9136-1D7B6A642BC4}">
      <dsp:nvSpPr>
        <dsp:cNvPr id="0" name=""/>
        <dsp:cNvSpPr/>
      </dsp:nvSpPr>
      <dsp:spPr>
        <a:xfrm>
          <a:off x="0" y="311643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8DCC038-361C-4513-9CCC-37384C4ED118}">
      <dsp:nvSpPr>
        <dsp:cNvPr id="0" name=""/>
        <dsp:cNvSpPr/>
      </dsp:nvSpPr>
      <dsp:spPr>
        <a:xfrm>
          <a:off x="0" y="3116430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kern="1200"/>
            <a:t>ERROR: Serious problems</a:t>
          </a:r>
          <a:endParaRPr lang="en-US" sz="3300" kern="1200"/>
        </a:p>
      </dsp:txBody>
      <dsp:txXfrm>
        <a:off x="0" y="3116430"/>
        <a:ext cx="6666833" cy="778941"/>
      </dsp:txXfrm>
    </dsp:sp>
    <dsp:sp modelId="{9993373B-DF16-40C6-8CC7-3E955AFC0771}">
      <dsp:nvSpPr>
        <dsp:cNvPr id="0" name=""/>
        <dsp:cNvSpPr/>
      </dsp:nvSpPr>
      <dsp:spPr>
        <a:xfrm>
          <a:off x="0" y="3895371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9CAD3F4-5F72-418A-A3D5-8AAAFF8209CF}">
      <dsp:nvSpPr>
        <dsp:cNvPr id="0" name=""/>
        <dsp:cNvSpPr/>
      </dsp:nvSpPr>
      <dsp:spPr>
        <a:xfrm>
          <a:off x="0" y="3895371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kern="1200"/>
            <a:t>FATAL: Critical errors causing crash</a:t>
          </a:r>
          <a:endParaRPr lang="en-US" sz="3300" kern="1200"/>
        </a:p>
      </dsp:txBody>
      <dsp:txXfrm>
        <a:off x="0" y="3895371"/>
        <a:ext cx="6666833" cy="778941"/>
      </dsp:txXfrm>
    </dsp:sp>
    <dsp:sp modelId="{8F378540-E6AF-4E44-9505-D1056925683A}">
      <dsp:nvSpPr>
        <dsp:cNvPr id="0" name=""/>
        <dsp:cNvSpPr/>
      </dsp:nvSpPr>
      <dsp:spPr>
        <a:xfrm>
          <a:off x="0" y="467431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C388A50-7776-4FAF-86C0-9F3B2C2B40FA}">
      <dsp:nvSpPr>
        <dsp:cNvPr id="0" name=""/>
        <dsp:cNvSpPr/>
      </dsp:nvSpPr>
      <dsp:spPr>
        <a:xfrm>
          <a:off x="0" y="4674313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kern="1200"/>
            <a:t>OFF: Disables logging</a:t>
          </a:r>
          <a:endParaRPr lang="en-US" sz="3300" kern="1200"/>
        </a:p>
      </dsp:txBody>
      <dsp:txXfrm>
        <a:off x="0" y="4674313"/>
        <a:ext cx="6666833" cy="77894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0D81F2-4A5C-48D3-99C8-199104E6A717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32AF5C-9D35-42AB-B94D-5FA1F43E6109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Listeners are interfaces that monitor test execution events</a:t>
          </a:r>
          <a:endParaRPr lang="en-US" sz="2600" kern="1200"/>
        </a:p>
      </dsp:txBody>
      <dsp:txXfrm>
        <a:off x="378614" y="886531"/>
        <a:ext cx="2810360" cy="1744948"/>
      </dsp:txXfrm>
    </dsp:sp>
    <dsp:sp modelId="{0E60B958-8E3C-4728-AEF5-E34B203442F8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835B3-C16E-44ED-94EE-1C215E8D1032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They allow custom actions when tests start, pass, fail, or skip</a:t>
          </a:r>
          <a:endParaRPr lang="en-US" sz="2600" kern="1200"/>
        </a:p>
      </dsp:txBody>
      <dsp:txXfrm>
        <a:off x="3946203" y="886531"/>
        <a:ext cx="2810360" cy="1744948"/>
      </dsp:txXfrm>
    </dsp:sp>
    <dsp:sp modelId="{ABD8F93C-D7A6-4E14-A452-C6D05148F71C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C8F88F-9270-4644-9A41-4E8C662E00A5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Useful for logging, reporting, retrying, and debugging</a:t>
          </a:r>
          <a:endParaRPr lang="en-US" sz="2600" kern="1200"/>
        </a:p>
      </dsp:txBody>
      <dsp:txXfrm>
        <a:off x="7513791" y="886531"/>
        <a:ext cx="2810360" cy="174494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343CE3-57C8-4749-AFD1-F1CF9FCA4653}">
      <dsp:nvSpPr>
        <dsp:cNvPr id="0" name=""/>
        <dsp:cNvSpPr/>
      </dsp:nvSpPr>
      <dsp:spPr>
        <a:xfrm>
          <a:off x="2075688" y="1394"/>
          <a:ext cx="8302752" cy="61204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096" tIns="155459" rIns="161096" bIns="155459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Capture screenshots on failure</a:t>
          </a:r>
        </a:p>
      </dsp:txBody>
      <dsp:txXfrm>
        <a:off x="2075688" y="1394"/>
        <a:ext cx="8302752" cy="612044"/>
      </dsp:txXfrm>
    </dsp:sp>
    <dsp:sp modelId="{B944439E-21DA-4F96-8F96-B3582F4CB74A}">
      <dsp:nvSpPr>
        <dsp:cNvPr id="0" name=""/>
        <dsp:cNvSpPr/>
      </dsp:nvSpPr>
      <dsp:spPr>
        <a:xfrm>
          <a:off x="0" y="1394"/>
          <a:ext cx="2075688" cy="61204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38" tIns="60456" rIns="109838" bIns="60456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Capture</a:t>
          </a:r>
        </a:p>
      </dsp:txBody>
      <dsp:txXfrm>
        <a:off x="0" y="1394"/>
        <a:ext cx="2075688" cy="612044"/>
      </dsp:txXfrm>
    </dsp:sp>
    <dsp:sp modelId="{5641CA04-3138-4AC2-BEB4-ED78D17533F6}">
      <dsp:nvSpPr>
        <dsp:cNvPr id="0" name=""/>
        <dsp:cNvSpPr/>
      </dsp:nvSpPr>
      <dsp:spPr>
        <a:xfrm>
          <a:off x="2075688" y="650161"/>
          <a:ext cx="8302752" cy="612044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096" tIns="155459" rIns="161096" bIns="155459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Generate custom reports (e.g., Extent Reports)</a:t>
          </a:r>
        </a:p>
      </dsp:txBody>
      <dsp:txXfrm>
        <a:off x="2075688" y="650161"/>
        <a:ext cx="8302752" cy="612044"/>
      </dsp:txXfrm>
    </dsp:sp>
    <dsp:sp modelId="{9575B2AB-2CFA-4A12-A26D-F1EADB269E7D}">
      <dsp:nvSpPr>
        <dsp:cNvPr id="0" name=""/>
        <dsp:cNvSpPr/>
      </dsp:nvSpPr>
      <dsp:spPr>
        <a:xfrm>
          <a:off x="0" y="650161"/>
          <a:ext cx="2075688" cy="61204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38" tIns="60456" rIns="109838" bIns="60456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Generate</a:t>
          </a:r>
        </a:p>
      </dsp:txBody>
      <dsp:txXfrm>
        <a:off x="0" y="650161"/>
        <a:ext cx="2075688" cy="612044"/>
      </dsp:txXfrm>
    </dsp:sp>
    <dsp:sp modelId="{6560235C-7D5D-4B2A-B634-A3F7EB73E03C}">
      <dsp:nvSpPr>
        <dsp:cNvPr id="0" name=""/>
        <dsp:cNvSpPr/>
      </dsp:nvSpPr>
      <dsp:spPr>
        <a:xfrm>
          <a:off x="2075688" y="1298928"/>
          <a:ext cx="8302752" cy="612044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096" tIns="155459" rIns="161096" bIns="155459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Retry failed tests automatically</a:t>
          </a:r>
        </a:p>
      </dsp:txBody>
      <dsp:txXfrm>
        <a:off x="2075688" y="1298928"/>
        <a:ext cx="8302752" cy="612044"/>
      </dsp:txXfrm>
    </dsp:sp>
    <dsp:sp modelId="{6FA39550-F469-46C1-8242-4D8DA0AD0EDA}">
      <dsp:nvSpPr>
        <dsp:cNvPr id="0" name=""/>
        <dsp:cNvSpPr/>
      </dsp:nvSpPr>
      <dsp:spPr>
        <a:xfrm>
          <a:off x="0" y="1298928"/>
          <a:ext cx="2075688" cy="61204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38" tIns="60456" rIns="109838" bIns="60456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Retry</a:t>
          </a:r>
        </a:p>
      </dsp:txBody>
      <dsp:txXfrm>
        <a:off x="0" y="1298928"/>
        <a:ext cx="2075688" cy="612044"/>
      </dsp:txXfrm>
    </dsp:sp>
    <dsp:sp modelId="{D2FA6030-E876-4D15-AB5C-BBC41B12A1EA}">
      <dsp:nvSpPr>
        <dsp:cNvPr id="0" name=""/>
        <dsp:cNvSpPr/>
      </dsp:nvSpPr>
      <dsp:spPr>
        <a:xfrm>
          <a:off x="2075688" y="1947695"/>
          <a:ext cx="8302752" cy="612044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096" tIns="155459" rIns="161096" bIns="155459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Log test steps and exceptions</a:t>
          </a:r>
        </a:p>
      </dsp:txBody>
      <dsp:txXfrm>
        <a:off x="2075688" y="1947695"/>
        <a:ext cx="8302752" cy="612044"/>
      </dsp:txXfrm>
    </dsp:sp>
    <dsp:sp modelId="{A7EF74BB-C9E5-4873-A6A9-1022928B2ACC}">
      <dsp:nvSpPr>
        <dsp:cNvPr id="0" name=""/>
        <dsp:cNvSpPr/>
      </dsp:nvSpPr>
      <dsp:spPr>
        <a:xfrm>
          <a:off x="0" y="1947695"/>
          <a:ext cx="2075688" cy="61204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38" tIns="60456" rIns="109838" bIns="60456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Log</a:t>
          </a:r>
        </a:p>
      </dsp:txBody>
      <dsp:txXfrm>
        <a:off x="0" y="1947695"/>
        <a:ext cx="2075688" cy="612044"/>
      </dsp:txXfrm>
    </dsp:sp>
    <dsp:sp modelId="{DDE44C84-28D7-4664-9E70-7773ABC9DC19}">
      <dsp:nvSpPr>
        <dsp:cNvPr id="0" name=""/>
        <dsp:cNvSpPr/>
      </dsp:nvSpPr>
      <dsp:spPr>
        <a:xfrm>
          <a:off x="2075688" y="2596462"/>
          <a:ext cx="8302752" cy="612044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096" tIns="155459" rIns="161096" bIns="155459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Track test lifecycle events</a:t>
          </a:r>
        </a:p>
      </dsp:txBody>
      <dsp:txXfrm>
        <a:off x="2075688" y="2596462"/>
        <a:ext cx="8302752" cy="612044"/>
      </dsp:txXfrm>
    </dsp:sp>
    <dsp:sp modelId="{E57229A3-81B9-432F-8362-BE645C48398E}">
      <dsp:nvSpPr>
        <dsp:cNvPr id="0" name=""/>
        <dsp:cNvSpPr/>
      </dsp:nvSpPr>
      <dsp:spPr>
        <a:xfrm>
          <a:off x="0" y="2596462"/>
          <a:ext cx="2075688" cy="61204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38" tIns="60456" rIns="109838" bIns="60456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Track</a:t>
          </a:r>
        </a:p>
      </dsp:txBody>
      <dsp:txXfrm>
        <a:off x="0" y="2596462"/>
        <a:ext cx="2075688" cy="6120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74039B-783F-42F8-A3DE-1291167A4DD7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84C575-6C3F-4341-943C-6B120F252F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716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4C575-6C3F-4341-943C-6B120F252F68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17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2727E-A888-8F10-D9E6-32BD93993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AF9AE7-FA09-BD65-6FEC-E5FD501F5F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2EF5C-8FF8-C8DD-C16A-0EB682BB3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D057-BFD0-4C3D-9892-A2C1EDED473F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02546-BAB8-26DB-7DAE-E4AE1A117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8ACB0-A5F9-D1DF-9923-9FEB18EC8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C62C-B4A1-469B-BD22-986F65B8C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47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5F2D8-38DF-FC06-F7F3-12F493F48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26DB7-5BDF-2DD2-EAD6-A38746E16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15E20-9CF7-BD0D-F2D2-5679210AA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D057-BFD0-4C3D-9892-A2C1EDED473F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A159D-89AD-E8F0-7A52-C0ECC36D6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1B737-2B62-E31B-819C-06B4CC0A0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C62C-B4A1-469B-BD22-986F65B8C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849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25F4A-56A7-0293-0A00-C523E2B12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E93CC-AEC4-8E4D-4C45-FF0BE5EEB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C721D-BD81-4A12-5F29-BB72F1C7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D057-BFD0-4C3D-9892-A2C1EDED473F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34398-A083-3FDD-E7B8-C904A01D5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5CD27-A171-8C81-CD5C-80668E729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C62C-B4A1-469B-BD22-986F65B8C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877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BE1C2-9EE3-95AA-0EA7-D241904A9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92EE3-3654-B6CB-92ED-8B2AC8CC1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F5F4B7-4C9C-CC86-C6B7-E3D2F2AAEC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07050-55D7-BCF2-326A-47A74D463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D057-BFD0-4C3D-9892-A2C1EDED473F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09D454-BF7A-EDAC-DB10-284A7BB7B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E86631-093D-9AA5-46BC-2A4492279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C62C-B4A1-469B-BD22-986F65B8C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627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F23B8-D402-C52C-8F8E-0F9C85663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8FCFB-5DBE-BAA9-CD67-4BF98DE38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D4BC9C-EEF2-BD75-FEF1-2C4D17328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BDF379-6F8C-9AB4-A3E7-3D9D8D8D8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066F9E-4049-E6D7-14C5-6BCFC9FB00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C3BBD5-9795-1527-C5F7-D6890917F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D057-BFD0-4C3D-9892-A2C1EDED473F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0B54EE-1A96-ECBB-10C2-38F2CE89A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30E27B-EF68-0B62-E261-48C8514C4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C62C-B4A1-469B-BD22-986F65B8C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880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CC1D9-1AE1-F09F-9488-CC48A4520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697520-DB81-0162-225E-27F09915C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D057-BFD0-4C3D-9892-A2C1EDED473F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642834-4C83-41A4-F12C-21B92D0C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C12019-FD66-6920-CD39-95EEE5A87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C62C-B4A1-469B-BD22-986F65B8C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178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86F88F-8CFD-AE3F-CB83-B4ECDC149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D057-BFD0-4C3D-9892-A2C1EDED473F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44233E-2957-937B-502F-684611AAD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FF81B-BCAB-DED6-DCE9-41A16A24E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C62C-B4A1-469B-BD22-986F65B8C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316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26126-99E1-7BDA-3DD1-A5757C20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7C646-415B-45F6-1CAE-D19645196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E89F54-FB54-C1E9-3D3E-E0F5878D5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7F75F-0221-0F65-B138-12AD9A906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D057-BFD0-4C3D-9892-A2C1EDED473F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FF90C-E01A-C315-7C4F-1D588A409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DCDCF-6E78-9EC0-A0B7-37CC535C9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C62C-B4A1-469B-BD22-986F65B8C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097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AB88B-20C0-6B34-EA34-AE1FB2CDA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4C825-5FE8-BEE5-D33E-2A3156530E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BF8BF2-0FF7-56F4-120B-A35F48F70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3066F-D926-5893-933C-1A39AED16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D057-BFD0-4C3D-9892-A2C1EDED473F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4CAE5B-C7CF-3BA0-A13B-8516C1EB6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2A8E7-8461-B240-D8F4-0ED4E97A5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C62C-B4A1-469B-BD22-986F65B8C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015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17953-7AE9-0B83-C7F6-202098AED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2A3274-4133-7F6E-D7E8-80AAE80B0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73580-3B74-927D-96A8-011CE7053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D057-BFD0-4C3D-9892-A2C1EDED473F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B6840-9366-5217-A34E-8BA56C8A9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819B6-BAA8-5DC8-A30D-42AD99D99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C62C-B4A1-469B-BD22-986F65B8C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573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37BA0B-45DC-F5B3-EF1C-DCF2B8B4A4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46368B-B74F-F4E8-CBC8-6C84091EF9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2D1E0-D4AA-D35D-830C-43062E737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D057-BFD0-4C3D-9892-A2C1EDED473F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4B310-7301-C22D-50D0-3021CD170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8BD67-0939-2809-0279-6039CFAB8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6C62C-B4A1-469B-BD22-986F65B8C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671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49956B-BD5F-27FE-B463-E2F589016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DC6D7-095C-2AF9-228E-AFA682663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E5370-B4B3-15C0-81B4-8FADA9ADF6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D4D057-BFD0-4C3D-9892-A2C1EDED473F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BA3BD-9B98-64D9-B80A-A51320751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021EA-051A-CAB0-232A-184E5C4C11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96C62C-B4A1-469B-BD22-986F65B8C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406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342171-2B84-DCB5-2B59-B5570FFF8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578" y="1515669"/>
            <a:ext cx="9664846" cy="364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75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C1202F-F90C-9EB7-2DA3-9E530741B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GB" dirty="0"/>
              <a:t>TestNG – An Introduction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7A07C2-6DA7-E86E-D792-9410634D34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8195800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2097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8A1F06-BC1E-E774-F767-6EDA267DF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Features of TestNG</a:t>
            </a:r>
            <a:endParaRPr lang="en-IN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B749B0-CA0E-65F4-94B2-0567E7F838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0754649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7951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C1277-C695-6C88-0C0B-5EBFA5F70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5000"/>
              <a:t>TestNG Annotations</a:t>
            </a:r>
            <a:endParaRPr lang="en-IN" sz="5000"/>
          </a:p>
        </p:txBody>
      </p:sp>
      <p:sp>
        <p:nvSpPr>
          <p:cNvPr id="103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015DC-C207-7172-46D2-960023F96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4556760" cy="3410712"/>
          </a:xfrm>
        </p:spPr>
        <p:txBody>
          <a:bodyPr anchor="t">
            <a:normAutofit/>
          </a:bodyPr>
          <a:lstStyle/>
          <a:p>
            <a:r>
              <a:rPr lang="en-GB" sz="2000" dirty="0"/>
              <a:t>Annotations are metadata tags prefixed with @ that tell TestNG how to handle methods during test execution</a:t>
            </a:r>
          </a:p>
          <a:p>
            <a:r>
              <a:rPr lang="en-GB" sz="2000" dirty="0"/>
              <a:t>They define the execution flow, setup/teardown routines, grouping, parameterization, and more</a:t>
            </a:r>
          </a:p>
        </p:txBody>
      </p:sp>
      <p:pic>
        <p:nvPicPr>
          <p:cNvPr id="1027" name="Picture 3" descr="TestNG Annotations with Example - Scientech Easy">
            <a:extLst>
              <a:ext uri="{FF2B5EF4-FFF2-40B4-BE49-F238E27FC236}">
                <a16:creationId xmlns:a16="http://schemas.microsoft.com/office/drawing/2014/main" id="{DAB75F29-8F53-8EA3-46CA-DCE8D87E8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87696" y="1159402"/>
            <a:ext cx="6903720" cy="4539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8786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BF872B-C109-2DCE-8C63-56FDCF02F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</a:rPr>
              <a:t>TestNG Annotations</a:t>
            </a:r>
            <a:endParaRPr lang="en-IN" sz="4000" dirty="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E6B5DF-C69E-715F-CDC4-0D5CE4FE94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5461020"/>
              </p:ext>
            </p:extLst>
          </p:nvPr>
        </p:nvGraphicFramePr>
        <p:xfrm>
          <a:off x="0" y="1544688"/>
          <a:ext cx="12191997" cy="5159428"/>
        </p:xfrm>
        <a:graphic>
          <a:graphicData uri="http://schemas.openxmlformats.org/drawingml/2006/table">
            <a:tbl>
              <a:tblPr/>
              <a:tblGrid>
                <a:gridCol w="1801120">
                  <a:extLst>
                    <a:ext uri="{9D8B030D-6E8A-4147-A177-3AD203B41FA5}">
                      <a16:colId xmlns:a16="http://schemas.microsoft.com/office/drawing/2014/main" val="1941781862"/>
                    </a:ext>
                  </a:extLst>
                </a:gridCol>
                <a:gridCol w="4570653">
                  <a:extLst>
                    <a:ext uri="{9D8B030D-6E8A-4147-A177-3AD203B41FA5}">
                      <a16:colId xmlns:a16="http://schemas.microsoft.com/office/drawing/2014/main" val="775892878"/>
                    </a:ext>
                  </a:extLst>
                </a:gridCol>
                <a:gridCol w="5820224">
                  <a:extLst>
                    <a:ext uri="{9D8B030D-6E8A-4147-A177-3AD203B41FA5}">
                      <a16:colId xmlns:a16="http://schemas.microsoft.com/office/drawing/2014/main" val="726734196"/>
                    </a:ext>
                  </a:extLst>
                </a:gridCol>
              </a:tblGrid>
              <a:tr h="3109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Annotation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Purpose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Example Usage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551989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@BeforeSuite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Runs </a:t>
                      </a:r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once before</a:t>
                      </a: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all tests in the suite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@BeforeSuite public void setupSuite() {}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217150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@AfterSuite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Runs </a:t>
                      </a:r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once after</a:t>
                      </a: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all tests in the suite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@AfterSuite public void tearDownSuite() {}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502115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@BeforeTest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Runs before any test method in </a:t>
                      </a: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&lt;test&gt;</a:t>
                      </a: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tag in </a:t>
                      </a: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testng.xml</a:t>
                      </a:r>
                      <a:endParaRPr lang="en-GB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@BeforeTest public void setupTest() {}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5171201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@AfterTest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Runs after all test methods in </a:t>
                      </a: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&lt;test&gt;</a:t>
                      </a: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tag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@AfterTest public void tearDownTest() {}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911424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@BeforeClass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Runs before the first method in the current class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@BeforeClass public void setupClass() {}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2658628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@AfterClass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Runs after all methods in the current class</a:t>
                      </a:r>
                      <a:endParaRPr lang="en-GB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@AfterClass public void tearDownClass() {}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972898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@BeforeMethod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Runs before </a:t>
                      </a:r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each</a:t>
                      </a: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test method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@BeforeMethod public void setupMethod() {}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9714069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@AfterMethod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Runs after </a:t>
                      </a:r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each</a:t>
                      </a: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test method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@AfterMethod public void tearDownMethod() {}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392046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@Test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Marks a method as a test case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@Test public void testLogin() {}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991856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@DataProvider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Supplies data to a test method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@DataProvider(name="data") public Object[][] getData() {}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083215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@Parameters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Passes parameters from </a:t>
                      </a: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testng.xml</a:t>
                      </a: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to test methods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@Parameters({"username"}) public void testUser(String username) {}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248769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@BeforeGroups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Runs before any test method in specified group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@BeforeGroups("regression") public void setupGroup() {}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591313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@AfterGroups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Runs after all test methods in specified group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@AfterGroups("regression") public void tearDownGroup() {}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91165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@Listeners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Registers custom listeners for logging/reporting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@Listeners(MyListener.class)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524046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@Factory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Dynamically creates test class instances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@Factory public Object[] createTests() {}</a:t>
                      </a:r>
                      <a:endParaRPr lang="en-IN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03" marR="7903" marT="79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8873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1175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93954A-B4E4-9C4B-E5E3-EC6698A37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Enabling and Disabling tests in TestNG</a:t>
            </a: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C053D-D16C-6741-4BDC-F99E6D168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fontAlgn="base"/>
            <a:r>
              <a:rPr lang="en-US" sz="2000" b="1" dirty="0">
                <a:highlight>
                  <a:srgbClr val="FFFF00"/>
                </a:highlight>
              </a:rPr>
              <a:t>@Test(enabled = true) </a:t>
            </a:r>
            <a:r>
              <a:rPr lang="en-US" sz="2000" dirty="0"/>
              <a:t>// This is used to run/execute the test method​</a:t>
            </a:r>
          </a:p>
          <a:p>
            <a:pPr marL="0" indent="0" fontAlgn="base">
              <a:buNone/>
            </a:pPr>
            <a:r>
              <a:rPr lang="en-US" sz="2000" i="1" dirty="0"/>
              <a:t>Public void method1(){​</a:t>
            </a:r>
          </a:p>
          <a:p>
            <a:pPr marL="0" indent="0" fontAlgn="base">
              <a:buNone/>
            </a:pPr>
            <a:r>
              <a:rPr lang="en-US" sz="2000" i="1" dirty="0"/>
              <a:t>----​</a:t>
            </a:r>
          </a:p>
          <a:p>
            <a:pPr marL="0" indent="0" fontAlgn="base">
              <a:buNone/>
            </a:pPr>
            <a:r>
              <a:rPr lang="en-US" sz="2000" i="1" dirty="0"/>
              <a:t>}​</a:t>
            </a:r>
          </a:p>
          <a:p>
            <a:pPr marL="0" indent="0" fontAlgn="base">
              <a:buNone/>
            </a:pPr>
            <a:endParaRPr lang="en-US" sz="2000" dirty="0"/>
          </a:p>
          <a:p>
            <a:pPr fontAlgn="base"/>
            <a:r>
              <a:rPr lang="en-US" sz="2000" b="1" dirty="0">
                <a:highlight>
                  <a:srgbClr val="FFFF00"/>
                </a:highlight>
              </a:rPr>
              <a:t>@Test(enabled = false) </a:t>
            </a:r>
            <a:r>
              <a:rPr lang="en-US" sz="2000" dirty="0"/>
              <a:t>//This is used to skip/ignore the test method​</a:t>
            </a:r>
          </a:p>
          <a:p>
            <a:pPr marL="0" indent="0" fontAlgn="base">
              <a:buNone/>
            </a:pPr>
            <a:r>
              <a:rPr lang="en-US" sz="2000" i="1" dirty="0"/>
              <a:t>Public void method2(){​</a:t>
            </a:r>
          </a:p>
          <a:p>
            <a:pPr marL="0" indent="0" fontAlgn="base">
              <a:buNone/>
            </a:pPr>
            <a:r>
              <a:rPr lang="en-US" sz="2000" i="1" dirty="0"/>
              <a:t>----​</a:t>
            </a:r>
          </a:p>
          <a:p>
            <a:pPr marL="0" indent="0" fontAlgn="base">
              <a:buNone/>
            </a:pPr>
            <a:r>
              <a:rPr lang="en-US" sz="2000" i="1" dirty="0"/>
              <a:t>}​</a:t>
            </a:r>
          </a:p>
          <a:p>
            <a:pPr marL="0" indent="0" fontAlgn="base">
              <a:buNone/>
            </a:pPr>
            <a:r>
              <a:rPr lang="en-US" sz="2000" dirty="0"/>
              <a:t>​</a:t>
            </a:r>
          </a:p>
          <a:p>
            <a:pPr marL="0" indent="0" fontAlgn="base">
              <a:buNone/>
            </a:pPr>
            <a:r>
              <a:rPr lang="en-US" sz="2000" dirty="0"/>
              <a:t>By default, TestNG considers enabled=true​</a:t>
            </a:r>
          </a:p>
          <a:p>
            <a:pPr marL="0" indent="0" fontAlgn="base">
              <a:buNone/>
            </a:pPr>
            <a:r>
              <a:rPr lang="en-US" sz="2000" dirty="0"/>
              <a:t>This helps in efficiency of the test.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02861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DE4D39-4BC1-DF30-AC9C-4CA9BF248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TestNG Prioritization</a:t>
            </a: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DD1F7-E33C-2B4A-B000-3A184093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3230" y="60960"/>
            <a:ext cx="6498005" cy="663375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nl-NL" sz="2000" b="1" dirty="0"/>
              <a:t>Syntax:</a:t>
            </a:r>
          </a:p>
          <a:p>
            <a:pPr marL="0" indent="0">
              <a:buNone/>
            </a:pPr>
            <a:r>
              <a:rPr lang="nl-NL" sz="2000" b="1" dirty="0">
                <a:highlight>
                  <a:srgbClr val="FFFF00"/>
                </a:highlight>
              </a:rPr>
              <a:t>@Test(priority=0)​</a:t>
            </a:r>
          </a:p>
          <a:p>
            <a:pPr marL="0" indent="0">
              <a:buNone/>
            </a:pPr>
            <a:r>
              <a:rPr lang="nl-NL" sz="2000" i="1" dirty="0"/>
              <a:t>public void method(){​}​</a:t>
            </a:r>
          </a:p>
          <a:p>
            <a:pPr marL="0" indent="0">
              <a:buNone/>
            </a:pPr>
            <a:endParaRPr lang="nl-NL" sz="2000" dirty="0"/>
          </a:p>
          <a:p>
            <a:pPr fontAlgn="base"/>
            <a:r>
              <a:rPr lang="en-US" sz="2000" dirty="0"/>
              <a:t>If test priority is not mentioned, then the default priority is “0”.​</a:t>
            </a:r>
          </a:p>
          <a:p>
            <a:pPr fontAlgn="base"/>
            <a:r>
              <a:rPr lang="en-US" sz="2000" dirty="0"/>
              <a:t>If priority is set for one method in test suite, it is mandatory to set the priority for other methods as well. ​</a:t>
            </a:r>
          </a:p>
          <a:p>
            <a:pPr fontAlgn="base"/>
            <a:r>
              <a:rPr lang="en-US" sz="2000" dirty="0"/>
              <a:t>Negative priority is acceptable in TestNG​</a:t>
            </a:r>
          </a:p>
          <a:p>
            <a:pPr fontAlgn="base"/>
            <a:r>
              <a:rPr lang="en-US" sz="2000" dirty="0"/>
              <a:t>The methods can have same priority - these case TestNG will execute the methods in alphabetical order of method name.​</a:t>
            </a:r>
          </a:p>
          <a:p>
            <a:pPr fontAlgn="base"/>
            <a:r>
              <a:rPr lang="en-US" sz="2000" dirty="0"/>
              <a:t>A lower priority value means the test will execute earlier.​</a:t>
            </a:r>
          </a:p>
          <a:p>
            <a:pPr fontAlgn="base"/>
            <a:r>
              <a:rPr lang="en-US" sz="2000" dirty="0"/>
              <a:t>A higher value will push the test to execute later.</a:t>
            </a:r>
            <a:r>
              <a:rPr lang="en-IN" sz="2000" dirty="0"/>
              <a:t>​</a:t>
            </a:r>
          </a:p>
          <a:p>
            <a:pPr fontAlgn="base"/>
            <a:endParaRPr lang="en-US" sz="1400" dirty="0"/>
          </a:p>
          <a:p>
            <a:pPr lvl="1"/>
            <a:endParaRPr lang="nl-NL" sz="1400" dirty="0"/>
          </a:p>
          <a:p>
            <a:pPr marL="0" indent="0">
              <a:buNone/>
            </a:pPr>
            <a:r>
              <a:rPr lang="nl-NL" sz="1400" dirty="0"/>
              <a:t>​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281442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C99FA-FCF6-E27D-1DB7-C544FF15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TestNG Parameters</a:t>
            </a: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9FF0F-9F37-FCE3-BF17-7CDBF4703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4923" y="388223"/>
            <a:ext cx="7650134" cy="5849291"/>
          </a:xfrm>
        </p:spPr>
        <p:txBody>
          <a:bodyPr anchor="ctr">
            <a:normAutofit/>
          </a:bodyPr>
          <a:lstStyle/>
          <a:p>
            <a:r>
              <a:rPr lang="en-GB" sz="2400" dirty="0"/>
              <a:t>TestNG parameters provide a flexible way to pass values to test methods, enhancing test reusability and making it easier to perform data-driven testing​</a:t>
            </a:r>
          </a:p>
          <a:p>
            <a:pPr marL="0" indent="0">
              <a:buNone/>
            </a:pPr>
            <a:endParaRPr lang="en-GB" sz="2400" dirty="0"/>
          </a:p>
          <a:p>
            <a:pPr fontAlgn="base"/>
            <a:r>
              <a:rPr lang="en-GB" sz="2400" dirty="0"/>
              <a:t>​</a:t>
            </a:r>
            <a:r>
              <a:rPr lang="en-US" sz="2400" b="1" dirty="0"/>
              <a:t>Features of testNG parameters:</a:t>
            </a:r>
            <a:r>
              <a:rPr lang="en-US" sz="2400" dirty="0"/>
              <a:t>​</a:t>
            </a:r>
          </a:p>
          <a:p>
            <a:pPr lvl="1" fontAlgn="base"/>
            <a:r>
              <a:rPr lang="en-US" dirty="0"/>
              <a:t>Simplified value passing​</a:t>
            </a:r>
          </a:p>
          <a:p>
            <a:pPr lvl="1" fontAlgn="base"/>
            <a:r>
              <a:rPr lang="en-US" dirty="0"/>
              <a:t>Efficient value storage and reuse​</a:t>
            </a:r>
          </a:p>
          <a:p>
            <a:pPr lvl="1" fontAlgn="base"/>
            <a:r>
              <a:rPr lang="en-US" dirty="0"/>
              <a:t>Flexibility​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02536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F151D8-E362-3F2E-483B-547DA0FB19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101464"/>
              </p:ext>
            </p:extLst>
          </p:nvPr>
        </p:nvGraphicFramePr>
        <p:xfrm>
          <a:off x="643467" y="722529"/>
          <a:ext cx="10905068" cy="5412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2723">
                  <a:extLst>
                    <a:ext uri="{9D8B030D-6E8A-4147-A177-3AD203B41FA5}">
                      <a16:colId xmlns:a16="http://schemas.microsoft.com/office/drawing/2014/main" val="2143163471"/>
                    </a:ext>
                  </a:extLst>
                </a:gridCol>
                <a:gridCol w="3522084">
                  <a:extLst>
                    <a:ext uri="{9D8B030D-6E8A-4147-A177-3AD203B41FA5}">
                      <a16:colId xmlns:a16="http://schemas.microsoft.com/office/drawing/2014/main" val="961636224"/>
                    </a:ext>
                  </a:extLst>
                </a:gridCol>
                <a:gridCol w="5440261">
                  <a:extLst>
                    <a:ext uri="{9D8B030D-6E8A-4147-A177-3AD203B41FA5}">
                      <a16:colId xmlns:a16="http://schemas.microsoft.com/office/drawing/2014/main" val="76530041"/>
                    </a:ext>
                  </a:extLst>
                </a:gridCol>
              </a:tblGrid>
              <a:tr h="35386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Parameter Type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71" marR="10671" marT="1067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Purpose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71" marR="10671" marT="1067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Example Usage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71" marR="10671" marT="10671" marB="0" anchor="ctr"/>
                </a:tc>
                <a:extLst>
                  <a:ext uri="{0D108BD9-81ED-4DB2-BD59-A6C34878D82A}">
                    <a16:rowId xmlns:a16="http://schemas.microsoft.com/office/drawing/2014/main" val="3086504233"/>
                  </a:ext>
                </a:extLst>
              </a:tr>
              <a:tr h="63558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@Parameters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0671" marR="10671" marT="106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800" u="none" strike="noStrike">
                          <a:effectLst/>
                        </a:rPr>
                        <a:t>Pass simple values from </a:t>
                      </a:r>
                      <a:r>
                        <a:rPr lang="en-GB" sz="1700" u="none" strike="noStrike">
                          <a:effectLst/>
                        </a:rPr>
                        <a:t>testng.xml</a:t>
                      </a:r>
                      <a:r>
                        <a:rPr lang="en-GB" sz="1800" u="none" strike="noStrike">
                          <a:effectLst/>
                        </a:rPr>
                        <a:t> to test methods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71" marR="10671" marT="106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>
                          <a:effectLst/>
                        </a:rPr>
                        <a:t>Parameters("browser")&lt;br&gt;public void launch(String browser)</a:t>
                      </a:r>
                      <a:endParaRPr lang="en-GB" sz="17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0671" marR="10671" marT="10671" marB="0" anchor="ctr"/>
                </a:tc>
                <a:extLst>
                  <a:ext uri="{0D108BD9-81ED-4DB2-BD59-A6C34878D82A}">
                    <a16:rowId xmlns:a16="http://schemas.microsoft.com/office/drawing/2014/main" val="4084299320"/>
                  </a:ext>
                </a:extLst>
              </a:tr>
              <a:tr h="63558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@Optional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0671" marR="10671" marT="106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800" u="none" strike="noStrike">
                          <a:effectLst/>
                        </a:rPr>
                        <a:t>Provide default value if parameter is missing in </a:t>
                      </a:r>
                      <a:r>
                        <a:rPr lang="en-GB" sz="1700" u="none" strike="noStrike">
                          <a:effectLst/>
                        </a:rPr>
                        <a:t>testng.xml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71" marR="10671" marT="106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@Parameters("env")</a:t>
                      </a:r>
                      <a:r>
                        <a:rPr lang="en-IN" sz="1800" u="none" strike="noStrike">
                          <a:effectLst/>
                        </a:rPr>
                        <a:t>&lt;br&gt;</a:t>
                      </a:r>
                      <a:r>
                        <a:rPr lang="en-IN" sz="1700" u="none" strike="noStrike">
                          <a:effectLst/>
                        </a:rPr>
                        <a:t>public void test(@Optional("QA") String env)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0671" marR="10671" marT="10671" marB="0" anchor="ctr"/>
                </a:tc>
                <a:extLst>
                  <a:ext uri="{0D108BD9-81ED-4DB2-BD59-A6C34878D82A}">
                    <a16:rowId xmlns:a16="http://schemas.microsoft.com/office/drawing/2014/main" val="730282027"/>
                  </a:ext>
                </a:extLst>
              </a:tr>
              <a:tr h="63558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@DataProvider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0671" marR="10671" marT="106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800" u="none" strike="noStrike">
                          <a:effectLst/>
                        </a:rPr>
                        <a:t>Supply multiple sets of data to a test method programmatically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71" marR="10671" marT="106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>
                          <a:effectLst/>
                        </a:rPr>
                        <a:t>@DataProvider(name="loginData")</a:t>
                      </a:r>
                      <a:r>
                        <a:rPr lang="en-GB" sz="1800" u="none" strike="noStrike">
                          <a:effectLst/>
                        </a:rPr>
                        <a:t>&lt;br&gt;</a:t>
                      </a:r>
                      <a:r>
                        <a:rPr lang="en-GB" sz="1700" u="none" strike="noStrike">
                          <a:effectLst/>
                        </a:rPr>
                        <a:t>public Object[][] data() {...}</a:t>
                      </a:r>
                      <a:endParaRPr lang="en-GB" sz="17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0671" marR="10671" marT="10671" marB="0" anchor="ctr"/>
                </a:tc>
                <a:extLst>
                  <a:ext uri="{0D108BD9-81ED-4DB2-BD59-A6C34878D82A}">
                    <a16:rowId xmlns:a16="http://schemas.microsoft.com/office/drawing/2014/main" val="447669894"/>
                  </a:ext>
                </a:extLst>
              </a:tr>
              <a:tr h="63558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dataProviderClass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0671" marR="10671" marT="106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800" u="none" strike="noStrike">
                          <a:effectLst/>
                        </a:rPr>
                        <a:t>Use a </a:t>
                      </a:r>
                      <a:r>
                        <a:rPr lang="en-GB" sz="1700" u="none" strike="noStrike">
                          <a:effectLst/>
                        </a:rPr>
                        <a:t>@DataProvider</a:t>
                      </a:r>
                      <a:r>
                        <a:rPr lang="en-GB" sz="1800" u="none" strike="noStrike">
                          <a:effectLst/>
                        </a:rPr>
                        <a:t> from another class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71" marR="10671" marT="106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@Test(dataProvider="dp", dataProviderClass=ExternalData.class)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0671" marR="10671" marT="10671" marB="0" anchor="ctr"/>
                </a:tc>
                <a:extLst>
                  <a:ext uri="{0D108BD9-81ED-4DB2-BD59-A6C34878D82A}">
                    <a16:rowId xmlns:a16="http://schemas.microsoft.com/office/drawing/2014/main" val="3744329226"/>
                  </a:ext>
                </a:extLst>
              </a:tr>
              <a:tr h="35386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parallel</a:t>
                      </a:r>
                      <a:r>
                        <a:rPr lang="en-IN" sz="1800" u="none" strike="noStrike">
                          <a:effectLst/>
                        </a:rPr>
                        <a:t> (XML)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0671" marR="10671" marT="106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800" u="none" strike="noStrike">
                          <a:effectLst/>
                        </a:rPr>
                        <a:t>Run data-driven tests in parallel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71" marR="10671" marT="106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&lt;suite data-provider-thread-count="5"&gt;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0671" marR="10671" marT="10671" marB="0" anchor="ctr"/>
                </a:tc>
                <a:extLst>
                  <a:ext uri="{0D108BD9-81ED-4DB2-BD59-A6C34878D82A}">
                    <a16:rowId xmlns:a16="http://schemas.microsoft.com/office/drawing/2014/main" val="1302834839"/>
                  </a:ext>
                </a:extLst>
              </a:tr>
              <a:tr h="63558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@Factory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0671" marR="10671" marT="106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800" u="none" strike="noStrike">
                          <a:effectLst/>
                        </a:rPr>
                        <a:t>Dynamically create test instances with parameters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71" marR="10671" marT="106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@Factory public Object[] createTests() {...}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0671" marR="10671" marT="10671" marB="0" anchor="ctr"/>
                </a:tc>
                <a:extLst>
                  <a:ext uri="{0D108BD9-81ED-4DB2-BD59-A6C34878D82A}">
                    <a16:rowId xmlns:a16="http://schemas.microsoft.com/office/drawing/2014/main" val="3911955934"/>
                  </a:ext>
                </a:extLst>
              </a:tr>
              <a:tr h="609976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</a:rPr>
                        <a:t>XML </a:t>
                      </a:r>
                      <a:r>
                        <a:rPr lang="en-IN" sz="1700" u="none" strike="noStrike">
                          <a:effectLst/>
                        </a:rPr>
                        <a:t>&lt;parameter&gt;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71" marR="10671" marT="106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800" u="none" strike="noStrike">
                          <a:effectLst/>
                        </a:rPr>
                        <a:t>Define parameter values in </a:t>
                      </a:r>
                      <a:r>
                        <a:rPr lang="en-GB" sz="1700" u="none" strike="noStrike">
                          <a:effectLst/>
                        </a:rPr>
                        <a:t>testng.xml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71" marR="10671" marT="106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>
                          <a:effectLst/>
                        </a:rPr>
                        <a:t>&lt;parameter name="browser" value="chrome"/&gt;</a:t>
                      </a:r>
                      <a:endParaRPr lang="en-GB" sz="17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0671" marR="10671" marT="10671" marB="0" anchor="ctr"/>
                </a:tc>
                <a:extLst>
                  <a:ext uri="{0D108BD9-81ED-4DB2-BD59-A6C34878D82A}">
                    <a16:rowId xmlns:a16="http://schemas.microsoft.com/office/drawing/2014/main" val="944551019"/>
                  </a:ext>
                </a:extLst>
              </a:tr>
              <a:tr h="91731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</a:rPr>
                        <a:t>Parameter Precedence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71" marR="10671" marT="106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800" u="none" strike="noStrike">
                          <a:effectLst/>
                        </a:rPr>
                        <a:t>Override parameters at different levels: suite &lt; test &lt; class &lt; method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71" marR="10671" marT="1067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>
                          <a:effectLst/>
                        </a:rPr>
                        <a:t>&lt;parameter name="env" value="prod"/&gt;</a:t>
                      </a:r>
                      <a:r>
                        <a:rPr lang="en-GB" sz="1800" u="none" strike="noStrike">
                          <a:effectLst/>
                        </a:rPr>
                        <a:t> under </a:t>
                      </a:r>
                      <a:r>
                        <a:rPr lang="en-GB" sz="1700" u="none" strike="noStrike">
                          <a:effectLst/>
                        </a:rPr>
                        <a:t>&lt;method&gt;</a:t>
                      </a:r>
                      <a:r>
                        <a:rPr lang="en-GB" sz="1800" u="none" strike="noStrike">
                          <a:effectLst/>
                        </a:rPr>
                        <a:t> tag</a:t>
                      </a:r>
                      <a:endParaRPr lang="en-GB" sz="17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0671" marR="10671" marT="10671" marB="0" anchor="ctr"/>
                </a:tc>
                <a:extLst>
                  <a:ext uri="{0D108BD9-81ED-4DB2-BD59-A6C34878D82A}">
                    <a16:rowId xmlns:a16="http://schemas.microsoft.com/office/drawing/2014/main" val="3993304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106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D110E-91A2-89FC-2A6F-1411CB62A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GB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FF09E-0D81-2B00-8A07-EA33F5280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57" y="1343818"/>
            <a:ext cx="11168743" cy="549592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@Parameters("browser")</a:t>
            </a:r>
          </a:p>
          <a:p>
            <a:pPr marL="0" indent="0">
              <a:buNone/>
            </a:pPr>
            <a:r>
              <a:rPr lang="en-IN" dirty="0"/>
              <a:t>@Test</a:t>
            </a:r>
          </a:p>
          <a:p>
            <a:pPr marL="0" indent="0">
              <a:buNone/>
            </a:pPr>
            <a:r>
              <a:rPr lang="en-IN" dirty="0"/>
              <a:t>public void launchBrowser(@Optional("firefox") String browser) {</a:t>
            </a:r>
          </a:p>
          <a:p>
            <a:pPr marL="0" indent="0">
              <a:buNone/>
            </a:pPr>
            <a:r>
              <a:rPr lang="en-IN" dirty="0"/>
              <a:t>  System.out.println("Launching: " + browser);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XML File:</a:t>
            </a:r>
            <a:br>
              <a:rPr lang="en-IN" dirty="0"/>
            </a:br>
            <a:r>
              <a:rPr lang="en-GB" dirty="0"/>
              <a:t>&lt;suite name="Suite"&gt;</a:t>
            </a:r>
          </a:p>
          <a:p>
            <a:pPr marL="0" indent="0">
              <a:buNone/>
            </a:pPr>
            <a:r>
              <a:rPr lang="en-GB" dirty="0"/>
              <a:t>  &lt;parameter name="browser" value="chrome"/&gt;</a:t>
            </a:r>
          </a:p>
          <a:p>
            <a:pPr marL="0" indent="0">
              <a:buNone/>
            </a:pPr>
            <a:r>
              <a:rPr lang="en-GB" dirty="0"/>
              <a:t>  &lt;test name="Test"&gt;</a:t>
            </a:r>
          </a:p>
          <a:p>
            <a:pPr marL="0" indent="0">
              <a:buNone/>
            </a:pPr>
            <a:r>
              <a:rPr lang="en-GB" dirty="0"/>
              <a:t>    &lt;classes&gt;</a:t>
            </a:r>
          </a:p>
          <a:p>
            <a:pPr marL="0" indent="0">
              <a:buNone/>
            </a:pPr>
            <a:r>
              <a:rPr lang="en-GB" dirty="0"/>
              <a:t>      &lt;class name="</a:t>
            </a:r>
            <a:r>
              <a:rPr lang="en-GB" dirty="0" err="1"/>
              <a:t>tests.LoginTest</a:t>
            </a:r>
            <a:r>
              <a:rPr lang="en-GB" dirty="0"/>
              <a:t>"/&gt;</a:t>
            </a:r>
          </a:p>
          <a:p>
            <a:pPr marL="0" indent="0">
              <a:buNone/>
            </a:pPr>
            <a:r>
              <a:rPr lang="en-GB" dirty="0"/>
              <a:t>    &lt;/classes&gt;</a:t>
            </a:r>
          </a:p>
          <a:p>
            <a:pPr marL="0" indent="0">
              <a:buNone/>
            </a:pPr>
            <a:r>
              <a:rPr lang="en-GB" dirty="0"/>
              <a:t>  &lt;/test&gt;</a:t>
            </a:r>
          </a:p>
          <a:p>
            <a:pPr marL="0" indent="0">
              <a:buNone/>
            </a:pPr>
            <a:r>
              <a:rPr lang="en-GB" dirty="0"/>
              <a:t>&lt;/suite&gt;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8106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CB476D-A9FE-4C8C-3115-E89E3CDBD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Assertions in TestNG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944A8-F656-04DB-185D-599C33063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dirty="0"/>
              <a:t>Assertions are used to verify expected vs actual outcomes in test cases</a:t>
            </a:r>
          </a:p>
          <a:p>
            <a:r>
              <a:rPr lang="en-GB" dirty="0"/>
              <a:t>They help determine if a test passes or fails</a:t>
            </a:r>
          </a:p>
          <a:p>
            <a:r>
              <a:rPr lang="en-GB" dirty="0"/>
              <a:t>Common use cases:</a:t>
            </a:r>
          </a:p>
          <a:p>
            <a:pPr lvl="1"/>
            <a:r>
              <a:rPr lang="en-GB" dirty="0"/>
              <a:t>Validating page titles</a:t>
            </a:r>
          </a:p>
          <a:p>
            <a:pPr lvl="1"/>
            <a:r>
              <a:rPr lang="en-GB" dirty="0"/>
              <a:t>Checking element visibility</a:t>
            </a:r>
          </a:p>
          <a:p>
            <a:pPr lvl="1"/>
            <a:r>
              <a:rPr lang="en-GB" dirty="0"/>
              <a:t>Confirming data values</a:t>
            </a:r>
          </a:p>
          <a:p>
            <a:r>
              <a:rPr lang="en-GB" dirty="0"/>
              <a:t>Types of Assertions:</a:t>
            </a:r>
          </a:p>
          <a:p>
            <a:pPr lvl="1"/>
            <a:r>
              <a:rPr lang="en-GB" b="1" dirty="0"/>
              <a:t>Hard Assertions </a:t>
            </a:r>
            <a:r>
              <a:rPr lang="en-GB" dirty="0"/>
              <a:t>– Stops test execution immediately on failure</a:t>
            </a:r>
          </a:p>
          <a:p>
            <a:pPr lvl="1"/>
            <a:r>
              <a:rPr lang="en-GB" b="1" dirty="0"/>
              <a:t>Soft Assertions - </a:t>
            </a:r>
            <a:r>
              <a:rPr lang="en-GB" dirty="0"/>
              <a:t>Continues execution even if assertion fails; reports all failures at the end</a:t>
            </a:r>
          </a:p>
        </p:txBody>
      </p:sp>
    </p:spTree>
    <p:extLst>
      <p:ext uri="{BB962C8B-B14F-4D97-AF65-F5344CB8AC3E}">
        <p14:creationId xmlns:p14="http://schemas.microsoft.com/office/powerpoint/2010/main" val="3123829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6A89C4-8ED8-F7F3-5CBE-734823A3D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en-GB" dirty="0"/>
              <a:t>Hard Assertions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65B41-9893-D570-9B74-8CDD8C668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4443"/>
            <a:ext cx="5257800" cy="4192520"/>
          </a:xfrm>
        </p:spPr>
        <p:txBody>
          <a:bodyPr>
            <a:normAutofit/>
          </a:bodyPr>
          <a:lstStyle/>
          <a:p>
            <a:r>
              <a:rPr lang="en-GB" sz="2000" dirty="0"/>
              <a:t>Hard assertions are used to validate conditions immediately</a:t>
            </a:r>
          </a:p>
          <a:p>
            <a:r>
              <a:rPr lang="en-GB" sz="2000" dirty="0"/>
              <a:t>If an assertion fails, test execution halts at that point</a:t>
            </a:r>
          </a:p>
          <a:p>
            <a:r>
              <a:rPr lang="en-GB" sz="2000" dirty="0"/>
              <a:t>Ideal for critical validations where failure should stop further steps</a:t>
            </a:r>
          </a:p>
          <a:p>
            <a:r>
              <a:rPr lang="en-IN" sz="2000" dirty="0"/>
              <a:t>Useful in:</a:t>
            </a:r>
          </a:p>
          <a:p>
            <a:pPr lvl="1"/>
            <a:r>
              <a:rPr lang="en-IN" sz="2000" dirty="0"/>
              <a:t>Login validations</a:t>
            </a:r>
          </a:p>
          <a:p>
            <a:pPr lvl="1"/>
            <a:r>
              <a:rPr lang="en-IN" sz="2000" dirty="0"/>
              <a:t>API response checks</a:t>
            </a:r>
          </a:p>
          <a:p>
            <a:pPr lvl="1"/>
            <a:r>
              <a:rPr lang="en-IN" sz="2000" dirty="0"/>
              <a:t>Critical UI element presence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535A7E-D127-2429-7CFF-106BCE7169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672746"/>
              </p:ext>
            </p:extLst>
          </p:nvPr>
        </p:nvGraphicFramePr>
        <p:xfrm>
          <a:off x="6541053" y="702243"/>
          <a:ext cx="4777382" cy="5280813"/>
        </p:xfrm>
        <a:graphic>
          <a:graphicData uri="http://schemas.openxmlformats.org/drawingml/2006/table">
            <a:tbl>
              <a:tblPr firstRow="1" bandRow="1">
                <a:solidFill>
                  <a:schemeClr val="accent1">
                    <a:lumMod val="20000"/>
                    <a:lumOff val="80000"/>
                  </a:schemeClr>
                </a:solidFill>
                <a:tableStyleId>{5C22544A-7EE6-4342-B048-85BDC9FD1C3A}</a:tableStyleId>
              </a:tblPr>
              <a:tblGrid>
                <a:gridCol w="1965867">
                  <a:extLst>
                    <a:ext uri="{9D8B030D-6E8A-4147-A177-3AD203B41FA5}">
                      <a16:colId xmlns:a16="http://schemas.microsoft.com/office/drawing/2014/main" val="1500801154"/>
                    </a:ext>
                  </a:extLst>
                </a:gridCol>
                <a:gridCol w="2811515">
                  <a:extLst>
                    <a:ext uri="{9D8B030D-6E8A-4147-A177-3AD203B41FA5}">
                      <a16:colId xmlns:a16="http://schemas.microsoft.com/office/drawing/2014/main" val="3646459079"/>
                    </a:ext>
                  </a:extLst>
                </a:gridCol>
              </a:tblGrid>
              <a:tr h="55027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300" b="1" u="none" strike="noStrike" cap="all" spc="60">
                          <a:solidFill>
                            <a:schemeClr val="tx1"/>
                          </a:solidFill>
                          <a:effectLst/>
                        </a:rPr>
                        <a:t>Method</a:t>
                      </a:r>
                      <a:endParaRPr lang="en-IN" sz="1300" b="1" i="0" u="none" strike="noStrike" cap="all" spc="6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2854" marR="152854" marT="152854" marB="1528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300" b="1" u="none" strike="noStrike" cap="all" spc="60">
                          <a:solidFill>
                            <a:schemeClr val="tx1"/>
                          </a:solidFill>
                          <a:effectLst/>
                        </a:rPr>
                        <a:t>Purpose</a:t>
                      </a:r>
                      <a:endParaRPr lang="en-IN" sz="1300" b="1" i="0" u="none" strike="noStrike" cap="all" spc="6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2854" marR="152854" marT="152854" marB="1528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09104"/>
                  </a:ext>
                </a:extLst>
              </a:tr>
              <a:tr h="69322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assertEquals()</a:t>
                      </a:r>
                      <a:endParaRPr lang="en-IN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7077" marR="7077" marT="7077" marB="1019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Checks if two values are equal</a:t>
                      </a:r>
                      <a:endParaRPr lang="en-GB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7" marR="7077" marT="7077" marB="1019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237791"/>
                  </a:ext>
                </a:extLst>
              </a:tr>
              <a:tr h="69322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assertNotEquals()</a:t>
                      </a:r>
                      <a:endParaRPr lang="en-IN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7077" marR="7077" marT="7077" marB="1019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Checks if two values are not equal</a:t>
                      </a:r>
                      <a:endParaRPr lang="en-GB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7" marR="7077" marT="7077" marB="1019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480682"/>
                  </a:ext>
                </a:extLst>
              </a:tr>
              <a:tr h="42148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assertTrue()</a:t>
                      </a:r>
                      <a:endParaRPr lang="en-IN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7077" marR="7077" marT="7077" marB="1019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Verifies a condition is true</a:t>
                      </a:r>
                      <a:endParaRPr lang="en-GB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7" marR="7077" marT="7077" marB="1019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693376"/>
                  </a:ext>
                </a:extLst>
              </a:tr>
              <a:tr h="42148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assertFalse()</a:t>
                      </a:r>
                      <a:endParaRPr lang="en-IN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7077" marR="7077" marT="7077" marB="1019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Verifies a condition is false</a:t>
                      </a:r>
                      <a:endParaRPr lang="en-GB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7" marR="7077" marT="7077" marB="1019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77082"/>
                  </a:ext>
                </a:extLst>
              </a:tr>
              <a:tr h="42148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assertNull()</a:t>
                      </a:r>
                      <a:endParaRPr lang="en-IN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7077" marR="7077" marT="7077" marB="1019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Checks if an object is null</a:t>
                      </a:r>
                      <a:endParaRPr lang="en-GB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7" marR="7077" marT="7077" marB="1019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020255"/>
                  </a:ext>
                </a:extLst>
              </a:tr>
              <a:tr h="69322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assertNotNull()</a:t>
                      </a:r>
                      <a:endParaRPr lang="en-IN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7077" marR="7077" marT="7077" marB="1019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Checks if an object is not null</a:t>
                      </a:r>
                      <a:endParaRPr lang="en-GB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7" marR="7077" marT="7077" marB="1019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777612"/>
                  </a:ext>
                </a:extLst>
              </a:tr>
              <a:tr h="69322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assertSame()</a:t>
                      </a:r>
                      <a:endParaRPr lang="en-IN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7077" marR="7077" marT="7077" marB="1019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Checks if two references point to the same object</a:t>
                      </a:r>
                      <a:endParaRPr lang="en-GB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7" marR="7077" marT="7077" marB="1019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075653"/>
                  </a:ext>
                </a:extLst>
              </a:tr>
              <a:tr h="69322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assertNotSame()</a:t>
                      </a:r>
                      <a:endParaRPr lang="en-IN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7077" marR="7077" marT="7077" marB="1019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Checks if two references point to different objects</a:t>
                      </a:r>
                      <a:endParaRPr lang="en-GB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77" marR="7077" marT="7077" marB="1019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589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3730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E767F6-1203-D0C2-F0AB-AC246B6E9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en-GB" dirty="0"/>
              <a:t>Soft Assertions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BDE11-180D-C114-98CD-922BBB4B7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84443"/>
            <a:ext cx="6096001" cy="4192520"/>
          </a:xfrm>
        </p:spPr>
        <p:txBody>
          <a:bodyPr>
            <a:noAutofit/>
          </a:bodyPr>
          <a:lstStyle/>
          <a:p>
            <a:r>
              <a:rPr lang="en-GB" sz="2400" dirty="0"/>
              <a:t>Soft assertions allow test execution to continue even after failures</a:t>
            </a:r>
          </a:p>
          <a:p>
            <a:r>
              <a:rPr lang="en-GB" sz="2400" dirty="0"/>
              <a:t>All assertion results are collected and reported at the end with assertAll() method</a:t>
            </a:r>
          </a:p>
          <a:p>
            <a:r>
              <a:rPr lang="en-GB" sz="2400" dirty="0"/>
              <a:t>Useful for non-critical validations or bulk checks</a:t>
            </a:r>
          </a:p>
          <a:p>
            <a:r>
              <a:rPr lang="en-GB" sz="2400" dirty="0"/>
              <a:t>Ideal for:</a:t>
            </a:r>
          </a:p>
          <a:p>
            <a:pPr lvl="1"/>
            <a:r>
              <a:rPr lang="en-GB" dirty="0"/>
              <a:t>UI form validations</a:t>
            </a:r>
          </a:p>
          <a:p>
            <a:pPr lvl="1"/>
            <a:r>
              <a:rPr lang="en-GB" dirty="0"/>
              <a:t>Field-level checks</a:t>
            </a:r>
          </a:p>
          <a:p>
            <a:pPr lvl="1"/>
            <a:r>
              <a:rPr lang="en-GB" dirty="0"/>
              <a:t>Regression testing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D63357-53F8-F7EF-E1AD-4145C68588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562507"/>
              </p:ext>
            </p:extLst>
          </p:nvPr>
        </p:nvGraphicFramePr>
        <p:xfrm>
          <a:off x="6541053" y="1733977"/>
          <a:ext cx="4777382" cy="3217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597">
                  <a:extLst>
                    <a:ext uri="{9D8B030D-6E8A-4147-A177-3AD203B41FA5}">
                      <a16:colId xmlns:a16="http://schemas.microsoft.com/office/drawing/2014/main" val="2117782039"/>
                    </a:ext>
                  </a:extLst>
                </a:gridCol>
                <a:gridCol w="1970397">
                  <a:extLst>
                    <a:ext uri="{9D8B030D-6E8A-4147-A177-3AD203B41FA5}">
                      <a16:colId xmlns:a16="http://schemas.microsoft.com/office/drawing/2014/main" val="1391615644"/>
                    </a:ext>
                  </a:extLst>
                </a:gridCol>
                <a:gridCol w="1645388">
                  <a:extLst>
                    <a:ext uri="{9D8B030D-6E8A-4147-A177-3AD203B41FA5}">
                      <a16:colId xmlns:a16="http://schemas.microsoft.com/office/drawing/2014/main" val="1140432528"/>
                    </a:ext>
                  </a:extLst>
                </a:gridCol>
              </a:tblGrid>
              <a:tr h="32907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700" u="none" strike="noStrike">
                          <a:effectLst/>
                        </a:rPr>
                        <a:t>Aspect</a:t>
                      </a:r>
                      <a:endParaRPr lang="en-IN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4" marR="9924" marT="9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700" u="none" strike="noStrike">
                          <a:effectLst/>
                        </a:rPr>
                        <a:t>Hard Assertion</a:t>
                      </a:r>
                      <a:endParaRPr lang="en-IN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4" marR="9924" marT="99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700" u="none" strike="noStrike">
                          <a:effectLst/>
                        </a:rPr>
                        <a:t>Soft Assertion</a:t>
                      </a:r>
                      <a:endParaRPr lang="en-IN" sz="1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4" marR="9924" marT="9924" marB="0" anchor="ctr"/>
                </a:tc>
                <a:extLst>
                  <a:ext uri="{0D108BD9-81ED-4DB2-BD59-A6C34878D82A}">
                    <a16:rowId xmlns:a16="http://schemas.microsoft.com/office/drawing/2014/main" val="3522967514"/>
                  </a:ext>
                </a:extLst>
              </a:tr>
              <a:tr h="85306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Execution Flow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4" marR="9924" marT="992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Stops immediately on failure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4" marR="9924" marT="992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Continues execution despite failures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4" marR="9924" marT="9924" marB="0" anchor="ctr"/>
                </a:tc>
                <a:extLst>
                  <a:ext uri="{0D108BD9-81ED-4DB2-BD59-A6C34878D82A}">
                    <a16:rowId xmlns:a16="http://schemas.microsoft.com/office/drawing/2014/main" val="2846980521"/>
                  </a:ext>
                </a:extLst>
              </a:tr>
              <a:tr h="59107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Failure Reporting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4" marR="9924" marT="992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Reports first failure only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4" marR="9924" marT="992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>
                          <a:effectLst/>
                        </a:rPr>
                        <a:t>Reports all failures at once</a:t>
                      </a:r>
                      <a:endParaRPr lang="en-GB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4" marR="9924" marT="9924" marB="0" anchor="ctr"/>
                </a:tc>
                <a:extLst>
                  <a:ext uri="{0D108BD9-81ED-4DB2-BD59-A6C34878D82A}">
                    <a16:rowId xmlns:a16="http://schemas.microsoft.com/office/drawing/2014/main" val="2111389713"/>
                  </a:ext>
                </a:extLst>
              </a:tr>
              <a:tr h="85306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Use Case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4" marR="9924" marT="992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Critical checks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4" marR="9924" marT="992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Multiple validations / UI testing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4" marR="9924" marT="9924" marB="0" anchor="ctr"/>
                </a:tc>
                <a:extLst>
                  <a:ext uri="{0D108BD9-81ED-4DB2-BD59-A6C34878D82A}">
                    <a16:rowId xmlns:a16="http://schemas.microsoft.com/office/drawing/2014/main" val="3727871069"/>
                  </a:ext>
                </a:extLst>
              </a:tr>
              <a:tr h="59107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Method Invocation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4" marR="9924" marT="992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No extra method needed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4" marR="9924" marT="992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>
                          <a:effectLst/>
                        </a:rPr>
                        <a:t>Must call </a:t>
                      </a:r>
                      <a:r>
                        <a:rPr lang="en-IN" sz="1600" u="none" strike="noStrike">
                          <a:effectLst/>
                        </a:rPr>
                        <a:t>assertAll()</a:t>
                      </a:r>
                      <a:endParaRPr lang="en-IN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924" marR="9924" marT="9924" marB="0" anchor="ctr"/>
                </a:tc>
                <a:extLst>
                  <a:ext uri="{0D108BD9-81ED-4DB2-BD59-A6C34878D82A}">
                    <a16:rowId xmlns:a16="http://schemas.microsoft.com/office/drawing/2014/main" val="2427776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5408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65656-50D8-E2D5-4AAD-40576ECB9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GB" sz="3600"/>
              <a:t>Grouping in TestNG</a:t>
            </a:r>
            <a:endParaRPr lang="en-IN" sz="3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D65A6D-032E-AFC6-5256-5335C91732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5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F7BAC-0355-CF8B-7380-BE5ABBF19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r>
              <a:rPr lang="en-GB" sz="1800"/>
              <a:t>Grouping allows you to categorize test methods into logical units</a:t>
            </a:r>
          </a:p>
          <a:p>
            <a:r>
              <a:rPr lang="en-GB" sz="1800"/>
              <a:t>Enables selective execution of tests based on functional areas, test types, or modules</a:t>
            </a:r>
          </a:p>
          <a:p>
            <a:r>
              <a:rPr lang="en-GB" sz="1800"/>
              <a:t>Useful for managing large test suites with hundreds of test cases</a:t>
            </a:r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4090385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C3CC6-2983-D6B7-72DD-EBC9160A1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24" y="46037"/>
            <a:ext cx="10515600" cy="1325563"/>
          </a:xfrm>
        </p:spPr>
        <p:txBody>
          <a:bodyPr/>
          <a:lstStyle/>
          <a:p>
            <a:r>
              <a:rPr lang="en-GB" dirty="0"/>
              <a:t>Groups in Testng.xml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F9B70-DFBD-5234-573A-79EA3F7F8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824" y="1197429"/>
            <a:ext cx="11794805" cy="534833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&lt;!DOCTYPE suite SYSTEM "http://testng.org/testng-1.0.dtd"&gt;</a:t>
            </a:r>
          </a:p>
          <a:p>
            <a:pPr marL="0" indent="0">
              <a:buNone/>
            </a:pPr>
            <a:r>
              <a:rPr lang="en-GB" dirty="0"/>
              <a:t>&lt;suite name="GroupedSuite"&gt; </a:t>
            </a:r>
          </a:p>
          <a:p>
            <a:pPr marL="0" indent="0">
              <a:buNone/>
            </a:pPr>
            <a:r>
              <a:rPr lang="en-GB" dirty="0"/>
              <a:t> &lt;test name="RunSelectedGroups"&gt;   </a:t>
            </a:r>
          </a:p>
          <a:p>
            <a:pPr marL="0" indent="0">
              <a:buNone/>
            </a:pPr>
            <a:r>
              <a:rPr lang="en-GB" dirty="0"/>
              <a:t> &lt;groups&gt;      </a:t>
            </a:r>
          </a:p>
          <a:p>
            <a:pPr marL="0" indent="0">
              <a:buNone/>
            </a:pPr>
            <a:r>
              <a:rPr lang="en-GB" dirty="0"/>
              <a:t>&lt;run&gt;        </a:t>
            </a:r>
          </a:p>
          <a:p>
            <a:pPr marL="0" indent="0">
              <a:buNone/>
            </a:pPr>
            <a:r>
              <a:rPr lang="en-GB" dirty="0"/>
              <a:t>&lt;include name="sanity"/&gt;       </a:t>
            </a:r>
          </a:p>
          <a:p>
            <a:pPr marL="0" indent="0">
              <a:buNone/>
            </a:pPr>
            <a:r>
              <a:rPr lang="en-GB" dirty="0"/>
              <a:t> &lt;include name="payment"/&gt;     </a:t>
            </a:r>
          </a:p>
          <a:p>
            <a:pPr marL="0" indent="0">
              <a:buNone/>
            </a:pPr>
            <a:r>
              <a:rPr lang="en-GB" dirty="0"/>
              <a:t> &lt;/run&gt;    </a:t>
            </a:r>
          </a:p>
          <a:p>
            <a:pPr marL="0" indent="0">
              <a:buNone/>
            </a:pPr>
            <a:r>
              <a:rPr lang="en-GB" dirty="0"/>
              <a:t>&lt;/groups&gt;   </a:t>
            </a:r>
          </a:p>
          <a:p>
            <a:pPr marL="0" indent="0">
              <a:buNone/>
            </a:pPr>
            <a:r>
              <a:rPr lang="en-GB" dirty="0"/>
              <a:t> &lt;classes&gt;      </a:t>
            </a:r>
          </a:p>
          <a:p>
            <a:pPr marL="0" indent="0">
              <a:buNone/>
            </a:pPr>
            <a:r>
              <a:rPr lang="en-GB" dirty="0"/>
              <a:t>&lt;class name="GroupingExample"/&gt;    </a:t>
            </a:r>
          </a:p>
          <a:p>
            <a:pPr marL="0" indent="0">
              <a:buNone/>
            </a:pPr>
            <a:r>
              <a:rPr lang="en-GB" dirty="0"/>
              <a:t>&lt;/classes&gt;  &lt;/test&gt;</a:t>
            </a:r>
          </a:p>
          <a:p>
            <a:pPr marL="0" indent="0">
              <a:buNone/>
            </a:pPr>
            <a:r>
              <a:rPr lang="en-GB" dirty="0"/>
              <a:t>&lt;/suite&gt;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8787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DCAA3D-C055-A56C-60A7-451E98F58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Dependency Methods in TestNG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8C5B0-8D37-D709-9486-427A452EF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dirty="0"/>
              <a:t>TestNG allows test methods to depend on other methods or groups</a:t>
            </a:r>
          </a:p>
          <a:p>
            <a:r>
              <a:rPr lang="en-GB" dirty="0"/>
              <a:t>Ensures that prerequisite tests run first</a:t>
            </a:r>
          </a:p>
          <a:p>
            <a:r>
              <a:rPr lang="en-GB" dirty="0"/>
              <a:t>Prevents execution of dependent tests if prerequisites fail</a:t>
            </a:r>
          </a:p>
          <a:p>
            <a:r>
              <a:rPr lang="en-GB" dirty="0"/>
              <a:t>Helps maintain logical test flow and data integrity</a:t>
            </a:r>
          </a:p>
          <a:p>
            <a:r>
              <a:rPr lang="en-GB" dirty="0"/>
              <a:t>Why use Dependency methods?</a:t>
            </a:r>
          </a:p>
          <a:p>
            <a:pPr lvl="1"/>
            <a:r>
              <a:rPr lang="en-GB" dirty="0"/>
              <a:t>Avoid running tests that rely on failed setups</a:t>
            </a:r>
          </a:p>
          <a:p>
            <a:pPr lvl="1"/>
            <a:r>
              <a:rPr lang="en-GB" dirty="0"/>
              <a:t>Enforce execution order without using priorities</a:t>
            </a:r>
          </a:p>
          <a:p>
            <a:pPr lvl="1"/>
            <a:r>
              <a:rPr lang="en-GB" dirty="0"/>
              <a:t>Improve test suite reliability and maintainability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1147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A1F35B-C8F7-4A5A-9339-7DA4D785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B2D4AD41-40DA-4A81-92F5-B6E3BA1ED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8175088" y="45795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0E2202-97A1-5B60-FC02-3EEB88607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Dependency Methods</a:t>
            </a:r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404E30-6B74-D46A-84BF-985C1EBEB3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6002841"/>
              </p:ext>
            </p:extLst>
          </p:nvPr>
        </p:nvGraphicFramePr>
        <p:xfrm>
          <a:off x="927142" y="1825625"/>
          <a:ext cx="10337716" cy="4351340"/>
        </p:xfrm>
        <a:graphic>
          <a:graphicData uri="http://schemas.openxmlformats.org/drawingml/2006/table">
            <a:tbl>
              <a:tblPr/>
              <a:tblGrid>
                <a:gridCol w="5296710">
                  <a:extLst>
                    <a:ext uri="{9D8B030D-6E8A-4147-A177-3AD203B41FA5}">
                      <a16:colId xmlns:a16="http://schemas.microsoft.com/office/drawing/2014/main" val="1739611087"/>
                    </a:ext>
                  </a:extLst>
                </a:gridCol>
                <a:gridCol w="5041006">
                  <a:extLst>
                    <a:ext uri="{9D8B030D-6E8A-4147-A177-3AD203B41FA5}">
                      <a16:colId xmlns:a16="http://schemas.microsoft.com/office/drawing/2014/main" val="3102146598"/>
                    </a:ext>
                  </a:extLst>
                </a:gridCol>
              </a:tblGrid>
              <a:tr h="6056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3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Type</a:t>
                      </a:r>
                      <a:endParaRPr lang="en-IN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65" marR="18265" marT="18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3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  <a:endParaRPr lang="en-IN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65" marR="18265" marT="18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542739"/>
                  </a:ext>
                </a:extLst>
              </a:tr>
              <a:tr h="10878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dependsOnMethods</a:t>
                      </a:r>
                      <a:endParaRPr lang="en-IN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65" marR="18265" marT="18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Specifies method-level dependencies</a:t>
                      </a:r>
                      <a:endParaRPr lang="en-IN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65" marR="18265" marT="18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978994"/>
                  </a:ext>
                </a:extLst>
              </a:tr>
              <a:tr h="10878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dependsOnGroups</a:t>
                      </a:r>
                      <a:endParaRPr lang="en-IN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65" marR="18265" marT="18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Specifies group-level dependencies</a:t>
                      </a:r>
                      <a:endParaRPr lang="en-IN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65" marR="18265" marT="18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09248"/>
                  </a:ext>
                </a:extLst>
              </a:tr>
              <a:tr h="15700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alwaysRun=true</a:t>
                      </a:r>
                      <a:endParaRPr lang="en-IN" sz="5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65" marR="18265" marT="18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Ensures dependent method runs even if prerequisite fails (soft dependency)</a:t>
                      </a:r>
                      <a:endParaRPr lang="en-GB" sz="5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265" marR="18265" marT="18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195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8974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D1349-6EB6-4B38-A3F4-C4BA11FD3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– dependsOnMethods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DBA6D-7C2F-3F8E-42D6-413358A89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i="1" dirty="0"/>
              <a:t>@Test</a:t>
            </a:r>
          </a:p>
          <a:p>
            <a:pPr marL="0" indent="0">
              <a:buNone/>
            </a:pPr>
            <a:r>
              <a:rPr lang="en-IN" i="1" dirty="0"/>
              <a:t>public void openApp() {</a:t>
            </a:r>
          </a:p>
          <a:p>
            <a:pPr marL="0" indent="0">
              <a:buNone/>
            </a:pPr>
            <a:r>
              <a:rPr lang="en-IN" i="1" dirty="0"/>
              <a:t>System.out.println("Openingapplication");</a:t>
            </a:r>
          </a:p>
          <a:p>
            <a:pPr marL="0" indent="0">
              <a:buNone/>
            </a:pPr>
            <a:r>
              <a:rPr lang="en-IN" i="1" dirty="0"/>
              <a:t>}</a:t>
            </a:r>
          </a:p>
          <a:p>
            <a:pPr marL="0" indent="0">
              <a:buNone/>
            </a:pPr>
            <a:r>
              <a:rPr lang="en-IN" i="1" dirty="0"/>
              <a:t>@Test(dependsOnMethods = {"openApp"})</a:t>
            </a:r>
          </a:p>
          <a:p>
            <a:pPr marL="0" indent="0">
              <a:buNone/>
            </a:pPr>
            <a:r>
              <a:rPr lang="en-IN" i="1" dirty="0"/>
              <a:t>public void login() {    </a:t>
            </a:r>
          </a:p>
          <a:p>
            <a:pPr marL="0" indent="0">
              <a:buNone/>
            </a:pPr>
            <a:r>
              <a:rPr lang="en-IN" i="1" dirty="0"/>
              <a:t>System.out.println("Logging in");</a:t>
            </a:r>
          </a:p>
          <a:p>
            <a:pPr marL="0" indent="0">
              <a:buNone/>
            </a:pPr>
            <a:r>
              <a:rPr lang="en-IN" i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5747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AA6E3-5F86-52EF-4C46-0C409B6A0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- dependsOnGroups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9E151-3561-53B3-B340-75BCC26CE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7" y="1578429"/>
            <a:ext cx="5551714" cy="54210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i="1" dirty="0"/>
              <a:t>@Test(groups = {"init"})</a:t>
            </a:r>
          </a:p>
          <a:p>
            <a:pPr marL="0" indent="0">
              <a:buNone/>
            </a:pPr>
            <a:r>
              <a:rPr lang="en-IN" sz="2000" i="1" dirty="0"/>
              <a:t>public void setupDatabase() {</a:t>
            </a:r>
          </a:p>
          <a:p>
            <a:pPr marL="0" indent="0">
              <a:buNone/>
            </a:pPr>
            <a:r>
              <a:rPr lang="en-IN" sz="2000" i="1" dirty="0"/>
              <a:t>    System.out.println("Setting up DB");</a:t>
            </a:r>
          </a:p>
          <a:p>
            <a:pPr marL="0" indent="0">
              <a:buNone/>
            </a:pPr>
            <a:r>
              <a:rPr lang="en-IN" sz="2000" i="1" dirty="0"/>
              <a:t>}</a:t>
            </a:r>
          </a:p>
          <a:p>
            <a:pPr marL="0" indent="0">
              <a:buNone/>
            </a:pPr>
            <a:r>
              <a:rPr lang="en-IN" sz="2000" i="1" dirty="0"/>
              <a:t>@Test(groups = {"init"})</a:t>
            </a:r>
          </a:p>
          <a:p>
            <a:pPr marL="0" indent="0">
              <a:buNone/>
            </a:pPr>
            <a:r>
              <a:rPr lang="en-IN" sz="2000" i="1" dirty="0"/>
              <a:t>public void setupEnvironment() {</a:t>
            </a:r>
          </a:p>
          <a:p>
            <a:pPr marL="0" indent="0">
              <a:buNone/>
            </a:pPr>
            <a:r>
              <a:rPr lang="en-IN" sz="2000" i="1" dirty="0"/>
              <a:t>    System.out.println("Setting up environment");</a:t>
            </a:r>
          </a:p>
          <a:p>
            <a:pPr marL="0" indent="0">
              <a:buNone/>
            </a:pPr>
            <a:r>
              <a:rPr lang="en-IN" sz="2000" i="1" dirty="0"/>
              <a:t>}</a:t>
            </a:r>
          </a:p>
          <a:p>
            <a:pPr marL="0" indent="0">
              <a:buNone/>
            </a:pPr>
            <a:r>
              <a:rPr lang="en-IN" sz="2000" i="1" dirty="0"/>
              <a:t>@Test(dependsOnGroups = {"init"})</a:t>
            </a:r>
          </a:p>
          <a:p>
            <a:pPr marL="0" indent="0">
              <a:buNone/>
            </a:pPr>
            <a:r>
              <a:rPr lang="en-IN" sz="2000" i="1" dirty="0"/>
              <a:t>public void runTests() {</a:t>
            </a:r>
          </a:p>
          <a:p>
            <a:pPr marL="0" indent="0">
              <a:buNone/>
            </a:pPr>
            <a:r>
              <a:rPr lang="en-IN" sz="2000" i="1" dirty="0"/>
              <a:t>    System.out.println("Running tests");</a:t>
            </a:r>
          </a:p>
          <a:p>
            <a:pPr marL="0" indent="0">
              <a:buNone/>
            </a:pPr>
            <a:r>
              <a:rPr lang="en-IN" sz="2000" i="1" dirty="0"/>
              <a:t>}</a:t>
            </a:r>
          </a:p>
          <a:p>
            <a:pPr marL="0" indent="0">
              <a:buNone/>
            </a:pPr>
            <a:endParaRPr lang="en-IN" sz="20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F05FC0-AFE2-5903-D01F-B8C975C535AC}"/>
              </a:ext>
            </a:extLst>
          </p:cNvPr>
          <p:cNvSpPr txBox="1"/>
          <p:nvPr/>
        </p:nvSpPr>
        <p:spPr>
          <a:xfrm>
            <a:off x="7195457" y="1578429"/>
            <a:ext cx="459377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&lt;!DOCTYPE suite SYSTEM "http://testng.org/testng-1.0.dtd" &gt;</a:t>
            </a:r>
          </a:p>
          <a:p>
            <a:r>
              <a:rPr lang="en-IN" i="1" dirty="0"/>
              <a:t>&lt;suite name="GroupDependencySuite"&gt;</a:t>
            </a:r>
          </a:p>
          <a:p>
            <a:r>
              <a:rPr lang="en-IN" i="1" dirty="0"/>
              <a:t>  &lt;test name="SetupRunTest"&gt;</a:t>
            </a:r>
          </a:p>
          <a:p>
            <a:r>
              <a:rPr lang="en-IN" i="1" dirty="0"/>
              <a:t>    &lt;groups&gt;</a:t>
            </a:r>
          </a:p>
          <a:p>
            <a:r>
              <a:rPr lang="en-IN" i="1" dirty="0"/>
              <a:t>      &lt;run&gt;</a:t>
            </a:r>
          </a:p>
          <a:p>
            <a:r>
              <a:rPr lang="en-IN" i="1" dirty="0"/>
              <a:t>        &lt;include name="setup" /&gt;</a:t>
            </a:r>
          </a:p>
          <a:p>
            <a:r>
              <a:rPr lang="en-IN" i="1" dirty="0"/>
              <a:t>      &lt;/run&gt;</a:t>
            </a:r>
          </a:p>
          <a:p>
            <a:r>
              <a:rPr lang="en-IN" i="1" dirty="0"/>
              <a:t>    &lt;/groups&gt;</a:t>
            </a:r>
          </a:p>
          <a:p>
            <a:r>
              <a:rPr lang="en-IN" i="1" dirty="0"/>
              <a:t>    &lt;classes&gt;</a:t>
            </a:r>
          </a:p>
          <a:p>
            <a:r>
              <a:rPr lang="en-IN" i="1" dirty="0"/>
              <a:t>      &lt;class name="your.package.GroupDependencyTestClass" /&gt;</a:t>
            </a:r>
          </a:p>
          <a:p>
            <a:r>
              <a:rPr lang="en-IN" i="1" dirty="0"/>
              <a:t>    &lt;/classes&gt;</a:t>
            </a:r>
          </a:p>
          <a:p>
            <a:r>
              <a:rPr lang="en-IN" i="1" dirty="0"/>
              <a:t>  &lt;/test&gt;</a:t>
            </a:r>
          </a:p>
          <a:p>
            <a:r>
              <a:rPr lang="en-IN" i="1" dirty="0"/>
              <a:t>&lt;/suite&gt;</a:t>
            </a:r>
          </a:p>
          <a:p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851380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44A79-659F-1297-990A-ED04543DF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- alwaysRun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BB52D-B58E-1493-A1E1-0C46194ED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285" y="1650547"/>
            <a:ext cx="7903029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i="1" dirty="0"/>
              <a:t>@Test</a:t>
            </a:r>
          </a:p>
          <a:p>
            <a:pPr marL="0" indent="0">
              <a:buNone/>
            </a:pPr>
            <a:r>
              <a:rPr lang="en-IN" sz="2400" i="1" dirty="0"/>
              <a:t>public void init() {</a:t>
            </a:r>
          </a:p>
          <a:p>
            <a:pPr marL="0" indent="0">
              <a:buNone/>
            </a:pPr>
            <a:r>
              <a:rPr lang="en-IN" sz="2400" i="1" dirty="0"/>
              <a:t>    Assert.fail("Simulated failure");</a:t>
            </a:r>
          </a:p>
          <a:p>
            <a:pPr marL="0" indent="0">
              <a:buNone/>
            </a:pPr>
            <a:r>
              <a:rPr lang="en-IN" sz="2400" i="1" dirty="0"/>
              <a:t>}</a:t>
            </a:r>
          </a:p>
          <a:p>
            <a:pPr marL="0" indent="0">
              <a:buNone/>
            </a:pPr>
            <a:endParaRPr lang="en-IN" sz="2400" i="1" dirty="0"/>
          </a:p>
          <a:p>
            <a:pPr marL="0" indent="0">
              <a:buNone/>
            </a:pPr>
            <a:r>
              <a:rPr lang="en-IN" sz="2400" i="1" dirty="0"/>
              <a:t>@Test(dependsOnMethods = {"init"},alwaysRun = true)</a:t>
            </a:r>
          </a:p>
          <a:p>
            <a:pPr marL="0" indent="0">
              <a:buNone/>
            </a:pPr>
            <a:r>
              <a:rPr lang="en-IN" sz="2400" i="1" dirty="0"/>
              <a:t>public void cleanup() {</a:t>
            </a:r>
          </a:p>
          <a:p>
            <a:pPr marL="0" indent="0">
              <a:buNone/>
            </a:pPr>
            <a:r>
              <a:rPr lang="en-IN" sz="2400" i="1" dirty="0"/>
              <a:t>    System.out.println("Cleaning up...");</a:t>
            </a:r>
          </a:p>
          <a:p>
            <a:pPr marL="0" indent="0">
              <a:buNone/>
            </a:pPr>
            <a:r>
              <a:rPr lang="en-IN" sz="2400" i="1" dirty="0"/>
              <a:t>}</a:t>
            </a:r>
          </a:p>
          <a:p>
            <a:pPr marL="0" indent="0">
              <a:buNone/>
            </a:pPr>
            <a:endParaRPr lang="en-IN" sz="2400" i="1" dirty="0"/>
          </a:p>
        </p:txBody>
      </p:sp>
    </p:spTree>
    <p:extLst>
      <p:ext uri="{BB962C8B-B14F-4D97-AF65-F5344CB8AC3E}">
        <p14:creationId xmlns:p14="http://schemas.microsoft.com/office/powerpoint/2010/main" val="27844031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A20AB-FCD2-4CF9-AD94-401ED57F4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27026"/>
            <a:ext cx="3290887" cy="2287588"/>
          </a:xfrm>
        </p:spPr>
        <p:txBody>
          <a:bodyPr anchor="ctr">
            <a:normAutofit/>
          </a:bodyPr>
          <a:lstStyle/>
          <a:p>
            <a:r>
              <a:rPr lang="en-GB" sz="3600"/>
              <a:t>DataProvider in TestNG</a:t>
            </a:r>
            <a:endParaRPr lang="en-IN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FAC31-8EAA-38CD-5078-EA26F13CF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27026"/>
            <a:ext cx="7485413" cy="2287587"/>
          </a:xfrm>
        </p:spPr>
        <p:txBody>
          <a:bodyPr anchor="ctr">
            <a:normAutofit/>
          </a:bodyPr>
          <a:lstStyle/>
          <a:p>
            <a:r>
              <a:rPr lang="en-GB" sz="1800"/>
              <a:t>A method that supplies data to a test method</a:t>
            </a:r>
          </a:p>
          <a:p>
            <a:r>
              <a:rPr lang="en-GB" sz="1800"/>
              <a:t>Annotated with </a:t>
            </a:r>
            <a:r>
              <a:rPr lang="en-GB" sz="1800" i="1"/>
              <a:t>@DataProvider</a:t>
            </a:r>
          </a:p>
          <a:p>
            <a:r>
              <a:rPr lang="en-GB" sz="1800"/>
              <a:t>Returns a 2D array of Object[][]</a:t>
            </a:r>
          </a:p>
          <a:p>
            <a:r>
              <a:rPr lang="en-GB" sz="1800"/>
              <a:t>Enables running the same test with multiple data sets</a:t>
            </a:r>
            <a:endParaRPr lang="en-IN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598175-F727-1EBE-2D25-47F4A8DE42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454"/>
          <a:stretch>
            <a:fillRect/>
          </a:stretch>
        </p:blipFill>
        <p:spPr>
          <a:xfrm>
            <a:off x="-9168" y="2763151"/>
            <a:ext cx="12201168" cy="4093262"/>
          </a:xfrm>
          <a:custGeom>
            <a:avLst/>
            <a:gdLst/>
            <a:ahLst/>
            <a:cxnLst/>
            <a:rect l="l" t="t" r="r" b="b"/>
            <a:pathLst>
              <a:path w="12201168" h="4093262">
                <a:moveTo>
                  <a:pt x="12201168" y="0"/>
                </a:moveTo>
                <a:lnTo>
                  <a:pt x="12201168" y="4093262"/>
                </a:lnTo>
                <a:lnTo>
                  <a:pt x="0" y="4093262"/>
                </a:lnTo>
                <a:lnTo>
                  <a:pt x="0" y="49771"/>
                </a:lnTo>
                <a:lnTo>
                  <a:pt x="344880" y="64399"/>
                </a:lnTo>
                <a:cubicBezTo>
                  <a:pt x="3386438" y="213466"/>
                  <a:pt x="6427997" y="534535"/>
                  <a:pt x="9469555" y="167599"/>
                </a:cubicBezTo>
                <a:cubicBezTo>
                  <a:pt x="10229945" y="75865"/>
                  <a:pt x="10990334" y="27132"/>
                  <a:pt x="11750723" y="796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13885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9B673-327B-7594-D273-C0DBA0686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89D82-36C5-B590-50C8-5B9AC5197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i="1" dirty="0"/>
              <a:t>@DataProvider(name = "data-provider")</a:t>
            </a:r>
          </a:p>
          <a:p>
            <a:pPr marL="0" indent="0">
              <a:buNone/>
            </a:pPr>
            <a:r>
              <a:rPr lang="en-IN" i="1" dirty="0"/>
              <a:t>public Object[][] </a:t>
            </a:r>
            <a:r>
              <a:rPr lang="en-IN" i="1" dirty="0" err="1"/>
              <a:t>dpMethod</a:t>
            </a:r>
            <a:r>
              <a:rPr lang="en-IN" i="1" dirty="0"/>
              <a:t>() {  </a:t>
            </a:r>
          </a:p>
          <a:p>
            <a:pPr marL="0" indent="0">
              <a:buNone/>
            </a:pPr>
            <a:r>
              <a:rPr lang="en-IN" i="1" dirty="0"/>
              <a:t>return new Object[][] {    </a:t>
            </a:r>
          </a:p>
          <a:p>
            <a:pPr marL="0" indent="0">
              <a:buNone/>
            </a:pPr>
            <a:r>
              <a:rPr lang="en-IN" i="1" dirty="0"/>
              <a:t>{"First-Value"}, {"Second-Value"}  };}</a:t>
            </a:r>
          </a:p>
          <a:p>
            <a:pPr marL="0" indent="0">
              <a:buNone/>
            </a:pPr>
            <a:endParaRPr lang="en-IN" i="1" dirty="0"/>
          </a:p>
          <a:p>
            <a:pPr marL="0" indent="0">
              <a:buNone/>
            </a:pPr>
            <a:r>
              <a:rPr lang="en-IN" i="1" dirty="0"/>
              <a:t>@Test(dataProvider = "data-provider")</a:t>
            </a:r>
          </a:p>
          <a:p>
            <a:pPr marL="0" indent="0">
              <a:buNone/>
            </a:pPr>
            <a:r>
              <a:rPr lang="en-IN" i="1" dirty="0"/>
              <a:t>public void </a:t>
            </a:r>
            <a:r>
              <a:rPr lang="en-IN" i="1" dirty="0" err="1"/>
              <a:t>myTest</a:t>
            </a:r>
            <a:r>
              <a:rPr lang="en-IN" i="1" dirty="0"/>
              <a:t>(String </a:t>
            </a:r>
            <a:r>
              <a:rPr lang="en-IN" i="1" dirty="0" err="1"/>
              <a:t>val</a:t>
            </a:r>
            <a:r>
              <a:rPr lang="en-IN" i="1" dirty="0"/>
              <a:t>) {  System.out.println("Passed Parameter Is: " + </a:t>
            </a:r>
            <a:r>
              <a:rPr lang="en-IN" i="1" dirty="0" err="1"/>
              <a:t>val</a:t>
            </a:r>
            <a:r>
              <a:rPr lang="en-IN" i="1" dirty="0"/>
              <a:t>);}</a:t>
            </a:r>
          </a:p>
        </p:txBody>
      </p:sp>
    </p:spTree>
    <p:extLst>
      <p:ext uri="{BB962C8B-B14F-4D97-AF65-F5344CB8AC3E}">
        <p14:creationId xmlns:p14="http://schemas.microsoft.com/office/powerpoint/2010/main" val="2422815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5A632B-B15A-489E-8337-BC0F40DB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05262" y="859948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3D326-E0B8-B174-B39D-A5D78AA67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Parallel Execution in TestNG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51547D7-AD18-407B-A5F4-F8225B5D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5452" y="434266"/>
            <a:ext cx="7217701" cy="5922084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2B6A4D-1455-6B9E-0728-44BB3C25CF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5244722"/>
              </p:ext>
            </p:extLst>
          </p:nvPr>
        </p:nvGraphicFramePr>
        <p:xfrm>
          <a:off x="4763911" y="609600"/>
          <a:ext cx="6735443" cy="556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83598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FD2C59-434C-D6D8-01F9-CB255D2B5C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3578" y="1902263"/>
            <a:ext cx="9664846" cy="287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7240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548D9-33F2-0E4E-83E6-E725C8A87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1285"/>
            <a:ext cx="10515600" cy="1325563"/>
          </a:xfrm>
        </p:spPr>
        <p:txBody>
          <a:bodyPr/>
          <a:lstStyle/>
          <a:p>
            <a:r>
              <a:rPr lang="en-GB" dirty="0"/>
              <a:t>Examples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43C85-1296-F1C1-5017-D1D1C5CC9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537" y="1338146"/>
            <a:ext cx="11019263" cy="4838817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Methods:</a:t>
            </a:r>
          </a:p>
          <a:p>
            <a:pPr marL="0" indent="0">
              <a:buNone/>
            </a:pPr>
            <a:r>
              <a:rPr lang="en-GB" i="1" dirty="0"/>
              <a:t>&lt;suite name="Parallel Suite" parallel="methods" thread-count="2"&gt;  &lt;test name="Parallel Test"&gt;    </a:t>
            </a:r>
          </a:p>
          <a:p>
            <a:pPr marL="0" indent="0">
              <a:buNone/>
            </a:pPr>
            <a:r>
              <a:rPr lang="en-GB" i="1" dirty="0"/>
              <a:t>&lt;classes&gt;      </a:t>
            </a:r>
          </a:p>
          <a:p>
            <a:pPr marL="0" indent="0">
              <a:buNone/>
            </a:pPr>
            <a:r>
              <a:rPr lang="en-GB" i="1" dirty="0"/>
              <a:t>&lt;class name="</a:t>
            </a:r>
            <a:r>
              <a:rPr lang="en-GB" i="1" dirty="0" err="1"/>
              <a:t>com.example.MyTestClass</a:t>
            </a:r>
            <a:r>
              <a:rPr lang="en-GB" i="1" dirty="0"/>
              <a:t>"/&gt;   </a:t>
            </a:r>
          </a:p>
          <a:p>
            <a:pPr marL="0" indent="0">
              <a:buNone/>
            </a:pPr>
            <a:r>
              <a:rPr lang="en-GB" i="1" dirty="0"/>
              <a:t> &lt;/classes&gt; </a:t>
            </a:r>
          </a:p>
          <a:p>
            <a:pPr marL="0" indent="0">
              <a:buNone/>
            </a:pPr>
            <a:r>
              <a:rPr lang="en-GB" i="1" dirty="0"/>
              <a:t> &lt;/test&gt;</a:t>
            </a:r>
          </a:p>
          <a:p>
            <a:pPr marL="0" indent="0">
              <a:buNone/>
            </a:pPr>
            <a:r>
              <a:rPr lang="en-GB" i="1" dirty="0"/>
              <a:t>&lt;/suite&gt;</a:t>
            </a:r>
            <a:br>
              <a:rPr lang="en-GB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62203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58206-384A-0794-94A2-80AC6E295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8" y="1542596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Classes:</a:t>
            </a:r>
          </a:p>
          <a:p>
            <a:pPr marL="0" indent="0">
              <a:buNone/>
            </a:pPr>
            <a:r>
              <a:rPr lang="en-GB" i="1" dirty="0"/>
              <a:t>&lt;suite name="Parallel Suite" parallel="classes" thread-count="3"&gt;</a:t>
            </a:r>
          </a:p>
          <a:p>
            <a:pPr marL="0" indent="0">
              <a:buNone/>
            </a:pPr>
            <a:r>
              <a:rPr lang="en-GB" i="1" dirty="0"/>
              <a:t>  &lt;test name="Class Test"&gt;</a:t>
            </a:r>
          </a:p>
          <a:p>
            <a:pPr marL="0" indent="0">
              <a:buNone/>
            </a:pPr>
            <a:r>
              <a:rPr lang="en-GB" i="1" dirty="0"/>
              <a:t>    &lt;classes&gt;</a:t>
            </a:r>
          </a:p>
          <a:p>
            <a:pPr marL="0" indent="0">
              <a:buNone/>
            </a:pPr>
            <a:r>
              <a:rPr lang="en-GB" i="1" dirty="0"/>
              <a:t>      &lt;class name="com.example.Test1"/&gt;</a:t>
            </a:r>
          </a:p>
          <a:p>
            <a:pPr marL="0" indent="0">
              <a:buNone/>
            </a:pPr>
            <a:r>
              <a:rPr lang="en-GB" i="1" dirty="0"/>
              <a:t>      &lt;class name="com.example.Test2"/&gt;</a:t>
            </a:r>
          </a:p>
          <a:p>
            <a:pPr marL="0" indent="0">
              <a:buNone/>
            </a:pPr>
            <a:r>
              <a:rPr lang="en-GB" i="1" dirty="0"/>
              <a:t>      &lt;class name="com.example.Test3"/&gt;</a:t>
            </a:r>
          </a:p>
          <a:p>
            <a:pPr marL="0" indent="0">
              <a:buNone/>
            </a:pPr>
            <a:r>
              <a:rPr lang="en-GB" i="1" dirty="0"/>
              <a:t>    &lt;/classes&gt;</a:t>
            </a:r>
          </a:p>
          <a:p>
            <a:pPr marL="0" indent="0">
              <a:buNone/>
            </a:pPr>
            <a:r>
              <a:rPr lang="en-GB" i="1" dirty="0"/>
              <a:t>  &lt;/test&gt;</a:t>
            </a:r>
          </a:p>
          <a:p>
            <a:pPr marL="0" indent="0">
              <a:buNone/>
            </a:pPr>
            <a:r>
              <a:rPr lang="en-GB" i="1" dirty="0"/>
              <a:t>&lt;/suite&gt;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10468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1EDDD-4D74-EE1E-D35F-64663C7F0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86" y="1020081"/>
            <a:ext cx="10515600" cy="543514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Tests:</a:t>
            </a:r>
          </a:p>
          <a:p>
            <a:pPr marL="0" indent="0">
              <a:buNone/>
            </a:pPr>
            <a:r>
              <a:rPr lang="en-GB" i="1" dirty="0"/>
              <a:t>&lt;suite name="Parallel Suite" parallel="tests" thread-count="2"&gt;</a:t>
            </a:r>
          </a:p>
          <a:p>
            <a:pPr marL="0" indent="0">
              <a:buNone/>
            </a:pPr>
            <a:r>
              <a:rPr lang="en-GB" i="1" dirty="0"/>
              <a:t>  &lt;test name="Chrome Test"&gt;</a:t>
            </a:r>
          </a:p>
          <a:p>
            <a:pPr marL="0" indent="0">
              <a:buNone/>
            </a:pPr>
            <a:r>
              <a:rPr lang="en-GB" i="1" dirty="0"/>
              <a:t>    &lt;classes&gt;</a:t>
            </a:r>
          </a:p>
          <a:p>
            <a:pPr marL="0" indent="0">
              <a:buNone/>
            </a:pPr>
            <a:r>
              <a:rPr lang="en-GB" i="1" dirty="0"/>
              <a:t>      &lt;class name="</a:t>
            </a:r>
            <a:r>
              <a:rPr lang="en-GB" i="1" dirty="0" err="1"/>
              <a:t>com.example.ChromeTests</a:t>
            </a:r>
            <a:r>
              <a:rPr lang="en-GB" i="1" dirty="0"/>
              <a:t>"/&gt;</a:t>
            </a:r>
          </a:p>
          <a:p>
            <a:pPr marL="0" indent="0">
              <a:buNone/>
            </a:pPr>
            <a:r>
              <a:rPr lang="en-GB" i="1" dirty="0"/>
              <a:t>    &lt;/classes&gt;</a:t>
            </a:r>
          </a:p>
          <a:p>
            <a:pPr marL="0" indent="0">
              <a:buNone/>
            </a:pPr>
            <a:r>
              <a:rPr lang="en-GB" i="1" dirty="0"/>
              <a:t>  &lt;/test&gt;</a:t>
            </a:r>
          </a:p>
          <a:p>
            <a:pPr marL="0" indent="0">
              <a:buNone/>
            </a:pPr>
            <a:r>
              <a:rPr lang="en-GB" i="1" dirty="0"/>
              <a:t>  &lt;test name="Firefox Test"&gt;</a:t>
            </a:r>
          </a:p>
          <a:p>
            <a:pPr marL="0" indent="0">
              <a:buNone/>
            </a:pPr>
            <a:r>
              <a:rPr lang="en-GB" i="1" dirty="0"/>
              <a:t>    &lt;classes&gt;</a:t>
            </a:r>
          </a:p>
          <a:p>
            <a:pPr marL="0" indent="0">
              <a:buNone/>
            </a:pPr>
            <a:r>
              <a:rPr lang="en-GB" i="1" dirty="0"/>
              <a:t>      &lt;class name="</a:t>
            </a:r>
            <a:r>
              <a:rPr lang="en-GB" i="1" dirty="0" err="1"/>
              <a:t>com.example.FirefoxTests</a:t>
            </a:r>
            <a:r>
              <a:rPr lang="en-GB" i="1" dirty="0"/>
              <a:t>"/&gt;</a:t>
            </a:r>
          </a:p>
          <a:p>
            <a:pPr marL="0" indent="0">
              <a:buNone/>
            </a:pPr>
            <a:r>
              <a:rPr lang="en-GB" i="1" dirty="0"/>
              <a:t>    &lt;/classes&gt;</a:t>
            </a:r>
          </a:p>
          <a:p>
            <a:pPr marL="0" indent="0">
              <a:buNone/>
            </a:pPr>
            <a:r>
              <a:rPr lang="en-GB" i="1" dirty="0"/>
              <a:t>  &lt;/test&gt;</a:t>
            </a:r>
          </a:p>
          <a:p>
            <a:pPr marL="0" indent="0">
              <a:buNone/>
            </a:pPr>
            <a:r>
              <a:rPr lang="en-GB" i="1" dirty="0"/>
              <a:t>&lt;/suite&gt;</a:t>
            </a:r>
          </a:p>
          <a:p>
            <a:pPr marL="0" indent="0">
              <a:buNone/>
            </a:pP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2052874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6D57B0-1DAE-6BBA-59C4-9D6D56809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GB" sz="4800" dirty="0"/>
              <a:t>Thread- Count – What, Why, &amp; How’s</a:t>
            </a:r>
            <a:endParaRPr lang="en-IN" sz="48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02384-921A-12C4-4F2C-C990C43E6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34" y="2237546"/>
            <a:ext cx="5924879" cy="4233523"/>
          </a:xfrm>
        </p:spPr>
        <p:txBody>
          <a:bodyPr anchor="ctr">
            <a:normAutofit/>
          </a:bodyPr>
          <a:lstStyle/>
          <a:p>
            <a:r>
              <a:rPr lang="en-GB" sz="2000" dirty="0"/>
              <a:t>It defines how many threads TestNG will use to run tests in parallel</a:t>
            </a:r>
          </a:p>
          <a:p>
            <a:r>
              <a:rPr lang="en-GB" sz="2000" dirty="0"/>
              <a:t>The thread-count attribute is set inside the &lt;suite&gt; tag in your testng.xml</a:t>
            </a:r>
          </a:p>
          <a:p>
            <a:r>
              <a:rPr lang="en-GB" sz="2000" b="1" dirty="0"/>
              <a:t>Higher thread count = more tests run at the same time</a:t>
            </a:r>
          </a:p>
          <a:p>
            <a:pPr lvl="1"/>
            <a:r>
              <a:rPr lang="en-GB" sz="2000" dirty="0"/>
              <a:t>If you set thread-count="10" and have 10 test methods, all can run concurrently.</a:t>
            </a:r>
          </a:p>
          <a:p>
            <a:r>
              <a:rPr lang="en-GB" sz="2000" b="1" dirty="0"/>
              <a:t>Lower thread count = fewer concurrent tests</a:t>
            </a:r>
          </a:p>
          <a:p>
            <a:pPr lvl="1"/>
            <a:r>
              <a:rPr lang="en-GB" sz="2000" dirty="0"/>
              <a:t>With thread-count="2", only two test methods run in parallel; others wait in line.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4EC351-A942-C3B1-973B-9DAA1DA45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599508"/>
            <a:ext cx="5150277" cy="2734491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572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4914B-1A16-2E0A-5F5F-C4FD444C9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GB" sz="3600" dirty="0"/>
              <a:t>Verbose in testng.xml</a:t>
            </a:r>
            <a:endParaRPr lang="en-IN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83278C-3AC8-99B1-4667-0D7CA6A272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184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A4488-8F27-5C0A-7009-95ED2345C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Autofit/>
          </a:bodyPr>
          <a:lstStyle/>
          <a:p>
            <a:r>
              <a:rPr lang="en-GB" sz="2400" dirty="0"/>
              <a:t>It sets the logging verbosity level for TestNG</a:t>
            </a:r>
          </a:p>
          <a:p>
            <a:r>
              <a:rPr lang="en-GB" sz="2400" dirty="0"/>
              <a:t>Accepts values from 0 to 10, where:</a:t>
            </a:r>
          </a:p>
          <a:p>
            <a:pPr lvl="1"/>
            <a:r>
              <a:rPr lang="en-GB" dirty="0"/>
              <a:t>0 = minimal output</a:t>
            </a:r>
          </a:p>
          <a:p>
            <a:pPr lvl="1"/>
            <a:r>
              <a:rPr lang="en-GB" dirty="0"/>
              <a:t>10 = maximum detail (includes internal decisions, listener activity, etc.)</a:t>
            </a:r>
          </a:p>
          <a:p>
            <a:r>
              <a:rPr lang="en-GB" sz="2400" dirty="0"/>
              <a:t>Helps with debugging, especially when tests fail or behave unexpectedly.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236099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AC6669-B072-4849-97B3-24C2AC4C7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Cross Browser Testing in TestNG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7CC44-047B-9335-943F-C61F94FFF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b="1" i="1" dirty="0"/>
              <a:t>What is Cross-Browser Testing?</a:t>
            </a:r>
          </a:p>
          <a:p>
            <a:r>
              <a:rPr lang="en-GB" dirty="0"/>
              <a:t>Testing a web application across multiple browsers and platforms</a:t>
            </a:r>
          </a:p>
          <a:p>
            <a:r>
              <a:rPr lang="en-GB" dirty="0"/>
              <a:t>Ensures consistent behavior and appearance</a:t>
            </a:r>
          </a:p>
          <a:p>
            <a:r>
              <a:rPr lang="en-GB" dirty="0"/>
              <a:t>Detects browser-specific bugs and rendering issues</a:t>
            </a:r>
          </a:p>
          <a:p>
            <a:r>
              <a:rPr lang="en-IN" dirty="0"/>
              <a:t>a</a:t>
            </a:r>
          </a:p>
          <a:p>
            <a:pPr marL="0" indent="0">
              <a:buNone/>
            </a:pPr>
            <a:r>
              <a:rPr lang="en-IN" b="1" dirty="0"/>
              <a:t>Cross Browser Testing with TestNG</a:t>
            </a:r>
          </a:p>
          <a:p>
            <a:r>
              <a:rPr lang="en-IN" dirty="0"/>
              <a:t>Achieved by passing parameters as browser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88538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EDF99-54B4-E9DE-E77A-2C7FC1540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830" y="290739"/>
            <a:ext cx="9187542" cy="66761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Test Class</a:t>
            </a:r>
          </a:p>
          <a:p>
            <a:pPr marL="0" indent="0">
              <a:buNone/>
            </a:pPr>
            <a:r>
              <a:rPr lang="en-IN" dirty="0"/>
              <a:t>@Parameters("browser")</a:t>
            </a:r>
          </a:p>
          <a:p>
            <a:pPr marL="0" indent="0">
              <a:buNone/>
            </a:pPr>
            <a:r>
              <a:rPr lang="en-IN" dirty="0"/>
              <a:t>@BeforeClass</a:t>
            </a:r>
          </a:p>
          <a:p>
            <a:pPr marL="0" indent="0">
              <a:buNone/>
            </a:pPr>
            <a:r>
              <a:rPr lang="en-IN" dirty="0"/>
              <a:t>public void setup(String browser) {</a:t>
            </a:r>
          </a:p>
          <a:p>
            <a:pPr marL="0" indent="0">
              <a:buNone/>
            </a:pPr>
            <a:r>
              <a:rPr lang="en-IN" dirty="0"/>
              <a:t>  if (</a:t>
            </a:r>
            <a:r>
              <a:rPr lang="en-IN" dirty="0" err="1"/>
              <a:t>browser.equalsIgnoreCase</a:t>
            </a:r>
            <a:r>
              <a:rPr lang="en-IN" dirty="0"/>
              <a:t>("chrome")) {</a:t>
            </a:r>
          </a:p>
          <a:p>
            <a:pPr marL="0" indent="0">
              <a:buNone/>
            </a:pPr>
            <a:r>
              <a:rPr lang="en-IN" dirty="0"/>
              <a:t>    driver = new ChromeDriver();</a:t>
            </a:r>
          </a:p>
          <a:p>
            <a:pPr marL="0" indent="0">
              <a:buNone/>
            </a:pPr>
            <a:r>
              <a:rPr lang="en-IN" dirty="0"/>
              <a:t>  } else if (</a:t>
            </a:r>
            <a:r>
              <a:rPr lang="en-IN" dirty="0" err="1"/>
              <a:t>browser.equalsIgnoreCase</a:t>
            </a:r>
            <a:r>
              <a:rPr lang="en-IN" dirty="0"/>
              <a:t>("</a:t>
            </a:r>
            <a:r>
              <a:rPr lang="en-IN" dirty="0" err="1"/>
              <a:t>firefox</a:t>
            </a:r>
            <a:r>
              <a:rPr lang="en-IN" dirty="0"/>
              <a:t>")) {</a:t>
            </a:r>
          </a:p>
          <a:p>
            <a:pPr marL="0" indent="0">
              <a:buNone/>
            </a:pPr>
            <a:r>
              <a:rPr lang="en-IN" dirty="0"/>
              <a:t>    driver = new </a:t>
            </a:r>
            <a:r>
              <a:rPr lang="en-IN" dirty="0" err="1"/>
              <a:t>FirefoxDriver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}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driver.get</a:t>
            </a:r>
            <a:r>
              <a:rPr lang="en-IN" dirty="0"/>
              <a:t>("https://example.com");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21154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993756-DBE4-19FE-0724-51F2CFAC882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91885" y="432255"/>
            <a:ext cx="9666515" cy="6099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GB" sz="2400" b="1" dirty="0"/>
              <a:t>XML File:</a:t>
            </a:r>
          </a:p>
          <a:p>
            <a:pPr marL="0" indent="0">
              <a:buNone/>
            </a:pPr>
            <a:r>
              <a:rPr lang="en-GB" sz="2000" dirty="0"/>
              <a:t>&lt;suite name="</a:t>
            </a:r>
            <a:r>
              <a:rPr lang="en-GB" sz="2000" dirty="0" err="1"/>
              <a:t>CrossBrowserSuite</a:t>
            </a:r>
            <a:r>
              <a:rPr lang="en-GB" sz="2000" dirty="0"/>
              <a:t>" parallel="tests" thread-count="2"&gt;</a:t>
            </a:r>
          </a:p>
          <a:p>
            <a:pPr marL="0" indent="0">
              <a:buNone/>
            </a:pPr>
            <a:r>
              <a:rPr lang="en-GB" sz="2000" dirty="0"/>
              <a:t>  &lt;test name="</a:t>
            </a:r>
            <a:r>
              <a:rPr lang="en-GB" sz="2000" dirty="0" err="1"/>
              <a:t>ChromeTest</a:t>
            </a:r>
            <a:r>
              <a:rPr lang="en-GB" sz="2000" dirty="0"/>
              <a:t>"&gt;</a:t>
            </a:r>
          </a:p>
          <a:p>
            <a:pPr marL="0" indent="0">
              <a:buNone/>
            </a:pPr>
            <a:r>
              <a:rPr lang="en-GB" sz="2000" dirty="0"/>
              <a:t>    &lt;parameter name="browser" value="chrome"/&gt;</a:t>
            </a:r>
          </a:p>
          <a:p>
            <a:pPr marL="0" indent="0">
              <a:buNone/>
            </a:pPr>
            <a:r>
              <a:rPr lang="en-GB" sz="2000" dirty="0"/>
              <a:t>    &lt;classes&gt;</a:t>
            </a:r>
          </a:p>
          <a:p>
            <a:pPr marL="0" indent="0">
              <a:buNone/>
            </a:pPr>
            <a:r>
              <a:rPr lang="en-GB" sz="2000" dirty="0"/>
              <a:t>      &lt;class name="</a:t>
            </a:r>
            <a:r>
              <a:rPr lang="en-GB" sz="2000" dirty="0" err="1"/>
              <a:t>com.example.CrossBrowserTest</a:t>
            </a:r>
            <a:r>
              <a:rPr lang="en-GB" sz="2000" dirty="0"/>
              <a:t>"/&gt;</a:t>
            </a:r>
          </a:p>
          <a:p>
            <a:pPr marL="0" indent="0">
              <a:buNone/>
            </a:pPr>
            <a:r>
              <a:rPr lang="en-GB" sz="2000" dirty="0"/>
              <a:t>    &lt;/classes&gt;</a:t>
            </a:r>
          </a:p>
          <a:p>
            <a:pPr marL="0" indent="0">
              <a:buNone/>
            </a:pPr>
            <a:r>
              <a:rPr lang="en-GB" sz="2000" dirty="0"/>
              <a:t>  &lt;/test&gt;</a:t>
            </a:r>
          </a:p>
          <a:p>
            <a:pPr marL="0" indent="0">
              <a:buNone/>
            </a:pPr>
            <a:r>
              <a:rPr lang="en-GB" sz="2000" dirty="0"/>
              <a:t>  &lt;test name="</a:t>
            </a:r>
            <a:r>
              <a:rPr lang="en-GB" sz="2000" dirty="0" err="1"/>
              <a:t>FirefoxTest</a:t>
            </a:r>
            <a:r>
              <a:rPr lang="en-GB" sz="2000" dirty="0"/>
              <a:t>"&gt;</a:t>
            </a:r>
          </a:p>
          <a:p>
            <a:pPr marL="0" indent="0">
              <a:buNone/>
            </a:pPr>
            <a:r>
              <a:rPr lang="en-GB" sz="2000" dirty="0"/>
              <a:t>    &lt;parameter name="browser" value="</a:t>
            </a:r>
            <a:r>
              <a:rPr lang="en-GB" sz="2000" dirty="0" err="1"/>
              <a:t>firefox</a:t>
            </a:r>
            <a:r>
              <a:rPr lang="en-GB" sz="2000" dirty="0"/>
              <a:t>"/&gt;</a:t>
            </a:r>
          </a:p>
          <a:p>
            <a:pPr marL="0" indent="0">
              <a:buNone/>
            </a:pPr>
            <a:r>
              <a:rPr lang="en-GB" sz="2000" dirty="0"/>
              <a:t>    &lt;classes&gt;</a:t>
            </a:r>
          </a:p>
          <a:p>
            <a:pPr marL="0" indent="0">
              <a:buNone/>
            </a:pPr>
            <a:r>
              <a:rPr lang="en-GB" sz="2000" dirty="0"/>
              <a:t>      &lt;class name="</a:t>
            </a:r>
            <a:r>
              <a:rPr lang="en-GB" sz="2000" dirty="0" err="1"/>
              <a:t>com.example.CrossBrowserTest</a:t>
            </a:r>
            <a:r>
              <a:rPr lang="en-GB" sz="2000" dirty="0"/>
              <a:t>"/&gt;</a:t>
            </a:r>
          </a:p>
          <a:p>
            <a:pPr marL="0" indent="0">
              <a:buNone/>
            </a:pPr>
            <a:r>
              <a:rPr lang="en-GB" sz="2000" dirty="0"/>
              <a:t>    &lt;/classes&gt;</a:t>
            </a:r>
          </a:p>
          <a:p>
            <a:pPr marL="0" indent="0">
              <a:buNone/>
            </a:pPr>
            <a:r>
              <a:rPr lang="en-GB" sz="2000" dirty="0"/>
              <a:t>  &lt;/test&gt;</a:t>
            </a:r>
          </a:p>
          <a:p>
            <a:pPr marL="0" indent="0">
              <a:buNone/>
            </a:pPr>
            <a:r>
              <a:rPr lang="en-GB" sz="2000" dirty="0"/>
              <a:t>&lt;/suite&gt;</a:t>
            </a:r>
          </a:p>
        </p:txBody>
      </p:sp>
    </p:spTree>
    <p:extLst>
      <p:ext uri="{BB962C8B-B14F-4D97-AF65-F5344CB8AC3E}">
        <p14:creationId xmlns:p14="http://schemas.microsoft.com/office/powerpoint/2010/main" val="2953178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BAA0BB-CE7F-EA2E-B4F2-CD7D8F45A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Including and Excluding tests in testng file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406FE-D585-93CD-E224-A52997F74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Autofit/>
          </a:bodyPr>
          <a:lstStyle/>
          <a:p>
            <a:r>
              <a:rPr lang="en-GB" sz="2400" dirty="0"/>
              <a:t>Run only specific tests without modifying code</a:t>
            </a:r>
          </a:p>
          <a:p>
            <a:r>
              <a:rPr lang="en-GB" sz="2400" dirty="0"/>
              <a:t>Skip unstable or irrelevant tests</a:t>
            </a:r>
          </a:p>
          <a:p>
            <a:r>
              <a:rPr lang="en-GB" sz="2400" dirty="0"/>
              <a:t>Manage large test suites efficiently</a:t>
            </a:r>
          </a:p>
          <a:p>
            <a:r>
              <a:rPr lang="en-GB" sz="2400" dirty="0"/>
              <a:t>How to Implement:</a:t>
            </a:r>
          </a:p>
          <a:p>
            <a:r>
              <a:rPr lang="en-GB" sz="2400" dirty="0"/>
              <a:t>By method name</a:t>
            </a:r>
          </a:p>
          <a:p>
            <a:pPr lvl="1"/>
            <a:r>
              <a:rPr lang="en-GB" dirty="0"/>
              <a:t>By group name</a:t>
            </a:r>
          </a:p>
          <a:p>
            <a:pPr lvl="1"/>
            <a:r>
              <a:rPr lang="en-GB" dirty="0"/>
              <a:t>By package or class</a:t>
            </a:r>
          </a:p>
          <a:p>
            <a:pPr lvl="1"/>
            <a:r>
              <a:rPr lang="en-GB" dirty="0"/>
              <a:t>Using enabled=false in @Test annotation</a:t>
            </a:r>
          </a:p>
          <a:p>
            <a:pPr lvl="1"/>
            <a:r>
              <a:rPr lang="en-GB" dirty="0"/>
              <a:t>Using &lt;include&gt; and &lt;exclude&gt; tags in testng.xml</a:t>
            </a:r>
          </a:p>
        </p:txBody>
      </p:sp>
    </p:spTree>
    <p:extLst>
      <p:ext uri="{BB962C8B-B14F-4D97-AF65-F5344CB8AC3E}">
        <p14:creationId xmlns:p14="http://schemas.microsoft.com/office/powerpoint/2010/main" val="17961762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2BA76-F7A6-1EDA-1081-B67FD5D7B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1817"/>
            <a:ext cx="10515600" cy="1325563"/>
          </a:xfrm>
        </p:spPr>
        <p:txBody>
          <a:bodyPr/>
          <a:lstStyle/>
          <a:p>
            <a:r>
              <a:rPr lang="en-GB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FD519-73FD-9071-CE61-D4EE61310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3" y="794657"/>
            <a:ext cx="6128657" cy="263434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Tests:</a:t>
            </a:r>
            <a:br>
              <a:rPr lang="en-IN" dirty="0"/>
            </a:br>
            <a:r>
              <a:rPr lang="en-IN" i="1" dirty="0"/>
              <a:t>public class LoginTests {  </a:t>
            </a:r>
          </a:p>
          <a:p>
            <a:pPr marL="0" indent="0">
              <a:buNone/>
            </a:pPr>
            <a:r>
              <a:rPr lang="en-IN" i="1" dirty="0"/>
              <a:t>@Test public void loginValid() {}  </a:t>
            </a:r>
          </a:p>
          <a:p>
            <a:pPr marL="0" indent="0">
              <a:buNone/>
            </a:pPr>
            <a:r>
              <a:rPr lang="en-IN" i="1" dirty="0"/>
              <a:t>@Test public void loginInvalid() {}  </a:t>
            </a:r>
          </a:p>
          <a:p>
            <a:pPr marL="0" indent="0">
              <a:buNone/>
            </a:pPr>
            <a:r>
              <a:rPr lang="en-IN" i="1" dirty="0"/>
              <a:t>@Test public void loginEmptyFields() {}</a:t>
            </a:r>
          </a:p>
          <a:p>
            <a:pPr marL="0" indent="0">
              <a:buNone/>
            </a:pPr>
            <a:r>
              <a:rPr lang="en-IN" i="1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1CC799-835E-48E4-72B3-8D3E5CFD623C}"/>
              </a:ext>
            </a:extLst>
          </p:cNvPr>
          <p:cNvSpPr txBox="1"/>
          <p:nvPr/>
        </p:nvSpPr>
        <p:spPr>
          <a:xfrm>
            <a:off x="6096000" y="2542648"/>
            <a:ext cx="64878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XML: </a:t>
            </a:r>
            <a:br>
              <a:rPr lang="en-IN" sz="2400" dirty="0"/>
            </a:br>
            <a:r>
              <a:rPr lang="en-GB" sz="2400" i="1" dirty="0"/>
              <a:t>&lt;classes&gt;</a:t>
            </a:r>
          </a:p>
          <a:p>
            <a:r>
              <a:rPr lang="en-GB" sz="2400" i="1" dirty="0"/>
              <a:t>  &lt;class name="LoginTests"&gt;</a:t>
            </a:r>
          </a:p>
          <a:p>
            <a:r>
              <a:rPr lang="en-GB" sz="2400" i="1" dirty="0"/>
              <a:t>    &lt;methods&gt;</a:t>
            </a:r>
          </a:p>
          <a:p>
            <a:r>
              <a:rPr lang="en-GB" sz="2400" i="1" dirty="0"/>
              <a:t>      &lt;include name="loginValid"/&gt;</a:t>
            </a:r>
          </a:p>
          <a:p>
            <a:r>
              <a:rPr lang="en-GB" sz="2400" i="1" dirty="0"/>
              <a:t>      &lt;exclude name="loginEmptyFields"/&gt;</a:t>
            </a:r>
          </a:p>
          <a:p>
            <a:r>
              <a:rPr lang="en-GB" sz="2400" i="1" dirty="0"/>
              <a:t>    &lt;/methods&gt;</a:t>
            </a:r>
          </a:p>
          <a:p>
            <a:r>
              <a:rPr lang="en-GB" sz="2400" i="1" dirty="0"/>
              <a:t>  &lt;/class&gt;</a:t>
            </a:r>
          </a:p>
          <a:p>
            <a:r>
              <a:rPr lang="en-GB" sz="2400" i="1" dirty="0"/>
              <a:t>&lt;/classes&gt;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272341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09AFAB-1939-A3B0-EBA8-41C207966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anchor="ctr">
            <a:normAutofit/>
          </a:bodyPr>
          <a:lstStyle/>
          <a:p>
            <a:r>
              <a:rPr lang="en-GB" sz="5400"/>
              <a:t>Reporting in TestNG – TestNG Reports</a:t>
            </a:r>
            <a:endParaRPr lang="en-IN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589E0-ADB0-9380-9722-C4394F53E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1456" y="4222002"/>
            <a:ext cx="6894576" cy="1840121"/>
          </a:xfrm>
        </p:spPr>
        <p:txBody>
          <a:bodyPr anchor="t">
            <a:noAutofit/>
          </a:bodyPr>
          <a:lstStyle/>
          <a:p>
            <a:r>
              <a:rPr lang="en-GB" sz="2000" dirty="0"/>
              <a:t>Reports generated after test execution</a:t>
            </a:r>
          </a:p>
          <a:p>
            <a:r>
              <a:rPr lang="en-GB" sz="2000" dirty="0"/>
              <a:t>Provide summary of passed, failed, and skipped tests</a:t>
            </a:r>
          </a:p>
          <a:p>
            <a:r>
              <a:rPr lang="en-GB" sz="2000" dirty="0"/>
              <a:t>Help in debugging and tracking test results</a:t>
            </a:r>
          </a:p>
          <a:p>
            <a:r>
              <a:rPr lang="en-GB" sz="2000" dirty="0"/>
              <a:t>Available in HTML, XML, and custom formats</a:t>
            </a:r>
            <a:endParaRPr lang="en-IN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9EE6F6-4547-DAB8-7D48-06C2AD7D68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116311"/>
              </p:ext>
            </p:extLst>
          </p:nvPr>
        </p:nvGraphicFramePr>
        <p:xfrm>
          <a:off x="4556759" y="620289"/>
          <a:ext cx="6894577" cy="2805837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40433">
                  <a:extLst>
                    <a:ext uri="{9D8B030D-6E8A-4147-A177-3AD203B41FA5}">
                      <a16:colId xmlns:a16="http://schemas.microsoft.com/office/drawing/2014/main" val="250560958"/>
                    </a:ext>
                  </a:extLst>
                </a:gridCol>
                <a:gridCol w="1508811">
                  <a:extLst>
                    <a:ext uri="{9D8B030D-6E8A-4147-A177-3AD203B41FA5}">
                      <a16:colId xmlns:a16="http://schemas.microsoft.com/office/drawing/2014/main" val="36152757"/>
                    </a:ext>
                  </a:extLst>
                </a:gridCol>
                <a:gridCol w="3145333">
                  <a:extLst>
                    <a:ext uri="{9D8B030D-6E8A-4147-A177-3AD203B41FA5}">
                      <a16:colId xmlns:a16="http://schemas.microsoft.com/office/drawing/2014/main" val="4273552821"/>
                    </a:ext>
                  </a:extLst>
                </a:gridCol>
              </a:tblGrid>
              <a:tr h="42562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Report Type</a:t>
                      </a:r>
                      <a:endParaRPr lang="en-IN" sz="2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835" marR="12835" marT="1283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Location</a:t>
                      </a:r>
                      <a:endParaRPr lang="en-IN" sz="2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835" marR="12835" marT="1283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>
                          <a:effectLst/>
                        </a:rPr>
                        <a:t>Description</a:t>
                      </a:r>
                      <a:endParaRPr lang="en-IN" sz="2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835" marR="12835" marT="12835" marB="0" anchor="ctr"/>
                </a:tc>
                <a:extLst>
                  <a:ext uri="{0D108BD9-81ED-4DB2-BD59-A6C34878D82A}">
                    <a16:rowId xmlns:a16="http://schemas.microsoft.com/office/drawing/2014/main" val="1672361115"/>
                  </a:ext>
                </a:extLst>
              </a:tr>
              <a:tr h="76448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index.html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2835" marR="12835" marT="128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test-output/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2835" marR="12835" marT="128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200" u="none" strike="noStrike">
                          <a:effectLst/>
                        </a:rPr>
                        <a:t>Summary of test suite execution</a:t>
                      </a:r>
                      <a:endParaRPr lang="en-GB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835" marR="12835" marT="12835" marB="0" anchor="ctr"/>
                </a:tc>
                <a:extLst>
                  <a:ext uri="{0D108BD9-81ED-4DB2-BD59-A6C34878D82A}">
                    <a16:rowId xmlns:a16="http://schemas.microsoft.com/office/drawing/2014/main" val="1638744297"/>
                  </a:ext>
                </a:extLst>
              </a:tr>
              <a:tr h="76448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emailable-report.html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2835" marR="12835" marT="128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test-output/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2835" marR="12835" marT="128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200" u="none" strike="noStrike">
                          <a:effectLst/>
                        </a:rPr>
                        <a:t>Email-friendly test summary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835" marR="12835" marT="12835" marB="0" anchor="ctr"/>
                </a:tc>
                <a:extLst>
                  <a:ext uri="{0D108BD9-81ED-4DB2-BD59-A6C34878D82A}">
                    <a16:rowId xmlns:a16="http://schemas.microsoft.com/office/drawing/2014/main" val="2070796280"/>
                  </a:ext>
                </a:extLst>
              </a:tr>
              <a:tr h="425625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testng-results.xml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2835" marR="12835" marT="128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test-output/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2835" marR="12835" marT="128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200" u="none" strike="noStrike">
                          <a:effectLst/>
                        </a:rPr>
                        <a:t>XML report for CI tools</a:t>
                      </a:r>
                      <a:endParaRPr lang="en-GB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835" marR="12835" marT="12835" marB="0" anchor="ctr"/>
                </a:tc>
                <a:extLst>
                  <a:ext uri="{0D108BD9-81ED-4DB2-BD59-A6C34878D82A}">
                    <a16:rowId xmlns:a16="http://schemas.microsoft.com/office/drawing/2014/main" val="916777235"/>
                  </a:ext>
                </a:extLst>
              </a:tr>
              <a:tr h="425625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junitreports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12835" marR="12835" marT="128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200" u="none" strike="noStrike">
                          <a:effectLst/>
                        </a:rPr>
                        <a:t>Optional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835" marR="12835" marT="128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200" u="none" strike="noStrike" dirty="0">
                          <a:effectLst/>
                        </a:rPr>
                        <a:t>JUnit-style XML reports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835" marR="12835" marT="12835" marB="0" anchor="ctr"/>
                </a:tc>
                <a:extLst>
                  <a:ext uri="{0D108BD9-81ED-4DB2-BD59-A6C34878D82A}">
                    <a16:rowId xmlns:a16="http://schemas.microsoft.com/office/drawing/2014/main" val="649397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19010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3FFF9D-550E-25BD-EE82-A7103AF6C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en-GB" sz="5000" dirty="0"/>
              <a:t>TestNG – Emailable Report</a:t>
            </a:r>
            <a:endParaRPr lang="en-IN" sz="5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6902A9-BF28-6887-FBEE-A5CE7976C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6" y="221633"/>
            <a:ext cx="6511880" cy="6381641"/>
          </a:xfrm>
          <a:prstGeom prst="rect">
            <a:avLst/>
          </a:prstGeom>
        </p:spPr>
      </p:pic>
      <p:sp>
        <p:nvSpPr>
          <p:cNvPr id="15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CF512-D2A4-F1AD-A308-B628A16A1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r>
              <a:rPr lang="en-GB" sz="2200" dirty="0"/>
              <a:t>Lightweight HTML report</a:t>
            </a:r>
          </a:p>
          <a:p>
            <a:r>
              <a:rPr lang="en-GB" sz="2200" dirty="0"/>
              <a:t>Shows:</a:t>
            </a:r>
          </a:p>
          <a:p>
            <a:pPr lvl="1"/>
            <a:r>
              <a:rPr lang="en-GB" sz="2200" dirty="0"/>
              <a:t>Total tests run</a:t>
            </a:r>
          </a:p>
          <a:p>
            <a:pPr lvl="1"/>
            <a:r>
              <a:rPr lang="en-GB" sz="2200" dirty="0"/>
              <a:t>Passed, failed, skipped</a:t>
            </a:r>
          </a:p>
          <a:p>
            <a:pPr lvl="1"/>
            <a:r>
              <a:rPr lang="en-GB" sz="2200" dirty="0"/>
              <a:t>Execution time</a:t>
            </a:r>
          </a:p>
          <a:p>
            <a:r>
              <a:rPr lang="en-GB" sz="2200" dirty="0"/>
              <a:t>Can be sent via email or integrated into CI pipelines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8862653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BAD1F-BCEB-7DAC-EC7B-6FEDDEFD0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en-GB" sz="5000"/>
              <a:t>TestNG – Re-run Failed tests</a:t>
            </a:r>
            <a:endParaRPr lang="en-IN" sz="5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5FFDFF-BEBB-26F3-D43F-8968D52F2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7" y="224505"/>
            <a:ext cx="6551995" cy="6273534"/>
          </a:xfrm>
          <a:prstGeom prst="rect">
            <a:avLst/>
          </a:prstGeom>
        </p:spPr>
      </p:pic>
      <p:sp>
        <p:nvSpPr>
          <p:cNvPr id="13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DB541F1-5586-58D8-0932-16297D31C1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39128" y="2664886"/>
            <a:ext cx="4818888" cy="35507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Option 1: Re-run Using 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testng-failed.xml</a:t>
            </a:r>
            <a:endParaRPr kumimoji="0" lang="en-US" altLang="en-US" sz="1700" b="1" i="0" u="none" strike="noStrike" cap="none" normalizeH="0" baseline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After running your test suite, TestNG automatically generates a file called 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testng-failed.xml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in the 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test-output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directory.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This file contains only the failed test methods.</a:t>
            </a:r>
            <a:endParaRPr kumimoji="0" lang="en-US" altLang="en-US" sz="17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Steps: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Run your test suite normally using 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testng.xml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.</a:t>
            </a: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Navigate to the 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test-output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folder.</a:t>
            </a: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Locate 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testng-failed.xml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.</a:t>
            </a: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Run it like any other suite: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6035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5E47D-5909-EF9D-19CF-F07F3C2F0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279853"/>
            <a:ext cx="11898086" cy="6480176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Option 2 – Using IRetryAnalyzer</a:t>
            </a:r>
          </a:p>
          <a:p>
            <a:pPr marL="0" indent="0">
              <a:buNone/>
            </a:pPr>
            <a:r>
              <a:rPr lang="en-IN" i="1" dirty="0"/>
              <a:t>public class RetryAnalyzer implements IRetryAnalyzer {</a:t>
            </a:r>
          </a:p>
          <a:p>
            <a:pPr marL="0" indent="0">
              <a:buNone/>
            </a:pPr>
            <a:r>
              <a:rPr lang="en-IN" i="1" dirty="0"/>
              <a:t>    private int retryCount = 0;</a:t>
            </a:r>
          </a:p>
          <a:p>
            <a:pPr marL="0" indent="0">
              <a:buNone/>
            </a:pPr>
            <a:r>
              <a:rPr lang="en-IN" i="1" dirty="0"/>
              <a:t>    private static final int maxRetryCount = 3;</a:t>
            </a:r>
          </a:p>
          <a:p>
            <a:pPr marL="0" indent="0">
              <a:buNone/>
            </a:pPr>
            <a:r>
              <a:rPr lang="en-IN" i="1" dirty="0"/>
              <a:t>    public boolean retry(ITestResult result) {</a:t>
            </a:r>
          </a:p>
          <a:p>
            <a:pPr marL="0" indent="0">
              <a:buNone/>
            </a:pPr>
            <a:r>
              <a:rPr lang="en-IN" i="1" dirty="0"/>
              <a:t>        if (retryCount &lt; maxRetryCount) {</a:t>
            </a:r>
          </a:p>
          <a:p>
            <a:pPr marL="0" indent="0">
              <a:buNone/>
            </a:pPr>
            <a:r>
              <a:rPr lang="en-IN" i="1" dirty="0"/>
              <a:t>            retryCount++;            </a:t>
            </a:r>
          </a:p>
          <a:p>
            <a:pPr marL="0" indent="0">
              <a:buNone/>
            </a:pPr>
            <a:r>
              <a:rPr lang="en-IN" i="1" dirty="0"/>
              <a:t>	return true;        }</a:t>
            </a:r>
          </a:p>
          <a:p>
            <a:pPr marL="0" indent="0">
              <a:buNone/>
            </a:pPr>
            <a:r>
              <a:rPr lang="en-IN" i="1" dirty="0"/>
              <a:t>        return false;    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F8F499-0D1F-F3DB-D4C9-3431370A18C0}"/>
              </a:ext>
            </a:extLst>
          </p:cNvPr>
          <p:cNvSpPr txBox="1"/>
          <p:nvPr/>
        </p:nvSpPr>
        <p:spPr>
          <a:xfrm>
            <a:off x="5638800" y="4337957"/>
            <a:ext cx="58946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Test class</a:t>
            </a:r>
            <a:r>
              <a:rPr lang="en-GB" sz="2400" dirty="0"/>
              <a:t>:</a:t>
            </a:r>
          </a:p>
          <a:p>
            <a:r>
              <a:rPr lang="en-IN" sz="2400" i="1" dirty="0"/>
              <a:t>@Test(retryAnalyzer = RetryAnalyzer.class)</a:t>
            </a:r>
          </a:p>
          <a:p>
            <a:r>
              <a:rPr lang="en-IN" sz="2400" i="1" dirty="0"/>
              <a:t>public void testMethod() {</a:t>
            </a:r>
          </a:p>
          <a:p>
            <a:r>
              <a:rPr lang="en-IN" sz="2400" i="1" dirty="0"/>
              <a:t>    Assert.fail(); // Simulate failure</a:t>
            </a:r>
          </a:p>
          <a:p>
            <a:r>
              <a:rPr lang="en-IN" sz="2400" i="1" dirty="0"/>
              <a:t>}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383960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C9B3F-E9BE-A256-D4F1-F41B4CBDC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4597747" cy="1616203"/>
          </a:xfrm>
        </p:spPr>
        <p:txBody>
          <a:bodyPr anchor="b">
            <a:normAutofit/>
          </a:bodyPr>
          <a:lstStyle/>
          <a:p>
            <a:r>
              <a:rPr lang="en-GB" sz="3200"/>
              <a:t>Automation Framework	</a:t>
            </a:r>
            <a:endParaRPr lang="en-IN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5ABAE-6CB6-2B62-1E6B-80C2B9DEC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4597746" cy="3447832"/>
          </a:xfrm>
        </p:spPr>
        <p:txBody>
          <a:bodyPr anchor="t">
            <a:normAutofit/>
          </a:bodyPr>
          <a:lstStyle/>
          <a:p>
            <a:r>
              <a:rPr lang="en-GB" sz="2000"/>
              <a:t>A structured approach to automate software testing</a:t>
            </a:r>
          </a:p>
          <a:p>
            <a:r>
              <a:rPr lang="en-GB" sz="2000"/>
              <a:t>Provides guidelines, tools, and reusable components</a:t>
            </a:r>
          </a:p>
          <a:p>
            <a:r>
              <a:rPr lang="en-GB" sz="2000"/>
              <a:t>Ensures consistency, scalability, and maintainability</a:t>
            </a:r>
          </a:p>
          <a:p>
            <a:r>
              <a:rPr lang="en-GB" sz="2000"/>
              <a:t>Acts as a foundation for test automation projects</a:t>
            </a:r>
          </a:p>
          <a:p>
            <a:endParaRPr lang="en-IN" sz="2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599FB2-6FDD-36D0-B2CE-8C316ABEB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662764"/>
            <a:ext cx="5319062" cy="34573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566183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F59E63-99E9-320C-4EBC-ADC13ADE1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4" y="1676400"/>
            <a:ext cx="3810000" cy="3505200"/>
          </a:xfrm>
        </p:spPr>
        <p:txBody>
          <a:bodyPr anchor="t">
            <a:normAutofit/>
          </a:bodyPr>
          <a:lstStyle/>
          <a:p>
            <a:r>
              <a:rPr lang="en-GB" sz="4000"/>
              <a:t>Automation Framework – Key Objectives</a:t>
            </a:r>
            <a:endParaRPr lang="en-IN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CD12F-95E5-855E-09DD-70692C80D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4" y="1676400"/>
            <a:ext cx="5638796" cy="3505200"/>
          </a:xfrm>
        </p:spPr>
        <p:txBody>
          <a:bodyPr>
            <a:normAutofit/>
          </a:bodyPr>
          <a:lstStyle/>
          <a:p>
            <a:r>
              <a:rPr lang="en-GB" sz="2400">
                <a:solidFill>
                  <a:schemeClr val="tx1">
                    <a:alpha val="55000"/>
                  </a:schemeClr>
                </a:solidFill>
              </a:rPr>
              <a:t>Reduce manual effort and human error</a:t>
            </a:r>
          </a:p>
          <a:p>
            <a:r>
              <a:rPr lang="en-GB" sz="2400">
                <a:solidFill>
                  <a:schemeClr val="tx1">
                    <a:alpha val="55000"/>
                  </a:schemeClr>
                </a:solidFill>
              </a:rPr>
              <a:t>Improve test coverage and reliability</a:t>
            </a:r>
          </a:p>
          <a:p>
            <a:r>
              <a:rPr lang="en-GB" sz="2400">
                <a:solidFill>
                  <a:schemeClr val="tx1">
                    <a:alpha val="55000"/>
                  </a:schemeClr>
                </a:solidFill>
              </a:rPr>
              <a:t>Enable faster regression cycles</a:t>
            </a:r>
          </a:p>
          <a:p>
            <a:r>
              <a:rPr lang="en-GB" sz="2400">
                <a:solidFill>
                  <a:schemeClr val="tx1">
                    <a:alpha val="55000"/>
                  </a:schemeClr>
                </a:solidFill>
              </a:rPr>
              <a:t>Support CI/CD integration</a:t>
            </a:r>
          </a:p>
          <a:p>
            <a:r>
              <a:rPr lang="en-GB" sz="2400">
                <a:solidFill>
                  <a:schemeClr val="tx1">
                    <a:alpha val="55000"/>
                  </a:schemeClr>
                </a:solidFill>
              </a:rPr>
              <a:t>Facilitate reusable and modular test scripts</a:t>
            </a:r>
            <a:endParaRPr lang="en-IN" sz="2400">
              <a:solidFill>
                <a:schemeClr val="tx1">
                  <a:alpha val="5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7517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C4C3F-4021-F66E-13F9-6E3607A7E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0820" y="741391"/>
            <a:ext cx="6705206" cy="1616203"/>
          </a:xfrm>
        </p:spPr>
        <p:txBody>
          <a:bodyPr anchor="ctr">
            <a:normAutofit/>
          </a:bodyPr>
          <a:lstStyle/>
          <a:p>
            <a:pPr algn="ctr"/>
            <a:r>
              <a:rPr lang="en-GB" sz="3200"/>
              <a:t>Types of Frameworks</a:t>
            </a:r>
            <a:endParaRPr lang="en-IN" sz="32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17ED9EE-380C-224B-8619-61C6C01B1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BEA0657-2676-EBD0-330D-2DE1D716D6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ABD4BE5-70D5-796C-F818-10F0570E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0859E81-A87A-C5A7-BA98-60C915E155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0255434"/>
              </p:ext>
            </p:extLst>
          </p:nvPr>
        </p:nvGraphicFramePr>
        <p:xfrm>
          <a:off x="838200" y="2819997"/>
          <a:ext cx="10477499" cy="3150700"/>
        </p:xfrm>
        <a:graphic>
          <a:graphicData uri="http://schemas.openxmlformats.org/drawingml/2006/table">
            <a:tbl>
              <a:tblPr/>
              <a:tblGrid>
                <a:gridCol w="3690717">
                  <a:extLst>
                    <a:ext uri="{9D8B030D-6E8A-4147-A177-3AD203B41FA5}">
                      <a16:colId xmlns:a16="http://schemas.microsoft.com/office/drawing/2014/main" val="2575860228"/>
                    </a:ext>
                  </a:extLst>
                </a:gridCol>
                <a:gridCol w="6786782">
                  <a:extLst>
                    <a:ext uri="{9D8B030D-6E8A-4147-A177-3AD203B41FA5}">
                      <a16:colId xmlns:a16="http://schemas.microsoft.com/office/drawing/2014/main" val="2851996333"/>
                    </a:ext>
                  </a:extLst>
                </a:gridCol>
              </a:tblGrid>
              <a:tr h="4501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Framework Type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74" marR="13574" marT="135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74" marR="13574" marT="135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118714"/>
                  </a:ext>
                </a:extLst>
              </a:tr>
              <a:tr h="4501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Linear Scripting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74" marR="13574" marT="135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Record and playback; simple but not reusable</a:t>
                      </a:r>
                      <a:endParaRPr lang="en-GB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74" marR="13574" marT="135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401631"/>
                  </a:ext>
                </a:extLst>
              </a:tr>
              <a:tr h="4501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Modular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74" marR="13574" marT="135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Breaks tests into reusable modules</a:t>
                      </a:r>
                      <a:endParaRPr lang="en-GB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74" marR="13574" marT="135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41035"/>
                  </a:ext>
                </a:extLst>
              </a:tr>
              <a:tr h="4501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Data-Driven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74" marR="13574" marT="135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Uses external data sources for inputs</a:t>
                      </a:r>
                      <a:endParaRPr lang="en-GB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74" marR="13574" marT="135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49125"/>
                  </a:ext>
                </a:extLst>
              </a:tr>
              <a:tr h="4501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Keyword-Driven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74" marR="13574" marT="135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Uses keywords to represent actions</a:t>
                      </a:r>
                      <a:endParaRPr lang="en-GB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74" marR="13574" marT="135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983041"/>
                  </a:ext>
                </a:extLst>
              </a:tr>
              <a:tr h="4501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Hybrid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74" marR="13574" marT="135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Combines multiple frameworks for flexibility</a:t>
                      </a:r>
                      <a:endParaRPr lang="en-GB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74" marR="13574" marT="135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479113"/>
                  </a:ext>
                </a:extLst>
              </a:tr>
              <a:tr h="4501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Behavior-Driven</a:t>
                      </a:r>
                      <a:endParaRPr lang="en-IN" sz="3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74" marR="13574" marT="135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Uses Gherkin syntax (e.g., Cucumber) for collaboration</a:t>
                      </a:r>
                      <a:endParaRPr lang="en-GB" sz="3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74" marR="13574" marT="135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857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3665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4A572-F7E9-7735-BC0B-E04D0588D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Major Components of a Framework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B685C7-B584-D6D7-FAC9-79D9695F41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547335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94567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D81E36-306A-E72B-642E-E1A78ADB7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21715"/>
            <a:ext cx="6346371" cy="269234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Framework – A First Look</a:t>
            </a:r>
            <a:b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E2A56E-58E4-FC89-97A0-F36D82B54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907" y="854408"/>
            <a:ext cx="5163022" cy="4771184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1991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022CA72-2A63-428F-B586-37BA5AB6D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50F50F-D477-7CBC-D679-FAE1C6352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4495568"/>
            <a:ext cx="3861960" cy="1905232"/>
          </a:xfrm>
        </p:spPr>
        <p:txBody>
          <a:bodyPr anchor="ctr">
            <a:normAutofit/>
          </a:bodyPr>
          <a:lstStyle/>
          <a:p>
            <a:r>
              <a:rPr lang="en-GB" sz="3200"/>
              <a:t>Data Driven Framework</a:t>
            </a:r>
            <a:endParaRPr lang="en-IN" sz="32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-1"/>
            <a:ext cx="11231745" cy="4131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510530-11A6-7996-ACB0-55A0D25DA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782" y="217714"/>
            <a:ext cx="5397214" cy="359228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837444" y="5460209"/>
            <a:ext cx="179036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72679-2F33-EE60-48F8-88C49BB5A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4495568"/>
            <a:ext cx="6586915" cy="1905232"/>
          </a:xfrm>
        </p:spPr>
        <p:txBody>
          <a:bodyPr anchor="ctr">
            <a:normAutofit/>
          </a:bodyPr>
          <a:lstStyle/>
          <a:p>
            <a:r>
              <a:rPr lang="en-GB" sz="1800"/>
              <a:t>A test automation design pattern that separates test logic from test data</a:t>
            </a:r>
          </a:p>
          <a:p>
            <a:r>
              <a:rPr lang="en-GB" sz="1800"/>
              <a:t>Allows execution of the same test script with multiple sets of input data</a:t>
            </a:r>
          </a:p>
          <a:p>
            <a:r>
              <a:rPr lang="en-GB" sz="1800"/>
              <a:t>Promotes reusability, scalability, and maintainability</a:t>
            </a:r>
            <a:endParaRPr lang="en-IN" sz="18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5C2E7CE-81E7-AB21-95C5-67E7E0D8F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59478"/>
              </p:ext>
            </p:extLst>
          </p:nvPr>
        </p:nvGraphicFramePr>
        <p:xfrm>
          <a:off x="6297264" y="688138"/>
          <a:ext cx="5136795" cy="2778471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88468">
                  <a:extLst>
                    <a:ext uri="{9D8B030D-6E8A-4147-A177-3AD203B41FA5}">
                      <a16:colId xmlns:a16="http://schemas.microsoft.com/office/drawing/2014/main" val="2510134942"/>
                    </a:ext>
                  </a:extLst>
                </a:gridCol>
                <a:gridCol w="3148327">
                  <a:extLst>
                    <a:ext uri="{9D8B030D-6E8A-4147-A177-3AD203B41FA5}">
                      <a16:colId xmlns:a16="http://schemas.microsoft.com/office/drawing/2014/main" val="3220950806"/>
                    </a:ext>
                  </a:extLst>
                </a:gridCol>
              </a:tblGrid>
              <a:tr h="32927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900" u="none" strike="noStrike">
                          <a:effectLst/>
                        </a:rPr>
                        <a:t>Feature</a:t>
                      </a:r>
                      <a:endParaRPr lang="en-IN" sz="1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491" marR="10491" marT="104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900" u="none" strike="noStrike">
                          <a:effectLst/>
                        </a:rPr>
                        <a:t>Description</a:t>
                      </a:r>
                      <a:endParaRPr lang="en-IN" sz="1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491" marR="10491" marT="10491" marB="0" anchor="ctr"/>
                </a:tc>
                <a:extLst>
                  <a:ext uri="{0D108BD9-81ED-4DB2-BD59-A6C34878D82A}">
                    <a16:rowId xmlns:a16="http://schemas.microsoft.com/office/drawing/2014/main" val="203676253"/>
                  </a:ext>
                </a:extLst>
              </a:tr>
              <a:tr h="6123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>
                          <a:effectLst/>
                        </a:rPr>
                        <a:t>Parameterization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491" marR="10491" marT="1049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900" u="none" strike="noStrike">
                          <a:effectLst/>
                        </a:rPr>
                        <a:t>Inputs are externalized (e.g., Excel, CSV, DB)</a:t>
                      </a:r>
                      <a:endParaRPr lang="en-GB" sz="1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491" marR="10491" marT="10491" marB="0" anchor="ctr"/>
                </a:tc>
                <a:extLst>
                  <a:ext uri="{0D108BD9-81ED-4DB2-BD59-A6C34878D82A}">
                    <a16:rowId xmlns:a16="http://schemas.microsoft.com/office/drawing/2014/main" val="2887473539"/>
                  </a:ext>
                </a:extLst>
              </a:tr>
              <a:tr h="6123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>
                          <a:effectLst/>
                        </a:rPr>
                        <a:t>Reusable Test Scripts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491" marR="10491" marT="1049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900" u="none" strike="noStrike">
                          <a:effectLst/>
                        </a:rPr>
                        <a:t>Same script runs with different data sets</a:t>
                      </a:r>
                      <a:endParaRPr lang="en-GB" sz="1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491" marR="10491" marT="10491" marB="0" anchor="ctr"/>
                </a:tc>
                <a:extLst>
                  <a:ext uri="{0D108BD9-81ED-4DB2-BD59-A6C34878D82A}">
                    <a16:rowId xmlns:a16="http://schemas.microsoft.com/office/drawing/2014/main" val="36112172"/>
                  </a:ext>
                </a:extLst>
              </a:tr>
              <a:tr h="6123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>
                          <a:effectLst/>
                        </a:rPr>
                        <a:t>Separation of Concerns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491" marR="10491" marT="1049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900" u="none" strike="noStrike">
                          <a:effectLst/>
                        </a:rPr>
                        <a:t>Logic and data are decoupled</a:t>
                      </a:r>
                      <a:endParaRPr lang="en-GB" sz="1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491" marR="10491" marT="10491" marB="0" anchor="ctr"/>
                </a:tc>
                <a:extLst>
                  <a:ext uri="{0D108BD9-81ED-4DB2-BD59-A6C34878D82A}">
                    <a16:rowId xmlns:a16="http://schemas.microsoft.com/office/drawing/2014/main" val="2423599922"/>
                  </a:ext>
                </a:extLst>
              </a:tr>
              <a:tr h="6123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>
                          <a:effectLst/>
                        </a:rPr>
                        <a:t>Easy Maintenance</a:t>
                      </a:r>
                      <a:endParaRPr lang="en-IN" sz="1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491" marR="10491" marT="1049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900" u="none" strike="noStrike">
                          <a:effectLst/>
                        </a:rPr>
                        <a:t>Update data without touching code</a:t>
                      </a:r>
                      <a:endParaRPr lang="en-GB" sz="1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491" marR="10491" marT="10491" marB="0" anchor="ctr"/>
                </a:tc>
                <a:extLst>
                  <a:ext uri="{0D108BD9-81ED-4DB2-BD59-A6C34878D82A}">
                    <a16:rowId xmlns:a16="http://schemas.microsoft.com/office/drawing/2014/main" val="2630606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3411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472DE8-E58B-4D56-BA61-C69C601DC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83ACFC-B25E-402F-BBD8-E42034CDD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76818"/>
          </a:xfrm>
          <a:custGeom>
            <a:avLst/>
            <a:gdLst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255823 w 12192000"/>
              <a:gd name="connsiteY110" fmla="*/ 1704850 h 2237474"/>
              <a:gd name="connsiteX111" fmla="*/ 6098321 w 12192000"/>
              <a:gd name="connsiteY111" fmla="*/ 1721646 h 2237474"/>
              <a:gd name="connsiteX112" fmla="*/ 5880652 w 12192000"/>
              <a:gd name="connsiteY112" fmla="*/ 1779643 h 2237474"/>
              <a:gd name="connsiteX113" fmla="*/ 5785959 w 12192000"/>
              <a:gd name="connsiteY113" fmla="*/ 1775307 h 2237474"/>
              <a:gd name="connsiteX114" fmla="*/ 5643534 w 12192000"/>
              <a:gd name="connsiteY114" fmla="*/ 1802919 h 2237474"/>
              <a:gd name="connsiteX115" fmla="*/ 5518799 w 12192000"/>
              <a:gd name="connsiteY115" fmla="*/ 1818312 h 2237474"/>
              <a:gd name="connsiteX116" fmla="*/ 5505014 w 12192000"/>
              <a:gd name="connsiteY116" fmla="*/ 1819259 h 2237474"/>
              <a:gd name="connsiteX117" fmla="*/ 5499949 w 12192000"/>
              <a:gd name="connsiteY117" fmla="*/ 1814490 h 2237474"/>
              <a:gd name="connsiteX118" fmla="*/ 5453307 w 12192000"/>
              <a:gd name="connsiteY118" fmla="*/ 1815450 h 2237474"/>
              <a:gd name="connsiteX119" fmla="*/ 5364192 w 12192000"/>
              <a:gd name="connsiteY119" fmla="*/ 1826074 h 2237474"/>
              <a:gd name="connsiteX120" fmla="*/ 5350380 w 12192000"/>
              <a:gd name="connsiteY120" fmla="*/ 1830891 h 2237474"/>
              <a:gd name="connsiteX121" fmla="*/ 5259633 w 12192000"/>
              <a:gd name="connsiteY121" fmla="*/ 1837160 h 2237474"/>
              <a:gd name="connsiteX122" fmla="*/ 5197513 w 12192000"/>
              <a:gd name="connsiteY122" fmla="*/ 1844718 h 2237474"/>
              <a:gd name="connsiteX123" fmla="*/ 5184170 w 12192000"/>
              <a:gd name="connsiteY123" fmla="*/ 1849402 h 2237474"/>
              <a:gd name="connsiteX124" fmla="*/ 5168852 w 12192000"/>
              <a:gd name="connsiteY124" fmla="*/ 1844846 h 2237474"/>
              <a:gd name="connsiteX125" fmla="*/ 5164370 w 12192000"/>
              <a:gd name="connsiteY125" fmla="*/ 1840597 h 2237474"/>
              <a:gd name="connsiteX126" fmla="*/ 5114927 w 12192000"/>
              <a:gd name="connsiteY126" fmla="*/ 1847827 h 2237474"/>
              <a:gd name="connsiteX127" fmla="*/ 5108970 w 12192000"/>
              <a:gd name="connsiteY127" fmla="*/ 1847935 h 2237474"/>
              <a:gd name="connsiteX128" fmla="*/ 5067961 w 12192000"/>
              <a:gd name="connsiteY128" fmla="*/ 1845917 h 2237474"/>
              <a:gd name="connsiteX129" fmla="*/ 5007075 w 12192000"/>
              <a:gd name="connsiteY129" fmla="*/ 1838626 h 2237474"/>
              <a:gd name="connsiteX130" fmla="*/ 4944087 w 12192000"/>
              <a:gd name="connsiteY130" fmla="*/ 1823332 h 2237474"/>
              <a:gd name="connsiteX131" fmla="*/ 4907662 w 12192000"/>
              <a:gd name="connsiteY131" fmla="*/ 1816900 h 2237474"/>
              <a:gd name="connsiteX132" fmla="*/ 4882386 w 12192000"/>
              <a:gd name="connsiteY132" fmla="*/ 1809844 h 2237474"/>
              <a:gd name="connsiteX133" fmla="*/ 4811440 w 12192000"/>
              <a:gd name="connsiteY133" fmla="*/ 1804655 h 2237474"/>
              <a:gd name="connsiteX134" fmla="*/ 4691075 w 12192000"/>
              <a:gd name="connsiteY134" fmla="*/ 1801389 h 2237474"/>
              <a:gd name="connsiteX135" fmla="*/ 4647449 w 12192000"/>
              <a:gd name="connsiteY135" fmla="*/ 1793181 h 2237474"/>
              <a:gd name="connsiteX136" fmla="*/ 4645504 w 12192000"/>
              <a:gd name="connsiteY136" fmla="*/ 1787606 h 2237474"/>
              <a:gd name="connsiteX137" fmla="*/ 4632229 w 12192000"/>
              <a:gd name="connsiteY137" fmla="*/ 1785815 h 2237474"/>
              <a:gd name="connsiteX138" fmla="*/ 4629273 w 12192000"/>
              <a:gd name="connsiteY138" fmla="*/ 1784355 h 2237474"/>
              <a:gd name="connsiteX139" fmla="*/ 4611738 w 12192000"/>
              <a:gd name="connsiteY139" fmla="*/ 1776964 h 2237474"/>
              <a:gd name="connsiteX140" fmla="*/ 4560070 w 12192000"/>
              <a:gd name="connsiteY140" fmla="*/ 1785640 h 2237474"/>
              <a:gd name="connsiteX141" fmla="*/ 4536503 w 12192000"/>
              <a:gd name="connsiteY141" fmla="*/ 1785334 h 2237474"/>
              <a:gd name="connsiteX142" fmla="*/ 4513724 w 12192000"/>
              <a:gd name="connsiteY142" fmla="*/ 1791996 h 2237474"/>
              <a:gd name="connsiteX143" fmla="*/ 4501513 w 12192000"/>
              <a:gd name="connsiteY143" fmla="*/ 1799835 h 2237474"/>
              <a:gd name="connsiteX144" fmla="*/ 4459076 w 12192000"/>
              <a:gd name="connsiteY144" fmla="*/ 1813003 h 2237474"/>
              <a:gd name="connsiteX145" fmla="*/ 4459810 w 12192000"/>
              <a:gd name="connsiteY145" fmla="*/ 1797886 h 2237474"/>
              <a:gd name="connsiteX146" fmla="*/ 4379064 w 12192000"/>
              <a:gd name="connsiteY146" fmla="*/ 1817177 h 2237474"/>
              <a:gd name="connsiteX147" fmla="*/ 4319209 w 12192000"/>
              <a:gd name="connsiteY147" fmla="*/ 1834833 h 2237474"/>
              <a:gd name="connsiteX148" fmla="*/ 4306907 w 12192000"/>
              <a:gd name="connsiteY148" fmla="*/ 1841641 h 2237474"/>
              <a:gd name="connsiteX149" fmla="*/ 4290981 w 12192000"/>
              <a:gd name="connsiteY149" fmla="*/ 1839677 h 2237474"/>
              <a:gd name="connsiteX150" fmla="*/ 4285792 w 12192000"/>
              <a:gd name="connsiteY150" fmla="*/ 1836231 h 2237474"/>
              <a:gd name="connsiteX151" fmla="*/ 4238372 w 12192000"/>
              <a:gd name="connsiteY151" fmla="*/ 1851480 h 2237474"/>
              <a:gd name="connsiteX152" fmla="*/ 4232517 w 12192000"/>
              <a:gd name="connsiteY152" fmla="*/ 1852567 h 2237474"/>
              <a:gd name="connsiteX153" fmla="*/ 4191732 w 12192000"/>
              <a:gd name="connsiteY153" fmla="*/ 1857328 h 2237474"/>
              <a:gd name="connsiteX154" fmla="*/ 4065532 w 12192000"/>
              <a:gd name="connsiteY154" fmla="*/ 1855477 h 2237474"/>
              <a:gd name="connsiteX155" fmla="*/ 4028460 w 12192000"/>
              <a:gd name="connsiteY155" fmla="*/ 1855137 h 2237474"/>
              <a:gd name="connsiteX156" fmla="*/ 4002267 w 12192000"/>
              <a:gd name="connsiteY156" fmla="*/ 1852352 h 2237474"/>
              <a:gd name="connsiteX157" fmla="*/ 3931396 w 12192000"/>
              <a:gd name="connsiteY157" fmla="*/ 1858915 h 2237474"/>
              <a:gd name="connsiteX158" fmla="*/ 3812162 w 12192000"/>
              <a:gd name="connsiteY158" fmla="*/ 1875501 h 2237474"/>
              <a:gd name="connsiteX159" fmla="*/ 3767672 w 12192000"/>
              <a:gd name="connsiteY159" fmla="*/ 1874600 h 2237474"/>
              <a:gd name="connsiteX160" fmla="*/ 3764741 w 12192000"/>
              <a:gd name="connsiteY160" fmla="*/ 1869433 h 2237474"/>
              <a:gd name="connsiteX161" fmla="*/ 3751332 w 12192000"/>
              <a:gd name="connsiteY161" fmla="*/ 1869854 h 2237474"/>
              <a:gd name="connsiteX162" fmla="*/ 3748155 w 12192000"/>
              <a:gd name="connsiteY162" fmla="*/ 1868903 h 2237474"/>
              <a:gd name="connsiteX163" fmla="*/ 3729530 w 12192000"/>
              <a:gd name="connsiteY163" fmla="*/ 1864513 h 2237474"/>
              <a:gd name="connsiteX164" fmla="*/ 3680177 w 12192000"/>
              <a:gd name="connsiteY164" fmla="*/ 1881552 h 2237474"/>
              <a:gd name="connsiteX165" fmla="*/ 3567259 w 12192000"/>
              <a:gd name="connsiteY165" fmla="*/ 1893482 h 2237474"/>
              <a:gd name="connsiteX166" fmla="*/ 3405770 w 12192000"/>
              <a:gd name="connsiteY166" fmla="*/ 1904591 h 2237474"/>
              <a:gd name="connsiteX167" fmla="*/ 3280097 w 12192000"/>
              <a:gd name="connsiteY167" fmla="*/ 1919610 h 2237474"/>
              <a:gd name="connsiteX168" fmla="*/ 3123424 w 12192000"/>
              <a:gd name="connsiteY168" fmla="*/ 1952930 h 2237474"/>
              <a:gd name="connsiteX169" fmla="*/ 3009910 w 12192000"/>
              <a:gd name="connsiteY169" fmla="*/ 1957866 h 2237474"/>
              <a:gd name="connsiteX170" fmla="*/ 2995934 w 12192000"/>
              <a:gd name="connsiteY170" fmla="*/ 1967085 h 2237474"/>
              <a:gd name="connsiteX171" fmla="*/ 2980071 w 12192000"/>
              <a:gd name="connsiteY171" fmla="*/ 1972988 h 2237474"/>
              <a:gd name="connsiteX172" fmla="*/ 2978094 w 12192000"/>
              <a:gd name="connsiteY172" fmla="*/ 1972369 h 2237474"/>
              <a:gd name="connsiteX173" fmla="*/ 2942858 w 12192000"/>
              <a:gd name="connsiteY173" fmla="*/ 1981367 h 2237474"/>
              <a:gd name="connsiteX174" fmla="*/ 2875436 w 12192000"/>
              <a:gd name="connsiteY174" fmla="*/ 1996977 h 2237474"/>
              <a:gd name="connsiteX175" fmla="*/ 2874892 w 12192000"/>
              <a:gd name="connsiteY175" fmla="*/ 1996085 h 2237474"/>
              <a:gd name="connsiteX176" fmla="*/ 2864145 w 12192000"/>
              <a:gd name="connsiteY176" fmla="*/ 1994061 h 2237474"/>
              <a:gd name="connsiteX177" fmla="*/ 2843662 w 12192000"/>
              <a:gd name="connsiteY177" fmla="*/ 1992498 h 2237474"/>
              <a:gd name="connsiteX178" fmla="*/ 2796128 w 12192000"/>
              <a:gd name="connsiteY178" fmla="*/ 1976403 h 2237474"/>
              <a:gd name="connsiteX179" fmla="*/ 2756784 w 12192000"/>
              <a:gd name="connsiteY179" fmla="*/ 1985116 h 2237474"/>
              <a:gd name="connsiteX180" fmla="*/ 2748833 w 12192000"/>
              <a:gd name="connsiteY180" fmla="*/ 1986323 h 2237474"/>
              <a:gd name="connsiteX181" fmla="*/ 2748661 w 12192000"/>
              <a:gd name="connsiteY181" fmla="*/ 1986122 h 2237474"/>
              <a:gd name="connsiteX182" fmla="*/ 2740251 w 12192000"/>
              <a:gd name="connsiteY182" fmla="*/ 1986946 h 2237474"/>
              <a:gd name="connsiteX183" fmla="*/ 2718916 w 12192000"/>
              <a:gd name="connsiteY183" fmla="*/ 1990867 h 2237474"/>
              <a:gd name="connsiteX184" fmla="*/ 2713522 w 12192000"/>
              <a:gd name="connsiteY184" fmla="*/ 1990173 h 2237474"/>
              <a:gd name="connsiteX185" fmla="*/ 2680597 w 12192000"/>
              <a:gd name="connsiteY185" fmla="*/ 1984996 h 2237474"/>
              <a:gd name="connsiteX186" fmla="*/ 2578178 w 12192000"/>
              <a:gd name="connsiteY186" fmla="*/ 1990531 h 2237474"/>
              <a:gd name="connsiteX187" fmla="*/ 2476147 w 12192000"/>
              <a:gd name="connsiteY187" fmla="*/ 1998305 h 2237474"/>
              <a:gd name="connsiteX188" fmla="*/ 2373568 w 12192000"/>
              <a:gd name="connsiteY188" fmla="*/ 2003219 h 2237474"/>
              <a:gd name="connsiteX189" fmla="*/ 2321399 w 12192000"/>
              <a:gd name="connsiteY189" fmla="*/ 1989467 h 2237474"/>
              <a:gd name="connsiteX190" fmla="*/ 2315525 w 12192000"/>
              <a:gd name="connsiteY190" fmla="*/ 1989708 h 2237474"/>
              <a:gd name="connsiteX191" fmla="*/ 2300792 w 12192000"/>
              <a:gd name="connsiteY191" fmla="*/ 1994290 h 2237474"/>
              <a:gd name="connsiteX192" fmla="*/ 2295469 w 12192000"/>
              <a:gd name="connsiteY192" fmla="*/ 1996659 h 2237474"/>
              <a:gd name="connsiteX193" fmla="*/ 2287219 w 12192000"/>
              <a:gd name="connsiteY193" fmla="*/ 1998750 h 2237474"/>
              <a:gd name="connsiteX194" fmla="*/ 2286948 w 12192000"/>
              <a:gd name="connsiteY194" fmla="*/ 1998596 h 2237474"/>
              <a:gd name="connsiteX195" fmla="*/ 2243069 w 12192000"/>
              <a:gd name="connsiteY195" fmla="*/ 2015111 h 2237474"/>
              <a:gd name="connsiteX196" fmla="*/ 2186609 w 12192000"/>
              <a:gd name="connsiteY196" fmla="*/ 2008263 h 2237474"/>
              <a:gd name="connsiteX197" fmla="*/ 2164831 w 12192000"/>
              <a:gd name="connsiteY197" fmla="*/ 2010143 h 2237474"/>
              <a:gd name="connsiteX198" fmla="*/ 2152836 w 12192000"/>
              <a:gd name="connsiteY198" fmla="*/ 2010048 h 2237474"/>
              <a:gd name="connsiteX199" fmla="*/ 2117102 w 12192000"/>
              <a:gd name="connsiteY199" fmla="*/ 2023004 h 2237474"/>
              <a:gd name="connsiteX200" fmla="*/ 2111935 w 12192000"/>
              <a:gd name="connsiteY200" fmla="*/ 2023163 h 2237474"/>
              <a:gd name="connsiteX201" fmla="*/ 2089991 w 12192000"/>
              <a:gd name="connsiteY201" fmla="*/ 2034193 h 2237474"/>
              <a:gd name="connsiteX202" fmla="*/ 2058061 w 12192000"/>
              <a:gd name="connsiteY202" fmla="*/ 2047942 h 2237474"/>
              <a:gd name="connsiteX203" fmla="*/ 2055737 w 12192000"/>
              <a:gd name="connsiteY203" fmla="*/ 2047704 h 2237474"/>
              <a:gd name="connsiteX204" fmla="*/ 2042244 w 12192000"/>
              <a:gd name="connsiteY204" fmla="*/ 2055560 h 2237474"/>
              <a:gd name="connsiteX205" fmla="*/ 1976224 w 12192000"/>
              <a:gd name="connsiteY205" fmla="*/ 2074257 h 2237474"/>
              <a:gd name="connsiteX206" fmla="*/ 1877728 w 12192000"/>
              <a:gd name="connsiteY206" fmla="*/ 2101004 h 2237474"/>
              <a:gd name="connsiteX207" fmla="*/ 1759056 w 12192000"/>
              <a:gd name="connsiteY207" fmla="*/ 2125608 h 2237474"/>
              <a:gd name="connsiteX208" fmla="*/ 1637948 w 12192000"/>
              <a:gd name="connsiteY208" fmla="*/ 2172597 h 2237474"/>
              <a:gd name="connsiteX209" fmla="*/ 1434549 w 12192000"/>
              <a:gd name="connsiteY209" fmla="*/ 2234522 h 2237474"/>
              <a:gd name="connsiteX210" fmla="*/ 1398481 w 12192000"/>
              <a:gd name="connsiteY210" fmla="*/ 2237074 h 2237474"/>
              <a:gd name="connsiteX211" fmla="*/ 1398407 w 12192000"/>
              <a:gd name="connsiteY211" fmla="*/ 2237095 h 2237474"/>
              <a:gd name="connsiteX212" fmla="*/ 1370962 w 12192000"/>
              <a:gd name="connsiteY212" fmla="*/ 2237474 h 2237474"/>
              <a:gd name="connsiteX213" fmla="*/ 1356367 w 12192000"/>
              <a:gd name="connsiteY213" fmla="*/ 2235089 h 2237474"/>
              <a:gd name="connsiteX214" fmla="*/ 1324828 w 12192000"/>
              <a:gd name="connsiteY214" fmla="*/ 2231968 h 2237474"/>
              <a:gd name="connsiteX215" fmla="*/ 1297744 w 12192000"/>
              <a:gd name="connsiteY215" fmla="*/ 2235849 h 2237474"/>
              <a:gd name="connsiteX216" fmla="*/ 1286236 w 12192000"/>
              <a:gd name="connsiteY216" fmla="*/ 2233135 h 2237474"/>
              <a:gd name="connsiteX217" fmla="*/ 1283504 w 12192000"/>
              <a:gd name="connsiteY217" fmla="*/ 2233797 h 2237474"/>
              <a:gd name="connsiteX218" fmla="*/ 1279765 w 12192000"/>
              <a:gd name="connsiteY218" fmla="*/ 2229639 h 2237474"/>
              <a:gd name="connsiteX219" fmla="*/ 1195347 w 12192000"/>
              <a:gd name="connsiteY219" fmla="*/ 2212354 h 2237474"/>
              <a:gd name="connsiteX220" fmla="*/ 970251 w 12192000"/>
              <a:gd name="connsiteY220" fmla="*/ 2221029 h 2237474"/>
              <a:gd name="connsiteX221" fmla="*/ 812914 w 12192000"/>
              <a:gd name="connsiteY221" fmla="*/ 2202752 h 2237474"/>
              <a:gd name="connsiteX222" fmla="*/ 800195 w 12192000"/>
              <a:gd name="connsiteY222" fmla="*/ 2209407 h 2237474"/>
              <a:gd name="connsiteX223" fmla="*/ 784978 w 12192000"/>
              <a:gd name="connsiteY223" fmla="*/ 2212360 h 2237474"/>
              <a:gd name="connsiteX224" fmla="*/ 681987 w 12192000"/>
              <a:gd name="connsiteY224" fmla="*/ 2216757 h 2237474"/>
              <a:gd name="connsiteX225" fmla="*/ 669923 w 12192000"/>
              <a:gd name="connsiteY225" fmla="*/ 2211682 h 2237474"/>
              <a:gd name="connsiteX226" fmla="*/ 648680 w 12192000"/>
              <a:gd name="connsiteY226" fmla="*/ 2206229 h 2237474"/>
              <a:gd name="connsiteX227" fmla="*/ 597225 w 12192000"/>
              <a:gd name="connsiteY227" fmla="*/ 2180999 h 2237474"/>
              <a:gd name="connsiteX228" fmla="*/ 558449 w 12192000"/>
              <a:gd name="connsiteY228" fmla="*/ 2182346 h 2237474"/>
              <a:gd name="connsiteX229" fmla="*/ 550517 w 12192000"/>
              <a:gd name="connsiteY229" fmla="*/ 2182060 h 2237474"/>
              <a:gd name="connsiteX230" fmla="*/ 550309 w 12192000"/>
              <a:gd name="connsiteY230" fmla="*/ 2181825 h 2237474"/>
              <a:gd name="connsiteX231" fmla="*/ 541836 w 12192000"/>
              <a:gd name="connsiteY231" fmla="*/ 2181063 h 2237474"/>
              <a:gd name="connsiteX232" fmla="*/ 536057 w 12192000"/>
              <a:gd name="connsiteY232" fmla="*/ 2181537 h 2237474"/>
              <a:gd name="connsiteX233" fmla="*/ 520671 w 12192000"/>
              <a:gd name="connsiteY233" fmla="*/ 2180980 h 2237474"/>
              <a:gd name="connsiteX234" fmla="*/ 515024 w 12192000"/>
              <a:gd name="connsiteY234" fmla="*/ 2179258 h 2237474"/>
              <a:gd name="connsiteX235" fmla="*/ 512278 w 12192000"/>
              <a:gd name="connsiteY235" fmla="*/ 2176369 h 2237474"/>
              <a:gd name="connsiteX236" fmla="*/ 480419 w 12192000"/>
              <a:gd name="connsiteY236" fmla="*/ 2167807 h 2237474"/>
              <a:gd name="connsiteX237" fmla="*/ 413835 w 12192000"/>
              <a:gd name="connsiteY237" fmla="*/ 2156783 h 2237474"/>
              <a:gd name="connsiteX238" fmla="*/ 376513 w 12192000"/>
              <a:gd name="connsiteY238" fmla="*/ 2154014 h 2237474"/>
              <a:gd name="connsiteX239" fmla="*/ 273386 w 12192000"/>
              <a:gd name="connsiteY239" fmla="*/ 2142551 h 2237474"/>
              <a:gd name="connsiteX240" fmla="*/ 169207 w 12192000"/>
              <a:gd name="connsiteY240" fmla="*/ 2128100 h 2237474"/>
              <a:gd name="connsiteX241" fmla="*/ 93149 w 12192000"/>
              <a:gd name="connsiteY241" fmla="*/ 2105324 h 2237474"/>
              <a:gd name="connsiteX242" fmla="*/ 88109 w 12192000"/>
              <a:gd name="connsiteY242" fmla="*/ 2106704 h 2237474"/>
              <a:gd name="connsiteX243" fmla="*/ 80022 w 12192000"/>
              <a:gd name="connsiteY243" fmla="*/ 2107254 h 2237474"/>
              <a:gd name="connsiteX244" fmla="*/ 79717 w 12192000"/>
              <a:gd name="connsiteY244" fmla="*/ 2107046 h 2237474"/>
              <a:gd name="connsiteX245" fmla="*/ 72352 w 12192000"/>
              <a:gd name="connsiteY245" fmla="*/ 2107991 h 2237474"/>
              <a:gd name="connsiteX246" fmla="*/ 37645 w 12192000"/>
              <a:gd name="connsiteY246" fmla="*/ 2115401 h 2237474"/>
              <a:gd name="connsiteX247" fmla="*/ 4572 w 12192000"/>
              <a:gd name="connsiteY247" fmla="*/ 2111091 h 2237474"/>
              <a:gd name="connsiteX248" fmla="*/ 0 w 12192000"/>
              <a:gd name="connsiteY248" fmla="*/ 2110468 h 2237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</a:cxnLst>
            <a:rect l="l" t="t" r="r" b="b"/>
            <a:pathLst>
              <a:path w="12192000" h="2237474">
                <a:moveTo>
                  <a:pt x="0" y="0"/>
                </a:moveTo>
                <a:lnTo>
                  <a:pt x="12192000" y="0"/>
                </a:lnTo>
                <a:lnTo>
                  <a:pt x="12192000" y="751299"/>
                </a:lnTo>
                <a:lnTo>
                  <a:pt x="12176759" y="759190"/>
                </a:lnTo>
                <a:cubicBezTo>
                  <a:pt x="12165968" y="763819"/>
                  <a:pt x="12157853" y="765770"/>
                  <a:pt x="12154948" y="762731"/>
                </a:cubicBezTo>
                <a:cubicBezTo>
                  <a:pt x="12116503" y="759396"/>
                  <a:pt x="12073342" y="763579"/>
                  <a:pt x="12047364" y="749662"/>
                </a:cubicBezTo>
                <a:cubicBezTo>
                  <a:pt x="12041261" y="730599"/>
                  <a:pt x="11914319" y="741909"/>
                  <a:pt x="11890686" y="732766"/>
                </a:cubicBezTo>
                <a:cubicBezTo>
                  <a:pt x="11832408" y="747890"/>
                  <a:pt x="11815359" y="777569"/>
                  <a:pt x="11782413" y="769868"/>
                </a:cubicBezTo>
                <a:cubicBezTo>
                  <a:pt x="11760031" y="763594"/>
                  <a:pt x="11675205" y="777151"/>
                  <a:pt x="11649954" y="749628"/>
                </a:cubicBezTo>
                <a:cubicBezTo>
                  <a:pt x="11608286" y="767874"/>
                  <a:pt x="11593031" y="740811"/>
                  <a:pt x="11560424" y="748017"/>
                </a:cubicBezTo>
                <a:cubicBezTo>
                  <a:pt x="11488916" y="747650"/>
                  <a:pt x="11449669" y="773362"/>
                  <a:pt x="11358455" y="747593"/>
                </a:cubicBezTo>
                <a:cubicBezTo>
                  <a:pt x="11316233" y="754756"/>
                  <a:pt x="11256313" y="713012"/>
                  <a:pt x="11165209" y="748852"/>
                </a:cubicBezTo>
                <a:cubicBezTo>
                  <a:pt x="11113345" y="753539"/>
                  <a:pt x="11140250" y="736122"/>
                  <a:pt x="11058755" y="749617"/>
                </a:cubicBezTo>
                <a:cubicBezTo>
                  <a:pt x="11036836" y="722990"/>
                  <a:pt x="10909903" y="759211"/>
                  <a:pt x="10884013" y="760728"/>
                </a:cubicBezTo>
                <a:cubicBezTo>
                  <a:pt x="10864519" y="743356"/>
                  <a:pt x="10853492" y="756172"/>
                  <a:pt x="10834688" y="757726"/>
                </a:cubicBezTo>
                <a:cubicBezTo>
                  <a:pt x="10826871" y="747343"/>
                  <a:pt x="10811086" y="746602"/>
                  <a:pt x="10805004" y="757573"/>
                </a:cubicBezTo>
                <a:cubicBezTo>
                  <a:pt x="10810951" y="784448"/>
                  <a:pt x="10744688" y="759043"/>
                  <a:pt x="10739478" y="776841"/>
                </a:cubicBezTo>
                <a:cubicBezTo>
                  <a:pt x="10678284" y="779408"/>
                  <a:pt x="10540854" y="756546"/>
                  <a:pt x="10458762" y="755400"/>
                </a:cubicBezTo>
                <a:cubicBezTo>
                  <a:pt x="10426976" y="747433"/>
                  <a:pt x="10362961" y="776166"/>
                  <a:pt x="10246919" y="769960"/>
                </a:cubicBezTo>
                <a:cubicBezTo>
                  <a:pt x="10231631" y="763610"/>
                  <a:pt x="10172943" y="749095"/>
                  <a:pt x="10167995" y="760843"/>
                </a:cubicBezTo>
                <a:cubicBezTo>
                  <a:pt x="10131971" y="759999"/>
                  <a:pt x="10021683" y="796978"/>
                  <a:pt x="9997044" y="780129"/>
                </a:cubicBezTo>
                <a:cubicBezTo>
                  <a:pt x="10001018" y="806225"/>
                  <a:pt x="9951331" y="779975"/>
                  <a:pt x="9943887" y="804141"/>
                </a:cubicBezTo>
                <a:lnTo>
                  <a:pt x="9918248" y="816628"/>
                </a:lnTo>
                <a:lnTo>
                  <a:pt x="9836148" y="858312"/>
                </a:lnTo>
                <a:lnTo>
                  <a:pt x="9823800" y="866604"/>
                </a:lnTo>
                <a:lnTo>
                  <a:pt x="9794684" y="864509"/>
                </a:lnTo>
                <a:lnTo>
                  <a:pt x="9778288" y="854362"/>
                </a:lnTo>
                <a:lnTo>
                  <a:pt x="9773886" y="857543"/>
                </a:lnTo>
                <a:cubicBezTo>
                  <a:pt x="9769008" y="863842"/>
                  <a:pt x="9766501" y="867741"/>
                  <a:pt x="9761459" y="862394"/>
                </a:cubicBezTo>
                <a:lnTo>
                  <a:pt x="9705768" y="894610"/>
                </a:lnTo>
                <a:cubicBezTo>
                  <a:pt x="9699860" y="897215"/>
                  <a:pt x="9692576" y="897590"/>
                  <a:pt x="9683005" y="894128"/>
                </a:cubicBezTo>
                <a:cubicBezTo>
                  <a:pt x="9664449" y="898200"/>
                  <a:pt x="9612100" y="914263"/>
                  <a:pt x="9594438" y="919051"/>
                </a:cubicBezTo>
                <a:lnTo>
                  <a:pt x="9577033" y="922857"/>
                </a:lnTo>
                <a:cubicBezTo>
                  <a:pt x="9568659" y="926175"/>
                  <a:pt x="9551353" y="936082"/>
                  <a:pt x="9544189" y="938966"/>
                </a:cubicBezTo>
                <a:cubicBezTo>
                  <a:pt x="9538380" y="940584"/>
                  <a:pt x="9541329" y="937538"/>
                  <a:pt x="9534048" y="940158"/>
                </a:cubicBezTo>
                <a:cubicBezTo>
                  <a:pt x="9533709" y="946069"/>
                  <a:pt x="9530854" y="951684"/>
                  <a:pt x="9500499" y="954680"/>
                </a:cubicBezTo>
                <a:cubicBezTo>
                  <a:pt x="9481230" y="968165"/>
                  <a:pt x="9456325" y="979029"/>
                  <a:pt x="9428195" y="986225"/>
                </a:cubicBezTo>
                <a:cubicBezTo>
                  <a:pt x="9422499" y="981315"/>
                  <a:pt x="9414660" y="991352"/>
                  <a:pt x="9410017" y="993931"/>
                </a:cubicBezTo>
                <a:cubicBezTo>
                  <a:pt x="9408360" y="990327"/>
                  <a:pt x="9395782" y="990863"/>
                  <a:pt x="9392919" y="994656"/>
                </a:cubicBezTo>
                <a:cubicBezTo>
                  <a:pt x="9310581" y="1024474"/>
                  <a:pt x="9345163" y="981210"/>
                  <a:pt x="9301293" y="1011593"/>
                </a:cubicBezTo>
                <a:cubicBezTo>
                  <a:pt x="9292916" y="1014346"/>
                  <a:pt x="9285483" y="1013807"/>
                  <a:pt x="9278619" y="1011878"/>
                </a:cubicBezTo>
                <a:lnTo>
                  <a:pt x="9268019" y="1007442"/>
                </a:lnTo>
                <a:lnTo>
                  <a:pt x="9234662" y="1023056"/>
                </a:lnTo>
                <a:cubicBezTo>
                  <a:pt x="9217868" y="1029197"/>
                  <a:pt x="9199852" y="1034202"/>
                  <a:pt x="9181033" y="1037921"/>
                </a:cubicBezTo>
                <a:cubicBezTo>
                  <a:pt x="9174974" y="1030923"/>
                  <a:pt x="9162516" y="1043719"/>
                  <a:pt x="9155969" y="1046804"/>
                </a:cubicBezTo>
                <a:cubicBezTo>
                  <a:pt x="9154734" y="1041866"/>
                  <a:pt x="9138567" y="1041606"/>
                  <a:pt x="9133985" y="1046450"/>
                </a:cubicBezTo>
                <a:cubicBezTo>
                  <a:pt x="9021681" y="1079910"/>
                  <a:pt x="9076377" y="1024799"/>
                  <a:pt x="9012987" y="1061986"/>
                </a:cubicBezTo>
                <a:lnTo>
                  <a:pt x="8968445" y="1052169"/>
                </a:lnTo>
                <a:lnTo>
                  <a:pt x="8958984" y="1057212"/>
                </a:lnTo>
                <a:cubicBezTo>
                  <a:pt x="8920115" y="1062770"/>
                  <a:pt x="8906181" y="1053838"/>
                  <a:pt x="8886001" y="1067468"/>
                </a:cubicBezTo>
                <a:cubicBezTo>
                  <a:pt x="8847384" y="1050046"/>
                  <a:pt x="8863283" y="1068286"/>
                  <a:pt x="8838610" y="1075091"/>
                </a:cubicBezTo>
                <a:cubicBezTo>
                  <a:pt x="8816007" y="1080079"/>
                  <a:pt x="8773923" y="1092257"/>
                  <a:pt x="8750383" y="1097387"/>
                </a:cubicBezTo>
                <a:cubicBezTo>
                  <a:pt x="8735450" y="1116502"/>
                  <a:pt x="8721220" y="1097372"/>
                  <a:pt x="8697365" y="1105869"/>
                </a:cubicBezTo>
                <a:cubicBezTo>
                  <a:pt x="8687037" y="1113735"/>
                  <a:pt x="8678781" y="1115961"/>
                  <a:pt x="8665605" y="1110791"/>
                </a:cubicBezTo>
                <a:cubicBezTo>
                  <a:pt x="8618410" y="1148662"/>
                  <a:pt x="8633049" y="1116609"/>
                  <a:pt x="8584946" y="1135226"/>
                </a:cubicBezTo>
                <a:cubicBezTo>
                  <a:pt x="8544020" y="1153499"/>
                  <a:pt x="8496232" y="1168229"/>
                  <a:pt x="8460755" y="1203427"/>
                </a:cubicBezTo>
                <a:cubicBezTo>
                  <a:pt x="8454928" y="1212828"/>
                  <a:pt x="8436573" y="1218574"/>
                  <a:pt x="8419755" y="1216260"/>
                </a:cubicBezTo>
                <a:cubicBezTo>
                  <a:pt x="8416861" y="1215863"/>
                  <a:pt x="8414124" y="1215234"/>
                  <a:pt x="8411626" y="1214397"/>
                </a:cubicBezTo>
                <a:cubicBezTo>
                  <a:pt x="8391326" y="1238641"/>
                  <a:pt x="8371389" y="1231045"/>
                  <a:pt x="8363469" y="1246658"/>
                </a:cubicBezTo>
                <a:cubicBezTo>
                  <a:pt x="8322316" y="1258746"/>
                  <a:pt x="8283162" y="1250600"/>
                  <a:pt x="8275497" y="1264396"/>
                </a:cubicBezTo>
                <a:cubicBezTo>
                  <a:pt x="8253233" y="1266996"/>
                  <a:pt x="8218383" y="1257577"/>
                  <a:pt x="8206287" y="1273060"/>
                </a:cubicBezTo>
                <a:cubicBezTo>
                  <a:pt x="8200396" y="1262794"/>
                  <a:pt x="8183827" y="1285000"/>
                  <a:pt x="8168705" y="1279956"/>
                </a:cubicBezTo>
                <a:cubicBezTo>
                  <a:pt x="8157611" y="1275235"/>
                  <a:pt x="8149996" y="1280870"/>
                  <a:pt x="8139997" y="1282713"/>
                </a:cubicBezTo>
                <a:cubicBezTo>
                  <a:pt x="8125566" y="1279776"/>
                  <a:pt x="8084128" y="1294221"/>
                  <a:pt x="8074238" y="1301895"/>
                </a:cubicBezTo>
                <a:cubicBezTo>
                  <a:pt x="8052170" y="1326903"/>
                  <a:pt x="7986951" y="1319381"/>
                  <a:pt x="7968292" y="1338779"/>
                </a:cubicBezTo>
                <a:cubicBezTo>
                  <a:pt x="7960694" y="1342282"/>
                  <a:pt x="7952937" y="1344333"/>
                  <a:pt x="7945122" y="1345477"/>
                </a:cubicBezTo>
                <a:lnTo>
                  <a:pt x="7922771" y="1346645"/>
                </a:lnTo>
                <a:lnTo>
                  <a:pt x="7915461" y="1342919"/>
                </a:lnTo>
                <a:lnTo>
                  <a:pt x="7902328" y="1345865"/>
                </a:lnTo>
                <a:lnTo>
                  <a:pt x="7898322" y="1345689"/>
                </a:lnTo>
                <a:lnTo>
                  <a:pt x="7875879" y="1345646"/>
                </a:lnTo>
                <a:cubicBezTo>
                  <a:pt x="7890672" y="1367295"/>
                  <a:pt x="7816428" y="1353520"/>
                  <a:pt x="7840612" y="1369373"/>
                </a:cubicBezTo>
                <a:cubicBezTo>
                  <a:pt x="7803208" y="1375918"/>
                  <a:pt x="7836041" y="1389289"/>
                  <a:pt x="7786819" y="1378970"/>
                </a:cubicBezTo>
                <a:cubicBezTo>
                  <a:pt x="7732613" y="1405648"/>
                  <a:pt x="7587405" y="1382806"/>
                  <a:pt x="7548172" y="1417460"/>
                </a:cubicBezTo>
                <a:cubicBezTo>
                  <a:pt x="7551327" y="1405830"/>
                  <a:pt x="7499280" y="1470447"/>
                  <a:pt x="7483437" y="1478152"/>
                </a:cubicBezTo>
                <a:cubicBezTo>
                  <a:pt x="7446517" y="1491067"/>
                  <a:pt x="7432754" y="1502351"/>
                  <a:pt x="7377870" y="1523319"/>
                </a:cubicBezTo>
                <a:cubicBezTo>
                  <a:pt x="7324166" y="1536168"/>
                  <a:pt x="7290459" y="1563749"/>
                  <a:pt x="7230737" y="1562633"/>
                </a:cubicBezTo>
                <a:cubicBezTo>
                  <a:pt x="7229794" y="1566487"/>
                  <a:pt x="7227568" y="1569908"/>
                  <a:pt x="7224458" y="1573008"/>
                </a:cubicBezTo>
                <a:lnTo>
                  <a:pt x="7213486" y="1580987"/>
                </a:lnTo>
                <a:lnTo>
                  <a:pt x="7210972" y="1580856"/>
                </a:lnTo>
                <a:lnTo>
                  <a:pt x="7183121" y="1595162"/>
                </a:lnTo>
                <a:lnTo>
                  <a:pt x="7164601" y="1606490"/>
                </a:lnTo>
                <a:lnTo>
                  <a:pt x="7159286" y="1606850"/>
                </a:lnTo>
                <a:cubicBezTo>
                  <a:pt x="7150961" y="1609262"/>
                  <a:pt x="7125743" y="1618162"/>
                  <a:pt x="7114651" y="1620959"/>
                </a:cubicBezTo>
                <a:cubicBezTo>
                  <a:pt x="7109310" y="1606138"/>
                  <a:pt x="7106695" y="1617324"/>
                  <a:pt x="7092727" y="1623628"/>
                </a:cubicBezTo>
                <a:cubicBezTo>
                  <a:pt x="7081313" y="1602012"/>
                  <a:pt x="7049394" y="1627301"/>
                  <a:pt x="7031309" y="1619451"/>
                </a:cubicBezTo>
                <a:cubicBezTo>
                  <a:pt x="7021305" y="1624569"/>
                  <a:pt x="7010515" y="1629587"/>
                  <a:pt x="6999084" y="1634317"/>
                </a:cubicBezTo>
                <a:lnTo>
                  <a:pt x="6992107" y="1636860"/>
                </a:lnTo>
                <a:lnTo>
                  <a:pt x="6991765" y="1636725"/>
                </a:lnTo>
                <a:cubicBezTo>
                  <a:pt x="6989813" y="1636884"/>
                  <a:pt x="6987353" y="1637572"/>
                  <a:pt x="6983996" y="1639040"/>
                </a:cubicBezTo>
                <a:lnTo>
                  <a:pt x="6979383" y="1641496"/>
                </a:lnTo>
                <a:lnTo>
                  <a:pt x="6900177" y="1636016"/>
                </a:lnTo>
                <a:cubicBezTo>
                  <a:pt x="6859708" y="1641136"/>
                  <a:pt x="6829973" y="1628753"/>
                  <a:pt x="6795372" y="1644845"/>
                </a:cubicBezTo>
                <a:cubicBezTo>
                  <a:pt x="6757466" y="1649571"/>
                  <a:pt x="6723150" y="1647290"/>
                  <a:pt x="6692251" y="1656357"/>
                </a:cubicBezTo>
                <a:cubicBezTo>
                  <a:pt x="6678032" y="1652894"/>
                  <a:pt x="6665282" y="1652445"/>
                  <a:pt x="6655235" y="1661869"/>
                </a:cubicBezTo>
                <a:cubicBezTo>
                  <a:pt x="6619334" y="1664040"/>
                  <a:pt x="6608179" y="1654034"/>
                  <a:pt x="6587857" y="1665769"/>
                </a:cubicBezTo>
                <a:lnTo>
                  <a:pt x="6554894" y="1664428"/>
                </a:lnTo>
                <a:lnTo>
                  <a:pt x="6551579" y="1662213"/>
                </a:lnTo>
                <a:lnTo>
                  <a:pt x="6545693" y="1661776"/>
                </a:lnTo>
                <a:lnTo>
                  <a:pt x="6530561" y="1664619"/>
                </a:lnTo>
                <a:lnTo>
                  <a:pt x="6525028" y="1666354"/>
                </a:lnTo>
                <a:cubicBezTo>
                  <a:pt x="6521154" y="1667301"/>
                  <a:pt x="6518510" y="1667613"/>
                  <a:pt x="6516595" y="1667475"/>
                </a:cubicBezTo>
                <a:lnTo>
                  <a:pt x="6516340" y="1667291"/>
                </a:lnTo>
                <a:lnTo>
                  <a:pt x="6508541" y="1668757"/>
                </a:lnTo>
                <a:cubicBezTo>
                  <a:pt x="6495493" y="1671715"/>
                  <a:pt x="6482908" y="1675051"/>
                  <a:pt x="6471012" y="1678604"/>
                </a:cubicBezTo>
                <a:cubicBezTo>
                  <a:pt x="6457809" y="1668164"/>
                  <a:pt x="6415506" y="1688334"/>
                  <a:pt x="6415265" y="1665317"/>
                </a:cubicBezTo>
                <a:cubicBezTo>
                  <a:pt x="6399063" y="1669446"/>
                  <a:pt x="6391173" y="1680085"/>
                  <a:pt x="6393343" y="1664672"/>
                </a:cubicBezTo>
                <a:lnTo>
                  <a:pt x="6380457" y="1662376"/>
                </a:lnTo>
                <a:lnTo>
                  <a:pt x="6280959" y="1689329"/>
                </a:lnTo>
                <a:lnTo>
                  <a:pt x="6266765" y="1695560"/>
                </a:lnTo>
                <a:cubicBezTo>
                  <a:pt x="6262331" y="1698152"/>
                  <a:pt x="6258580" y="1701192"/>
                  <a:pt x="6255823" y="1704850"/>
                </a:cubicBezTo>
                <a:cubicBezTo>
                  <a:pt x="6200184" y="1694834"/>
                  <a:pt x="6155082" y="1716996"/>
                  <a:pt x="6098321" y="1721646"/>
                </a:cubicBezTo>
                <a:cubicBezTo>
                  <a:pt x="6036511" y="1734126"/>
                  <a:pt x="5902526" y="1770074"/>
                  <a:pt x="5880652" y="1779643"/>
                </a:cubicBezTo>
                <a:cubicBezTo>
                  <a:pt x="5862008" y="1784877"/>
                  <a:pt x="5777344" y="1786304"/>
                  <a:pt x="5785959" y="1775307"/>
                </a:cubicBezTo>
                <a:cubicBezTo>
                  <a:pt x="5732223" y="1803618"/>
                  <a:pt x="5707481" y="1784706"/>
                  <a:pt x="5643534" y="1802919"/>
                </a:cubicBezTo>
                <a:lnTo>
                  <a:pt x="5518799" y="1818312"/>
                </a:lnTo>
                <a:lnTo>
                  <a:pt x="5505014" y="1819259"/>
                </a:lnTo>
                <a:lnTo>
                  <a:pt x="5499949" y="1814490"/>
                </a:lnTo>
                <a:lnTo>
                  <a:pt x="5453307" y="1815450"/>
                </a:lnTo>
                <a:cubicBezTo>
                  <a:pt x="5433075" y="1827706"/>
                  <a:pt x="5395563" y="1821122"/>
                  <a:pt x="5364192" y="1826074"/>
                </a:cubicBezTo>
                <a:lnTo>
                  <a:pt x="5350380" y="1830891"/>
                </a:lnTo>
                <a:lnTo>
                  <a:pt x="5259633" y="1837160"/>
                </a:lnTo>
                <a:lnTo>
                  <a:pt x="5197513" y="1844718"/>
                </a:lnTo>
                <a:lnTo>
                  <a:pt x="5184170" y="1849402"/>
                </a:lnTo>
                <a:lnTo>
                  <a:pt x="5168852" y="1844846"/>
                </a:lnTo>
                <a:cubicBezTo>
                  <a:pt x="5166986" y="1843561"/>
                  <a:pt x="5165478" y="1842127"/>
                  <a:pt x="5164370" y="1840597"/>
                </a:cubicBezTo>
                <a:lnTo>
                  <a:pt x="5114927" y="1847827"/>
                </a:lnTo>
                <a:lnTo>
                  <a:pt x="5108970" y="1847935"/>
                </a:lnTo>
                <a:lnTo>
                  <a:pt x="5067961" y="1845917"/>
                </a:lnTo>
                <a:lnTo>
                  <a:pt x="5007075" y="1838626"/>
                </a:lnTo>
                <a:cubicBezTo>
                  <a:pt x="4987003" y="1833546"/>
                  <a:pt x="4969259" y="1814096"/>
                  <a:pt x="4944087" y="1823332"/>
                </a:cubicBezTo>
                <a:cubicBezTo>
                  <a:pt x="4949882" y="1812650"/>
                  <a:pt x="4914396" y="1826154"/>
                  <a:pt x="4907662" y="1816900"/>
                </a:cubicBezTo>
                <a:cubicBezTo>
                  <a:pt x="4903760" y="1809237"/>
                  <a:pt x="4892087" y="1811549"/>
                  <a:pt x="4882386" y="1809844"/>
                </a:cubicBezTo>
                <a:cubicBezTo>
                  <a:pt x="4874062" y="1802609"/>
                  <a:pt x="4826962" y="1801349"/>
                  <a:pt x="4811440" y="1804655"/>
                </a:cubicBezTo>
                <a:cubicBezTo>
                  <a:pt x="4768806" y="1818748"/>
                  <a:pt x="4725356" y="1790961"/>
                  <a:pt x="4691075" y="1801389"/>
                </a:cubicBezTo>
                <a:cubicBezTo>
                  <a:pt x="4663743" y="1799478"/>
                  <a:pt x="4655044" y="1795479"/>
                  <a:pt x="4647449" y="1793181"/>
                </a:cubicBezTo>
                <a:lnTo>
                  <a:pt x="4645504" y="1787606"/>
                </a:lnTo>
                <a:lnTo>
                  <a:pt x="4632229" y="1785815"/>
                </a:lnTo>
                <a:lnTo>
                  <a:pt x="4629273" y="1784355"/>
                </a:lnTo>
                <a:cubicBezTo>
                  <a:pt x="4623639" y="1781544"/>
                  <a:pt x="4617950" y="1778917"/>
                  <a:pt x="4611738" y="1776964"/>
                </a:cubicBezTo>
                <a:cubicBezTo>
                  <a:pt x="4601379" y="1800272"/>
                  <a:pt x="4557197" y="1764196"/>
                  <a:pt x="4560070" y="1785640"/>
                </a:cubicBezTo>
                <a:lnTo>
                  <a:pt x="4536503" y="1785334"/>
                </a:lnTo>
                <a:lnTo>
                  <a:pt x="4513724" y="1791996"/>
                </a:lnTo>
                <a:lnTo>
                  <a:pt x="4501513" y="1799835"/>
                </a:lnTo>
                <a:lnTo>
                  <a:pt x="4459076" y="1813003"/>
                </a:lnTo>
                <a:lnTo>
                  <a:pt x="4459810" y="1797886"/>
                </a:lnTo>
                <a:lnTo>
                  <a:pt x="4379064" y="1817177"/>
                </a:lnTo>
                <a:lnTo>
                  <a:pt x="4319209" y="1834833"/>
                </a:lnTo>
                <a:lnTo>
                  <a:pt x="4306907" y="1841641"/>
                </a:lnTo>
                <a:lnTo>
                  <a:pt x="4290981" y="1839677"/>
                </a:lnTo>
                <a:cubicBezTo>
                  <a:pt x="4288909" y="1838717"/>
                  <a:pt x="4287163" y="1837555"/>
                  <a:pt x="4285792" y="1836231"/>
                </a:cubicBezTo>
                <a:lnTo>
                  <a:pt x="4238372" y="1851480"/>
                </a:lnTo>
                <a:lnTo>
                  <a:pt x="4232517" y="1852567"/>
                </a:lnTo>
                <a:lnTo>
                  <a:pt x="4191732" y="1857328"/>
                </a:lnTo>
                <a:lnTo>
                  <a:pt x="4065532" y="1855477"/>
                </a:lnTo>
                <a:cubicBezTo>
                  <a:pt x="4069305" y="1844009"/>
                  <a:pt x="4036780" y="1863138"/>
                  <a:pt x="4028460" y="1855137"/>
                </a:cubicBezTo>
                <a:cubicBezTo>
                  <a:pt x="4023224" y="1848238"/>
                  <a:pt x="4012138" y="1852433"/>
                  <a:pt x="4002267" y="1852352"/>
                </a:cubicBezTo>
                <a:cubicBezTo>
                  <a:pt x="3992749" y="1846600"/>
                  <a:pt x="3946095" y="1853107"/>
                  <a:pt x="3931396" y="1858915"/>
                </a:cubicBezTo>
                <a:cubicBezTo>
                  <a:pt x="3891932" y="1879798"/>
                  <a:pt x="3844059" y="1859600"/>
                  <a:pt x="3812162" y="1875501"/>
                </a:cubicBezTo>
                <a:cubicBezTo>
                  <a:pt x="3784875" y="1878116"/>
                  <a:pt x="3775574" y="1875612"/>
                  <a:pt x="3767672" y="1874600"/>
                </a:cubicBezTo>
                <a:lnTo>
                  <a:pt x="3764741" y="1869433"/>
                </a:lnTo>
                <a:lnTo>
                  <a:pt x="3751332" y="1869854"/>
                </a:lnTo>
                <a:lnTo>
                  <a:pt x="3748155" y="1868903"/>
                </a:lnTo>
                <a:cubicBezTo>
                  <a:pt x="3742091" y="1867062"/>
                  <a:pt x="3736007" y="1865414"/>
                  <a:pt x="3729530" y="1864513"/>
                </a:cubicBezTo>
                <a:cubicBezTo>
                  <a:pt x="3723549" y="1889158"/>
                  <a:pt x="3673453" y="1860919"/>
                  <a:pt x="3680177" y="1881552"/>
                </a:cubicBezTo>
                <a:cubicBezTo>
                  <a:pt x="3643549" y="1880892"/>
                  <a:pt x="3599470" y="1913398"/>
                  <a:pt x="3567259" y="1893482"/>
                </a:cubicBezTo>
                <a:cubicBezTo>
                  <a:pt x="3512865" y="1897927"/>
                  <a:pt x="3463644" y="1898121"/>
                  <a:pt x="3405770" y="1904591"/>
                </a:cubicBezTo>
                <a:cubicBezTo>
                  <a:pt x="3361027" y="1917619"/>
                  <a:pt x="3312439" y="1902759"/>
                  <a:pt x="3280097" y="1919610"/>
                </a:cubicBezTo>
                <a:cubicBezTo>
                  <a:pt x="3228353" y="1917339"/>
                  <a:pt x="3163854" y="1927961"/>
                  <a:pt x="3123424" y="1952930"/>
                </a:cubicBezTo>
                <a:cubicBezTo>
                  <a:pt x="3067921" y="1955455"/>
                  <a:pt x="3058626" y="1970554"/>
                  <a:pt x="3009910" y="1957866"/>
                </a:cubicBezTo>
                <a:cubicBezTo>
                  <a:pt x="3005875" y="1961558"/>
                  <a:pt x="3001138" y="1964570"/>
                  <a:pt x="2995934" y="1967085"/>
                </a:cubicBezTo>
                <a:lnTo>
                  <a:pt x="2980071" y="1972988"/>
                </a:lnTo>
                <a:lnTo>
                  <a:pt x="2978094" y="1972369"/>
                </a:lnTo>
                <a:lnTo>
                  <a:pt x="2942858" y="1981367"/>
                </a:lnTo>
                <a:lnTo>
                  <a:pt x="2875436" y="1996977"/>
                </a:lnTo>
                <a:lnTo>
                  <a:pt x="2874892" y="1996085"/>
                </a:lnTo>
                <a:cubicBezTo>
                  <a:pt x="2872808" y="1994277"/>
                  <a:pt x="2869648" y="1993306"/>
                  <a:pt x="2864145" y="1994061"/>
                </a:cubicBezTo>
                <a:cubicBezTo>
                  <a:pt x="2872218" y="1978115"/>
                  <a:pt x="2860603" y="1988862"/>
                  <a:pt x="2843662" y="1992498"/>
                </a:cubicBezTo>
                <a:cubicBezTo>
                  <a:pt x="2852423" y="1968542"/>
                  <a:pt x="2804535" y="1987804"/>
                  <a:pt x="2796128" y="1976403"/>
                </a:cubicBezTo>
                <a:cubicBezTo>
                  <a:pt x="2783487" y="1979614"/>
                  <a:pt x="2770278" y="1982573"/>
                  <a:pt x="2756784" y="1985116"/>
                </a:cubicBezTo>
                <a:lnTo>
                  <a:pt x="2748833" y="1986323"/>
                </a:lnTo>
                <a:cubicBezTo>
                  <a:pt x="2748775" y="1986256"/>
                  <a:pt x="2748719" y="1986188"/>
                  <a:pt x="2748661" y="1986122"/>
                </a:cubicBezTo>
                <a:cubicBezTo>
                  <a:pt x="2746906" y="1985902"/>
                  <a:pt x="2744280" y="1986117"/>
                  <a:pt x="2740251" y="1986946"/>
                </a:cubicBezTo>
                <a:lnTo>
                  <a:pt x="2718916" y="1990867"/>
                </a:lnTo>
                <a:lnTo>
                  <a:pt x="2713522" y="1990173"/>
                </a:lnTo>
                <a:lnTo>
                  <a:pt x="2680597" y="1984996"/>
                </a:lnTo>
                <a:cubicBezTo>
                  <a:pt x="2658416" y="1985461"/>
                  <a:pt x="2612251" y="1988312"/>
                  <a:pt x="2578178" y="1990531"/>
                </a:cubicBezTo>
                <a:cubicBezTo>
                  <a:pt x="2545413" y="1998704"/>
                  <a:pt x="2513846" y="1994934"/>
                  <a:pt x="2476147" y="1998305"/>
                </a:cubicBezTo>
                <a:cubicBezTo>
                  <a:pt x="2437134" y="2013637"/>
                  <a:pt x="2413847" y="1999542"/>
                  <a:pt x="2373568" y="2003219"/>
                </a:cubicBezTo>
                <a:cubicBezTo>
                  <a:pt x="2341422" y="2024631"/>
                  <a:pt x="2342856" y="1992997"/>
                  <a:pt x="2321399" y="1989467"/>
                </a:cubicBezTo>
                <a:lnTo>
                  <a:pt x="2315525" y="1989708"/>
                </a:lnTo>
                <a:lnTo>
                  <a:pt x="2300792" y="1994290"/>
                </a:lnTo>
                <a:lnTo>
                  <a:pt x="2295469" y="1996659"/>
                </a:lnTo>
                <a:cubicBezTo>
                  <a:pt x="2291722" y="1998049"/>
                  <a:pt x="2289127" y="1998665"/>
                  <a:pt x="2287219" y="1998750"/>
                </a:cubicBezTo>
                <a:lnTo>
                  <a:pt x="2286948" y="1998596"/>
                </a:lnTo>
                <a:lnTo>
                  <a:pt x="2243069" y="2015111"/>
                </a:lnTo>
                <a:cubicBezTo>
                  <a:pt x="2229030" y="2006206"/>
                  <a:pt x="2188966" y="2031217"/>
                  <a:pt x="2186609" y="2008263"/>
                </a:cubicBezTo>
                <a:cubicBezTo>
                  <a:pt x="2170936" y="2014251"/>
                  <a:pt x="2164097" y="2025782"/>
                  <a:pt x="2164831" y="2010143"/>
                </a:cubicBezTo>
                <a:cubicBezTo>
                  <a:pt x="2159536" y="2011705"/>
                  <a:pt x="2155830" y="2011340"/>
                  <a:pt x="2152836" y="2010048"/>
                </a:cubicBezTo>
                <a:lnTo>
                  <a:pt x="2117102" y="2023004"/>
                </a:lnTo>
                <a:lnTo>
                  <a:pt x="2111935" y="2023163"/>
                </a:lnTo>
                <a:lnTo>
                  <a:pt x="2089991" y="2034193"/>
                </a:lnTo>
                <a:lnTo>
                  <a:pt x="2058061" y="2047942"/>
                </a:lnTo>
                <a:lnTo>
                  <a:pt x="2055737" y="2047704"/>
                </a:lnTo>
                <a:lnTo>
                  <a:pt x="2042244" y="2055560"/>
                </a:lnTo>
                <a:cubicBezTo>
                  <a:pt x="2038090" y="2058656"/>
                  <a:pt x="1978623" y="2070285"/>
                  <a:pt x="1976224" y="2074257"/>
                </a:cubicBezTo>
                <a:cubicBezTo>
                  <a:pt x="1920172" y="2070662"/>
                  <a:pt x="1933546" y="2089824"/>
                  <a:pt x="1877728" y="2101004"/>
                </a:cubicBezTo>
                <a:cubicBezTo>
                  <a:pt x="1839146" y="2101989"/>
                  <a:pt x="1818769" y="2108983"/>
                  <a:pt x="1759056" y="2125608"/>
                </a:cubicBezTo>
                <a:cubicBezTo>
                  <a:pt x="1719091" y="2137539"/>
                  <a:pt x="1691494" y="2161097"/>
                  <a:pt x="1637948" y="2172597"/>
                </a:cubicBezTo>
                <a:cubicBezTo>
                  <a:pt x="1587306" y="2207053"/>
                  <a:pt x="1496241" y="2208973"/>
                  <a:pt x="1434549" y="2234522"/>
                </a:cubicBezTo>
                <a:cubicBezTo>
                  <a:pt x="1402655" y="2224964"/>
                  <a:pt x="1409212" y="2231152"/>
                  <a:pt x="1398481" y="2237074"/>
                </a:cubicBezTo>
                <a:cubicBezTo>
                  <a:pt x="1398456" y="2237082"/>
                  <a:pt x="1398432" y="2237089"/>
                  <a:pt x="1398407" y="2237095"/>
                </a:cubicBezTo>
                <a:lnTo>
                  <a:pt x="1370962" y="2237474"/>
                </a:lnTo>
                <a:lnTo>
                  <a:pt x="1356367" y="2235089"/>
                </a:lnTo>
                <a:cubicBezTo>
                  <a:pt x="1346056" y="2233320"/>
                  <a:pt x="1335986" y="2231930"/>
                  <a:pt x="1324828" y="2231968"/>
                </a:cubicBezTo>
                <a:lnTo>
                  <a:pt x="1297744" y="2235849"/>
                </a:lnTo>
                <a:lnTo>
                  <a:pt x="1286236" y="2233135"/>
                </a:lnTo>
                <a:lnTo>
                  <a:pt x="1283504" y="2233797"/>
                </a:lnTo>
                <a:lnTo>
                  <a:pt x="1279765" y="2229639"/>
                </a:lnTo>
                <a:cubicBezTo>
                  <a:pt x="1260110" y="2221111"/>
                  <a:pt x="1209850" y="2211602"/>
                  <a:pt x="1195347" y="2212354"/>
                </a:cubicBezTo>
                <a:cubicBezTo>
                  <a:pt x="1171903" y="2216875"/>
                  <a:pt x="1033292" y="2222456"/>
                  <a:pt x="970251" y="2221029"/>
                </a:cubicBezTo>
                <a:cubicBezTo>
                  <a:pt x="913858" y="2213074"/>
                  <a:pt x="864984" y="2224767"/>
                  <a:pt x="812914" y="2202752"/>
                </a:cubicBezTo>
                <a:cubicBezTo>
                  <a:pt x="809419" y="2205714"/>
                  <a:pt x="805091" y="2207855"/>
                  <a:pt x="800195" y="2209407"/>
                </a:cubicBezTo>
                <a:lnTo>
                  <a:pt x="784978" y="2212360"/>
                </a:lnTo>
                <a:lnTo>
                  <a:pt x="681987" y="2216757"/>
                </a:lnTo>
                <a:lnTo>
                  <a:pt x="669923" y="2211682"/>
                </a:lnTo>
                <a:cubicBezTo>
                  <a:pt x="675432" y="2197125"/>
                  <a:pt x="665394" y="2205767"/>
                  <a:pt x="648680" y="2206229"/>
                </a:cubicBezTo>
                <a:cubicBezTo>
                  <a:pt x="653511" y="2183723"/>
                  <a:pt x="607806" y="2194090"/>
                  <a:pt x="597225" y="2180999"/>
                </a:cubicBezTo>
                <a:cubicBezTo>
                  <a:pt x="584838" y="2181847"/>
                  <a:pt x="571827" y="2182333"/>
                  <a:pt x="558449" y="2182346"/>
                </a:cubicBezTo>
                <a:lnTo>
                  <a:pt x="550517" y="2182060"/>
                </a:lnTo>
                <a:lnTo>
                  <a:pt x="550309" y="2181825"/>
                </a:lnTo>
                <a:cubicBezTo>
                  <a:pt x="548471" y="2181269"/>
                  <a:pt x="545824" y="2180990"/>
                  <a:pt x="541836" y="2181063"/>
                </a:cubicBezTo>
                <a:lnTo>
                  <a:pt x="536057" y="2181537"/>
                </a:lnTo>
                <a:lnTo>
                  <a:pt x="520671" y="2180980"/>
                </a:lnTo>
                <a:lnTo>
                  <a:pt x="515024" y="2179258"/>
                </a:lnTo>
                <a:lnTo>
                  <a:pt x="512278" y="2176369"/>
                </a:lnTo>
                <a:lnTo>
                  <a:pt x="480419" y="2167807"/>
                </a:lnTo>
                <a:cubicBezTo>
                  <a:pt x="458012" y="2174781"/>
                  <a:pt x="449332" y="2162566"/>
                  <a:pt x="413835" y="2156783"/>
                </a:cubicBezTo>
                <a:cubicBezTo>
                  <a:pt x="401959" y="2163765"/>
                  <a:pt x="389622" y="2160522"/>
                  <a:pt x="376513" y="2154014"/>
                </a:cubicBezTo>
                <a:cubicBezTo>
                  <a:pt x="344376" y="2156059"/>
                  <a:pt x="311403" y="2146283"/>
                  <a:pt x="273386" y="2142551"/>
                </a:cubicBezTo>
                <a:cubicBezTo>
                  <a:pt x="236093" y="2150634"/>
                  <a:pt x="209811" y="2132011"/>
                  <a:pt x="169207" y="2128100"/>
                </a:cubicBezTo>
                <a:lnTo>
                  <a:pt x="93149" y="2105324"/>
                </a:lnTo>
                <a:lnTo>
                  <a:pt x="88109" y="2106704"/>
                </a:lnTo>
                <a:cubicBezTo>
                  <a:pt x="84511" y="2107398"/>
                  <a:pt x="81960" y="2107528"/>
                  <a:pt x="80022" y="2107254"/>
                </a:cubicBezTo>
                <a:lnTo>
                  <a:pt x="79717" y="2107046"/>
                </a:lnTo>
                <a:lnTo>
                  <a:pt x="72352" y="2107991"/>
                </a:lnTo>
                <a:cubicBezTo>
                  <a:pt x="60160" y="2110089"/>
                  <a:pt x="48530" y="2112610"/>
                  <a:pt x="37645" y="2115401"/>
                </a:cubicBezTo>
                <a:cubicBezTo>
                  <a:pt x="29688" y="2109582"/>
                  <a:pt x="16534" y="2111084"/>
                  <a:pt x="4572" y="2111091"/>
                </a:cubicBezTo>
                <a:lnTo>
                  <a:pt x="0" y="2110468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020B1F-70FE-867D-9B28-CBE85119E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7" y="741082"/>
            <a:ext cx="9274512" cy="949606"/>
          </a:xfrm>
        </p:spPr>
        <p:txBody>
          <a:bodyPr>
            <a:normAutofit/>
          </a:bodyPr>
          <a:lstStyle/>
          <a:p>
            <a:r>
              <a:rPr lang="en-GB" sz="4100"/>
              <a:t>Components of a Data Driven Framework</a:t>
            </a:r>
            <a:endParaRPr lang="en-IN" sz="41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501A971-CEBD-4E4B-8529-3BB4F4100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0460" y="6189260"/>
            <a:ext cx="7831541" cy="668740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59DB819-1B57-40A7-4323-157DFF188E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3896553"/>
              </p:ext>
            </p:extLst>
          </p:nvPr>
        </p:nvGraphicFramePr>
        <p:xfrm>
          <a:off x="1368807" y="2007704"/>
          <a:ext cx="9174986" cy="4247046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  <a:tableStyleId>{5C22544A-7EE6-4342-B048-85BDC9FD1C3A}</a:tableStyleId>
              </a:tblPr>
              <a:tblGrid>
                <a:gridCol w="3293609">
                  <a:extLst>
                    <a:ext uri="{9D8B030D-6E8A-4147-A177-3AD203B41FA5}">
                      <a16:colId xmlns:a16="http://schemas.microsoft.com/office/drawing/2014/main" val="3150671830"/>
                    </a:ext>
                  </a:extLst>
                </a:gridCol>
                <a:gridCol w="5881377">
                  <a:extLst>
                    <a:ext uri="{9D8B030D-6E8A-4147-A177-3AD203B41FA5}">
                      <a16:colId xmlns:a16="http://schemas.microsoft.com/office/drawing/2014/main" val="2662427915"/>
                    </a:ext>
                  </a:extLst>
                </a:gridCol>
              </a:tblGrid>
              <a:tr h="7078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3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Component</a:t>
                      </a:r>
                      <a:endParaRPr lang="en-IN" sz="23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407" marR="10385" marT="149544" marB="14954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3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Function</a:t>
                      </a:r>
                      <a:endParaRPr lang="en-IN" sz="23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407" marR="10385" marT="149544" marB="14954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416324"/>
                  </a:ext>
                </a:extLst>
              </a:tr>
              <a:tr h="70784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Test Scripts</a:t>
                      </a:r>
                      <a:endParaRPr lang="en-IN" sz="23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407" marR="10385" marT="149544" marB="14954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3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Contain the core test logic</a:t>
                      </a:r>
                      <a:endParaRPr lang="en-GB" sz="23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407" marR="10385" marT="149544" marB="1495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106488"/>
                  </a:ext>
                </a:extLst>
              </a:tr>
              <a:tr h="70784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Data Source (Excel)</a:t>
                      </a:r>
                      <a:endParaRPr lang="en-IN" sz="23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407" marR="10385" marT="149544" marB="1495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Holds input test data</a:t>
                      </a:r>
                      <a:endParaRPr lang="en-IN" sz="23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407" marR="10385" marT="149544" marB="1495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899580"/>
                  </a:ext>
                </a:extLst>
              </a:tr>
              <a:tr h="70784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Driver Script</a:t>
                      </a:r>
                      <a:endParaRPr lang="en-IN" sz="23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407" marR="10385" marT="149544" marB="14954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3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Loads data &amp; triggers test execution</a:t>
                      </a:r>
                      <a:endParaRPr lang="en-GB" sz="23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407" marR="10385" marT="149544" marB="1495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887783"/>
                  </a:ext>
                </a:extLst>
              </a:tr>
              <a:tr h="70784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Reporter Module</a:t>
                      </a:r>
                      <a:endParaRPr lang="en-IN" sz="23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407" marR="10385" marT="149544" marB="1495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Generates test results</a:t>
                      </a:r>
                      <a:endParaRPr lang="en-IN" sz="23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407" marR="10385" marT="149544" marB="1495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025717"/>
                  </a:ext>
                </a:extLst>
              </a:tr>
              <a:tr h="70784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Utility Libraries</a:t>
                      </a:r>
                      <a:endParaRPr lang="en-IN" sz="23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407" marR="10385" marT="149544" marB="14954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Handles reading data &amp; logging</a:t>
                      </a:r>
                      <a:endParaRPr lang="en-IN" sz="23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407" marR="10385" marT="149544" marB="1495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708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5355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EEF9DD-6815-EE6E-E4C6-957D27126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GB" sz="4000" dirty="0"/>
              <a:t>When to Use Data-Driven Framework</a:t>
            </a:r>
            <a:endParaRPr lang="en-IN" sz="4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352E01-BE4C-48D9-40E1-DEE3B6E074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2474749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0904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353834-2496-C561-BAB9-7B706AA1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GB" sz="3700"/>
              <a:t>Keyword Driven Framework</a:t>
            </a:r>
            <a:endParaRPr lang="en-IN" sz="37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95850-B652-C5F8-4A90-8180921F4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Autofit/>
          </a:bodyPr>
          <a:lstStyle/>
          <a:p>
            <a:r>
              <a:rPr lang="en-GB" sz="2000" dirty="0"/>
              <a:t>Framework that uses keywords to represent actions</a:t>
            </a:r>
          </a:p>
          <a:p>
            <a:r>
              <a:rPr lang="en-GB" sz="2000" dirty="0"/>
              <a:t>Keywords stored in external files (Excel, XML, CSV, DB)</a:t>
            </a:r>
          </a:p>
          <a:p>
            <a:r>
              <a:rPr lang="en-GB" sz="2000" dirty="0"/>
              <a:t>Actual test logic is abstracted away into reusable functions</a:t>
            </a:r>
          </a:p>
          <a:p>
            <a:r>
              <a:rPr lang="en-GB" sz="2000" dirty="0"/>
              <a:t>Example: “Click”, “InputText”, “VerifyLogin”</a:t>
            </a:r>
          </a:p>
          <a:p>
            <a:endParaRPr lang="en-GB" sz="2000" dirty="0"/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F6D795-9B27-6A34-5BEA-5FFD3236B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889" y="2290936"/>
            <a:ext cx="10284029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2883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27F2A-B236-2745-565D-701778094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GB" sz="4800"/>
              <a:t>Core Concept</a:t>
            </a:r>
            <a:endParaRPr lang="en-IN" sz="48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81E4E-0715-BBE7-389D-EABF612E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Autofit/>
          </a:bodyPr>
          <a:lstStyle/>
          <a:p>
            <a:r>
              <a:rPr lang="en-GB" sz="2000" b="1" dirty="0"/>
              <a:t>Test case = sequence of keywords + data</a:t>
            </a:r>
            <a:endParaRPr lang="en-GB" sz="2000" dirty="0"/>
          </a:p>
          <a:p>
            <a:r>
              <a:rPr lang="en-GB" sz="2000" dirty="0"/>
              <a:t>Each keyword maps to a function in the framework</a:t>
            </a:r>
          </a:p>
          <a:p>
            <a:r>
              <a:rPr lang="en-GB" sz="2000" dirty="0"/>
              <a:t>Testers can create scripts with minimal coding knowledge</a:t>
            </a:r>
          </a:p>
          <a:p>
            <a:r>
              <a:rPr lang="en-GB" sz="2000" dirty="0"/>
              <a:t>Facilitates non-technical team members to contribute to automation</a:t>
            </a:r>
          </a:p>
          <a:p>
            <a:endParaRPr lang="en-IN" sz="2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EB83DC9-9334-A592-B918-F01BA1B6E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768541"/>
              </p:ext>
            </p:extLst>
          </p:nvPr>
        </p:nvGraphicFramePr>
        <p:xfrm>
          <a:off x="1083439" y="2290936"/>
          <a:ext cx="10012931" cy="3959357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842756">
                  <a:extLst>
                    <a:ext uri="{9D8B030D-6E8A-4147-A177-3AD203B41FA5}">
                      <a16:colId xmlns:a16="http://schemas.microsoft.com/office/drawing/2014/main" val="441046801"/>
                    </a:ext>
                  </a:extLst>
                </a:gridCol>
                <a:gridCol w="6170175">
                  <a:extLst>
                    <a:ext uri="{9D8B030D-6E8A-4147-A177-3AD203B41FA5}">
                      <a16:colId xmlns:a16="http://schemas.microsoft.com/office/drawing/2014/main" val="371688788"/>
                    </a:ext>
                  </a:extLst>
                </a:gridCol>
              </a:tblGrid>
              <a:tr h="70855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u="none" strike="noStrike" cap="all" spc="150">
                          <a:solidFill>
                            <a:schemeClr val="lt1"/>
                          </a:solidFill>
                          <a:effectLst/>
                        </a:rPr>
                        <a:t>Component</a:t>
                      </a:r>
                      <a:endParaRPr lang="en-IN" sz="2000" b="0" i="0" u="none" strike="noStrike" cap="all" spc="150">
                        <a:solidFill>
                          <a:schemeClr val="lt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5193" marR="175193" marT="175193" marB="1751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u="none" strike="noStrike" cap="all" spc="150">
                          <a:solidFill>
                            <a:schemeClr val="lt1"/>
                          </a:solidFill>
                          <a:effectLst/>
                        </a:rPr>
                        <a:t>Description</a:t>
                      </a:r>
                      <a:endParaRPr lang="en-IN" sz="2000" b="0" i="0" u="none" strike="noStrike" cap="all" spc="150">
                        <a:solidFill>
                          <a:schemeClr val="lt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5193" marR="175193" marT="175193" marB="1751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351988"/>
                  </a:ext>
                </a:extLst>
              </a:tr>
              <a:tr h="65016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Test Case File</a:t>
                      </a:r>
                      <a:endParaRPr lang="en-IN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5193" marR="175193" marT="175193" marB="175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Contains keywords and test data</a:t>
                      </a:r>
                      <a:endParaRPr lang="en-GB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5193" marR="175193" marT="175193" marB="175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616619"/>
                  </a:ext>
                </a:extLst>
              </a:tr>
              <a:tr h="65016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Keyword Library</a:t>
                      </a:r>
                      <a:endParaRPr lang="en-IN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5193" marR="175193" marT="175193" marB="175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Repository of keyword-function mappings</a:t>
                      </a:r>
                      <a:endParaRPr lang="en-IN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5193" marR="175193" marT="175193" marB="175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063815"/>
                  </a:ext>
                </a:extLst>
              </a:tr>
              <a:tr h="65016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Driver Script</a:t>
                      </a:r>
                      <a:endParaRPr lang="en-IN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5193" marR="175193" marT="175193" marB="175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Reads keywords and invokes corresponding actions</a:t>
                      </a:r>
                      <a:endParaRPr lang="en-GB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5193" marR="175193" marT="175193" marB="175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015918"/>
                  </a:ext>
                </a:extLst>
              </a:tr>
              <a:tr h="65016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Utility Classes</a:t>
                      </a:r>
                      <a:endParaRPr lang="en-IN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5193" marR="175193" marT="175193" marB="175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For browser handling, logging, screenshots</a:t>
                      </a:r>
                      <a:endParaRPr lang="en-IN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5193" marR="175193" marT="175193" marB="175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324929"/>
                  </a:ext>
                </a:extLst>
              </a:tr>
              <a:tr h="65016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Reporting Module</a:t>
                      </a:r>
                      <a:endParaRPr lang="en-IN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5193" marR="175193" marT="175193" marB="175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Stores and displays results</a:t>
                      </a:r>
                      <a:endParaRPr lang="en-IN" sz="1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5193" marR="175193" marT="175193" marB="1751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834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80041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00FD48-084A-A741-2D4A-D26388248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A59FF3-DE86-7B9C-DDEB-5946163F68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4017612"/>
              </p:ext>
            </p:extLst>
          </p:nvPr>
        </p:nvGraphicFramePr>
        <p:xfrm>
          <a:off x="432225" y="2252323"/>
          <a:ext cx="11327551" cy="3880107"/>
        </p:xfrm>
        <a:graphic>
          <a:graphicData uri="http://schemas.openxmlformats.org/drawingml/2006/table">
            <a:tbl>
              <a:tblPr/>
              <a:tblGrid>
                <a:gridCol w="2169728">
                  <a:extLst>
                    <a:ext uri="{9D8B030D-6E8A-4147-A177-3AD203B41FA5}">
                      <a16:colId xmlns:a16="http://schemas.microsoft.com/office/drawing/2014/main" val="550651204"/>
                    </a:ext>
                  </a:extLst>
                </a:gridCol>
                <a:gridCol w="3075731">
                  <a:extLst>
                    <a:ext uri="{9D8B030D-6E8A-4147-A177-3AD203B41FA5}">
                      <a16:colId xmlns:a16="http://schemas.microsoft.com/office/drawing/2014/main" val="2169108557"/>
                    </a:ext>
                  </a:extLst>
                </a:gridCol>
                <a:gridCol w="2537478">
                  <a:extLst>
                    <a:ext uri="{9D8B030D-6E8A-4147-A177-3AD203B41FA5}">
                      <a16:colId xmlns:a16="http://schemas.microsoft.com/office/drawing/2014/main" val="1162391024"/>
                    </a:ext>
                  </a:extLst>
                </a:gridCol>
                <a:gridCol w="3544614">
                  <a:extLst>
                    <a:ext uri="{9D8B030D-6E8A-4147-A177-3AD203B41FA5}">
                      <a16:colId xmlns:a16="http://schemas.microsoft.com/office/drawing/2014/main" val="4294737933"/>
                    </a:ext>
                  </a:extLst>
                </a:gridCol>
              </a:tblGrid>
              <a:tr h="5543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TestCaseID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Keyword     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Object        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Value      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645887"/>
                  </a:ext>
                </a:extLst>
              </a:tr>
              <a:tr h="5543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TC_001    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OpenBrowser 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Chrome        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845719"/>
                  </a:ext>
                </a:extLst>
              </a:tr>
              <a:tr h="5543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TC_001    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Navigate    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URL           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http://site.com/login 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399958"/>
                  </a:ext>
                </a:extLst>
              </a:tr>
              <a:tr h="5543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TC_001    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InputText   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txtUsername    </a:t>
                      </a:r>
                      <a:endParaRPr lang="en-IN" sz="4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user1       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19799"/>
                  </a:ext>
                </a:extLst>
              </a:tr>
              <a:tr h="5543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TC_001    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InputText   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txtPassword   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pass123     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8434289"/>
                  </a:ext>
                </a:extLst>
              </a:tr>
              <a:tr h="5543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TC_001    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Click       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btnLogin      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111627"/>
                  </a:ext>
                </a:extLst>
              </a:tr>
              <a:tr h="5543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TC_001    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VerifyText  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lblWelcome    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Welcome user1  </a:t>
                      </a:r>
                      <a:endParaRPr lang="en-IN" sz="4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716" marR="16716" marT="1671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612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75429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433048-581C-C819-9887-11B3EC48C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GB" sz="4000"/>
              <a:t>When to Use Keyword-Driven Framework</a:t>
            </a:r>
            <a:endParaRPr lang="en-IN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832677-6305-FE6E-0AE6-641BA66F62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3475002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71017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42ED25-2120-511C-37C7-C15207DC8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GB" sz="3600" dirty="0"/>
              <a:t>Modular Framework</a:t>
            </a:r>
            <a:endParaRPr lang="en-IN" sz="3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321D8-52C9-FB14-ABA5-C87E48CFA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GB" sz="2000" dirty="0"/>
              <a:t>Framework that divides the test case into separate reusable modules</a:t>
            </a:r>
          </a:p>
          <a:p>
            <a:r>
              <a:rPr lang="en-GB" sz="2000" dirty="0"/>
              <a:t>Each module represents a specific functionality (e.g., login, registration, search)</a:t>
            </a:r>
          </a:p>
          <a:p>
            <a:r>
              <a:rPr lang="en-GB" sz="2000" dirty="0"/>
              <a:t>Test scripts call these modules in desired sequence</a:t>
            </a:r>
          </a:p>
          <a:p>
            <a:r>
              <a:rPr lang="en-GB" sz="2000" dirty="0"/>
              <a:t>Promotes better organization and separation of concerns</a:t>
            </a:r>
            <a:endParaRPr lang="en-IN" sz="2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7F7598-706A-28CC-6674-9EA6D1971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086" y="274933"/>
            <a:ext cx="6184973" cy="569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9293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5032A2-714F-BA8B-12C8-56BD4C19A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n-GB" sz="4000"/>
              <a:t>Common Components of Modular Framework</a:t>
            </a:r>
            <a:endParaRPr lang="en-IN" sz="4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3A34B76-08EC-A03E-EAD2-71656F448D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4833654"/>
              </p:ext>
            </p:extLst>
          </p:nvPr>
        </p:nvGraphicFramePr>
        <p:xfrm>
          <a:off x="1195340" y="1737360"/>
          <a:ext cx="9792177" cy="4535424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899853">
                  <a:extLst>
                    <a:ext uri="{9D8B030D-6E8A-4147-A177-3AD203B41FA5}">
                      <a16:colId xmlns:a16="http://schemas.microsoft.com/office/drawing/2014/main" val="1511668203"/>
                    </a:ext>
                  </a:extLst>
                </a:gridCol>
                <a:gridCol w="5892324">
                  <a:extLst>
                    <a:ext uri="{9D8B030D-6E8A-4147-A177-3AD203B41FA5}">
                      <a16:colId xmlns:a16="http://schemas.microsoft.com/office/drawing/2014/main" val="1274629789"/>
                    </a:ext>
                  </a:extLst>
                </a:gridCol>
              </a:tblGrid>
              <a:tr h="75590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b="1" u="none" strike="noStrike">
                          <a:solidFill>
                            <a:srgbClr val="FFFFFF"/>
                          </a:solidFill>
                          <a:effectLst/>
                        </a:rPr>
                        <a:t>Component</a:t>
                      </a:r>
                      <a:endParaRPr lang="en-IN" sz="2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1499" marR="186899" marT="186899" marB="186899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b="1" u="none" strike="noStrike">
                          <a:solidFill>
                            <a:srgbClr val="FFFFFF"/>
                          </a:solidFill>
                          <a:effectLst/>
                        </a:rPr>
                        <a:t>Description</a:t>
                      </a:r>
                      <a:endParaRPr lang="en-IN" sz="2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1499" marR="186899" marT="186899" marB="18689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760371"/>
                  </a:ext>
                </a:extLst>
              </a:tr>
              <a:tr h="7559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2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Driver Script</a:t>
                      </a:r>
                      <a:endParaRPr lang="en-IN" sz="22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1499" marR="186899" marT="186899" marB="186899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2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Manages execution and invokes modules</a:t>
                      </a:r>
                      <a:endParaRPr lang="en-GB" sz="22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1499" marR="186899" marT="186899" marB="18689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739498"/>
                  </a:ext>
                </a:extLst>
              </a:tr>
              <a:tr h="7559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2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Reusable Modules</a:t>
                      </a:r>
                      <a:endParaRPr lang="en-IN" sz="22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1499" marR="186899" marT="186899" marB="18689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2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Scripts for specific features (e.g., login)</a:t>
                      </a:r>
                      <a:endParaRPr lang="en-GB" sz="22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1499" marR="186899" marT="186899" marB="18689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049113"/>
                  </a:ext>
                </a:extLst>
              </a:tr>
              <a:tr h="7559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2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Utility Functions</a:t>
                      </a:r>
                      <a:endParaRPr lang="en-IN" sz="22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1499" marR="186899" marT="186899" marB="186899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2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Browser setup, waits, logs, screenshots</a:t>
                      </a:r>
                      <a:endParaRPr lang="en-IN" sz="22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1499" marR="186899" marT="186899" marB="18689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106471"/>
                  </a:ext>
                </a:extLst>
              </a:tr>
              <a:tr h="7559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2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Test Data</a:t>
                      </a:r>
                      <a:endParaRPr lang="en-IN" sz="22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1499" marR="186899" marT="186899" marB="18689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2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External file or inline</a:t>
                      </a:r>
                      <a:endParaRPr lang="en-IN" sz="22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1499" marR="186899" marT="186899" marB="18689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598898"/>
                  </a:ext>
                </a:extLst>
              </a:tr>
              <a:tr h="7559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2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Reporting Mechanism</a:t>
                      </a:r>
                      <a:endParaRPr lang="en-IN" sz="22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1499" marR="186899" marT="186899" marB="186899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2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Logs pass/fail status of each module</a:t>
                      </a:r>
                      <a:endParaRPr lang="en-GB" sz="22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1499" marR="186899" marT="186899" marB="18689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012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7764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A5E41-AC01-269C-7561-D72B8212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258AAE-315E-BE77-A53A-E935FCEC3F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2492" y="756731"/>
            <a:ext cx="5536001" cy="528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6817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397B8-6EE8-F636-D1FA-103800B3C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71" y="76200"/>
            <a:ext cx="11919858" cy="6781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900" dirty="0"/>
              <a:t>package drivers;</a:t>
            </a:r>
          </a:p>
          <a:p>
            <a:pPr marL="0" indent="0">
              <a:buNone/>
            </a:pPr>
            <a:r>
              <a:rPr lang="en-IN" sz="1900" dirty="0"/>
              <a:t>import </a:t>
            </a:r>
            <a:r>
              <a:rPr lang="en-IN" sz="1900" dirty="0" err="1"/>
              <a:t>modules.LoginModule</a:t>
            </a:r>
            <a:r>
              <a:rPr lang="en-IN" sz="1900" dirty="0"/>
              <a:t>;</a:t>
            </a:r>
          </a:p>
          <a:p>
            <a:pPr marL="0" indent="0">
              <a:buNone/>
            </a:pPr>
            <a:r>
              <a:rPr lang="en-IN" sz="1900" dirty="0"/>
              <a:t>import modules.SearchModule;</a:t>
            </a:r>
          </a:p>
          <a:p>
            <a:pPr marL="0" indent="0">
              <a:buNone/>
            </a:pPr>
            <a:r>
              <a:rPr lang="en-IN" sz="1900" dirty="0"/>
              <a:t>import modules.CheckoutModule;</a:t>
            </a:r>
          </a:p>
          <a:p>
            <a:pPr marL="0" indent="0">
              <a:buNone/>
            </a:pPr>
            <a:r>
              <a:rPr lang="en-IN" sz="1900" dirty="0"/>
              <a:t>import utils.BrowserUtils;</a:t>
            </a:r>
          </a:p>
          <a:p>
            <a:pPr marL="0" indent="0">
              <a:buNone/>
            </a:pPr>
            <a:r>
              <a:rPr lang="en-IN" sz="1900" dirty="0"/>
              <a:t>import </a:t>
            </a:r>
            <a:r>
              <a:rPr lang="en-IN" sz="1900" dirty="0" err="1"/>
              <a:t>org.openqa.selenium.WebDriver</a:t>
            </a:r>
            <a:r>
              <a:rPr lang="en-IN" sz="1900" dirty="0"/>
              <a:t>;</a:t>
            </a:r>
          </a:p>
          <a:p>
            <a:pPr marL="0" indent="0">
              <a:buNone/>
            </a:pPr>
            <a:endParaRPr lang="en-IN" sz="1900" dirty="0"/>
          </a:p>
          <a:p>
            <a:pPr marL="0" indent="0">
              <a:buNone/>
            </a:pPr>
            <a:r>
              <a:rPr lang="en-IN" sz="1900" dirty="0"/>
              <a:t>public class TestExecutor {</a:t>
            </a:r>
          </a:p>
          <a:p>
            <a:pPr marL="0" indent="0">
              <a:buNone/>
            </a:pPr>
            <a:r>
              <a:rPr lang="en-IN" sz="1900" dirty="0"/>
              <a:t>    public static void main(String[] </a:t>
            </a:r>
            <a:r>
              <a:rPr lang="en-IN" sz="1900" dirty="0" err="1"/>
              <a:t>args</a:t>
            </a:r>
            <a:r>
              <a:rPr lang="en-IN" sz="1900" dirty="0"/>
              <a:t>) {</a:t>
            </a:r>
          </a:p>
          <a:p>
            <a:pPr marL="0" indent="0">
              <a:buNone/>
            </a:pPr>
            <a:r>
              <a:rPr lang="en-IN" sz="1900" dirty="0"/>
              <a:t>        WebDriver driver = BrowserUtils.initBrowser();</a:t>
            </a:r>
          </a:p>
          <a:p>
            <a:pPr marL="0" indent="0">
              <a:buNone/>
            </a:pPr>
            <a:r>
              <a:rPr lang="en-IN" sz="1900" dirty="0"/>
              <a:t>        </a:t>
            </a:r>
            <a:r>
              <a:rPr lang="en-IN" sz="1900" dirty="0" err="1"/>
              <a:t>driver.get</a:t>
            </a:r>
            <a:r>
              <a:rPr lang="en-IN" sz="1900" dirty="0"/>
              <a:t>("https://demoapp.com");</a:t>
            </a:r>
          </a:p>
          <a:p>
            <a:pPr marL="0" indent="0">
              <a:buNone/>
            </a:pPr>
            <a:endParaRPr lang="en-IN" sz="1900" dirty="0"/>
          </a:p>
          <a:p>
            <a:pPr marL="0" indent="0">
              <a:buNone/>
            </a:pPr>
            <a:r>
              <a:rPr lang="en-IN" sz="1900" dirty="0"/>
              <a:t>        LoginModule.performLogin(driver, "</a:t>
            </a:r>
            <a:r>
              <a:rPr lang="en-IN" sz="1900" dirty="0" err="1"/>
              <a:t>testUser</a:t>
            </a:r>
            <a:r>
              <a:rPr lang="en-IN" sz="1900" dirty="0"/>
              <a:t>", "</a:t>
            </a:r>
            <a:r>
              <a:rPr lang="en-IN" sz="1900" dirty="0" err="1"/>
              <a:t>testPass</a:t>
            </a:r>
            <a:r>
              <a:rPr lang="en-IN" sz="1900" dirty="0"/>
              <a:t>");</a:t>
            </a:r>
          </a:p>
          <a:p>
            <a:pPr marL="0" indent="0">
              <a:buNone/>
            </a:pPr>
            <a:r>
              <a:rPr lang="en-IN" sz="1900" dirty="0"/>
              <a:t>        SearchModule.searchProduct(driver, "Smartphone");</a:t>
            </a:r>
          </a:p>
          <a:p>
            <a:pPr marL="0" indent="0">
              <a:buNone/>
            </a:pPr>
            <a:r>
              <a:rPr lang="en-IN" sz="1900" dirty="0"/>
              <a:t>        CheckoutModule.checkout(driver);</a:t>
            </a:r>
          </a:p>
          <a:p>
            <a:pPr marL="0" indent="0">
              <a:buNone/>
            </a:pPr>
            <a:endParaRPr lang="en-IN" sz="1900" dirty="0"/>
          </a:p>
          <a:p>
            <a:pPr marL="0" indent="0">
              <a:buNone/>
            </a:pPr>
            <a:r>
              <a:rPr lang="en-IN" sz="1900" dirty="0"/>
              <a:t>        BrowserUtils.quitBrowser(driver);</a:t>
            </a:r>
          </a:p>
          <a:p>
            <a:pPr marL="0" indent="0">
              <a:buNone/>
            </a:pPr>
            <a:r>
              <a:rPr lang="en-IN" sz="1900" dirty="0"/>
              <a:t>    }</a:t>
            </a:r>
          </a:p>
          <a:p>
            <a:pPr marL="0" indent="0">
              <a:buNone/>
            </a:pPr>
            <a:r>
              <a:rPr lang="en-IN" sz="1900" dirty="0"/>
              <a:t>}</a:t>
            </a:r>
          </a:p>
          <a:p>
            <a:pPr marL="0" indent="0">
              <a:buNone/>
            </a:pP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9353142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16D9B4-1EEC-02AB-E1FE-7C7B1F592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GB" sz="3600" dirty="0"/>
              <a:t>Page Object Model (POM)</a:t>
            </a:r>
            <a:endParaRPr lang="en-IN" sz="3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77B60-6130-7DE2-DD4B-8C226E96F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GB" sz="2400" dirty="0"/>
              <a:t>Page Object Model is a design pattern used in test automation</a:t>
            </a:r>
          </a:p>
          <a:p>
            <a:r>
              <a:rPr lang="en-GB" sz="2400" dirty="0"/>
              <a:t>Each web page is represented as a Java class</a:t>
            </a:r>
          </a:p>
          <a:p>
            <a:r>
              <a:rPr lang="en-GB" sz="2400" dirty="0"/>
              <a:t>Encapsulates page elements and interactions</a:t>
            </a:r>
          </a:p>
          <a:p>
            <a:r>
              <a:rPr lang="en-GB" sz="2400" dirty="0"/>
              <a:t>Promotes reusable, maintainable code</a:t>
            </a:r>
            <a:endParaRPr lang="en-IN" sz="2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C0FE20-B445-3DED-028B-F12827F87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344" y="522463"/>
            <a:ext cx="5697412" cy="536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1648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889EF1C-BFA0-3A2C-CA34-4CA2E48849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741"/>
          <a:stretch>
            <a:fillRect/>
          </a:stretch>
        </p:blipFill>
        <p:spPr>
          <a:xfrm>
            <a:off x="2" y="1587"/>
            <a:ext cx="8720252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695494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CB348B-34F0-4C51-1B5C-831DE425B2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56" r="-2" b="19294"/>
          <a:stretch>
            <a:fillRect/>
          </a:stretch>
        </p:blipFill>
        <p:spPr>
          <a:xfrm>
            <a:off x="3882570" y="10"/>
            <a:ext cx="8309429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3737881-458F-40AD-B72B-B57D267DC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2967126-346F-41EA-982D-63D8EBB60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" y="-1"/>
              <a:ext cx="4572002" cy="6858002"/>
            </a:xfrm>
            <a:custGeom>
              <a:avLst/>
              <a:gdLst>
                <a:gd name="connsiteX0" fmla="*/ 4214994 w 4572002"/>
                <a:gd name="connsiteY0" fmla="*/ 6564620 h 6858002"/>
                <a:gd name="connsiteX1" fmla="*/ 4214994 w 4572002"/>
                <a:gd name="connsiteY1" fmla="*/ 6564621 h 6858002"/>
                <a:gd name="connsiteX2" fmla="*/ 4237474 w 4572002"/>
                <a:gd name="connsiteY2" fmla="*/ 6588626 h 6858002"/>
                <a:gd name="connsiteX3" fmla="*/ 4254096 w 4572002"/>
                <a:gd name="connsiteY3" fmla="*/ 6625225 h 6858002"/>
                <a:gd name="connsiteX4" fmla="*/ 4247001 w 4572002"/>
                <a:gd name="connsiteY4" fmla="*/ 6662540 h 6858002"/>
                <a:gd name="connsiteX5" fmla="*/ 4247000 w 4572002"/>
                <a:gd name="connsiteY5" fmla="*/ 6662541 h 6858002"/>
                <a:gd name="connsiteX6" fmla="*/ 4246999 w 4572002"/>
                <a:gd name="connsiteY6" fmla="*/ 6662544 h 6858002"/>
                <a:gd name="connsiteX7" fmla="*/ 4235550 w 4572002"/>
                <a:gd name="connsiteY7" fmla="*/ 6683027 h 6858002"/>
                <a:gd name="connsiteX8" fmla="*/ 4232403 w 4572002"/>
                <a:gd name="connsiteY8" fmla="*/ 6702976 h 6858002"/>
                <a:gd name="connsiteX9" fmla="*/ 4232403 w 4572002"/>
                <a:gd name="connsiteY9" fmla="*/ 6702977 h 6858002"/>
                <a:gd name="connsiteX10" fmla="*/ 4246238 w 4572002"/>
                <a:gd name="connsiteY10" fmla="*/ 6742553 h 6858002"/>
                <a:gd name="connsiteX11" fmla="*/ 4246239 w 4572002"/>
                <a:gd name="connsiteY11" fmla="*/ 6742555 h 6858002"/>
                <a:gd name="connsiteX12" fmla="*/ 4265716 w 4572002"/>
                <a:gd name="connsiteY12" fmla="*/ 6812062 h 6858002"/>
                <a:gd name="connsiteX13" fmla="*/ 4265717 w 4572002"/>
                <a:gd name="connsiteY13" fmla="*/ 6812064 h 6858002"/>
                <a:gd name="connsiteX14" fmla="*/ 4265717 w 4572002"/>
                <a:gd name="connsiteY14" fmla="*/ 6812063 h 6858002"/>
                <a:gd name="connsiteX15" fmla="*/ 4265716 w 4572002"/>
                <a:gd name="connsiteY15" fmla="*/ 6812062 h 6858002"/>
                <a:gd name="connsiteX16" fmla="*/ 4260942 w 4572002"/>
                <a:gd name="connsiteY16" fmla="*/ 6776800 h 6858002"/>
                <a:gd name="connsiteX17" fmla="*/ 4246239 w 4572002"/>
                <a:gd name="connsiteY17" fmla="*/ 6742555 h 6858002"/>
                <a:gd name="connsiteX18" fmla="*/ 4246238 w 4572002"/>
                <a:gd name="connsiteY18" fmla="*/ 6742552 h 6858002"/>
                <a:gd name="connsiteX19" fmla="*/ 4232403 w 4572002"/>
                <a:gd name="connsiteY19" fmla="*/ 6702976 h 6858002"/>
                <a:gd name="connsiteX20" fmla="*/ 4246999 w 4572002"/>
                <a:gd name="connsiteY20" fmla="*/ 6662544 h 6858002"/>
                <a:gd name="connsiteX21" fmla="*/ 4247000 w 4572002"/>
                <a:gd name="connsiteY21" fmla="*/ 6662542 h 6858002"/>
                <a:gd name="connsiteX22" fmla="*/ 4247001 w 4572002"/>
                <a:gd name="connsiteY22" fmla="*/ 6662540 h 6858002"/>
                <a:gd name="connsiteX23" fmla="*/ 4254084 w 4572002"/>
                <a:gd name="connsiteY23" fmla="*/ 6645552 h 6858002"/>
                <a:gd name="connsiteX24" fmla="*/ 4254096 w 4572002"/>
                <a:gd name="connsiteY24" fmla="*/ 6625225 h 6858002"/>
                <a:gd name="connsiteX25" fmla="*/ 4254096 w 4572002"/>
                <a:gd name="connsiteY25" fmla="*/ 6625224 h 6858002"/>
                <a:gd name="connsiteX26" fmla="*/ 4237474 w 4572002"/>
                <a:gd name="connsiteY26" fmla="*/ 6588625 h 6858002"/>
                <a:gd name="connsiteX27" fmla="*/ 4295315 w 4572002"/>
                <a:gd name="connsiteY27" fmla="*/ 6438981 h 6858002"/>
                <a:gd name="connsiteX28" fmla="*/ 4275385 w 4572002"/>
                <a:gd name="connsiteY28" fmla="*/ 6463840 h 6858002"/>
                <a:gd name="connsiteX29" fmla="*/ 4275382 w 4572002"/>
                <a:gd name="connsiteY29" fmla="*/ 6463849 h 6858002"/>
                <a:gd name="connsiteX30" fmla="*/ 4261587 w 4572002"/>
                <a:gd name="connsiteY30" fmla="*/ 6513012 h 6858002"/>
                <a:gd name="connsiteX31" fmla="*/ 4242781 w 4572002"/>
                <a:gd name="connsiteY31" fmla="*/ 6546194 h 6858002"/>
                <a:gd name="connsiteX32" fmla="*/ 4242781 w 4572002"/>
                <a:gd name="connsiteY32" fmla="*/ 6546195 h 6858002"/>
                <a:gd name="connsiteX33" fmla="*/ 4259120 w 4572002"/>
                <a:gd name="connsiteY33" fmla="*/ 6521804 h 6858002"/>
                <a:gd name="connsiteX34" fmla="*/ 4261587 w 4572002"/>
                <a:gd name="connsiteY34" fmla="*/ 6513012 h 6858002"/>
                <a:gd name="connsiteX35" fmla="*/ 4264398 w 4572002"/>
                <a:gd name="connsiteY35" fmla="*/ 6508052 h 6858002"/>
                <a:gd name="connsiteX36" fmla="*/ 4275382 w 4572002"/>
                <a:gd name="connsiteY36" fmla="*/ 6463849 h 6858002"/>
                <a:gd name="connsiteX37" fmla="*/ 4275385 w 4572002"/>
                <a:gd name="connsiteY37" fmla="*/ 6463841 h 6858002"/>
                <a:gd name="connsiteX38" fmla="*/ 4295315 w 4572002"/>
                <a:gd name="connsiteY38" fmla="*/ 6438981 h 6858002"/>
                <a:gd name="connsiteX39" fmla="*/ 4381289 w 4572002"/>
                <a:gd name="connsiteY39" fmla="*/ 6365204 h 6858002"/>
                <a:gd name="connsiteX40" fmla="*/ 4380008 w 4572002"/>
                <a:gd name="connsiteY40" fmla="*/ 6387910 h 6858002"/>
                <a:gd name="connsiteX41" fmla="*/ 4378243 w 4572002"/>
                <a:gd name="connsiteY41" fmla="*/ 6391549 h 6858002"/>
                <a:gd name="connsiteX42" fmla="*/ 4370589 w 4572002"/>
                <a:gd name="connsiteY42" fmla="*/ 6407332 h 6858002"/>
                <a:gd name="connsiteX43" fmla="*/ 4370589 w 4572002"/>
                <a:gd name="connsiteY43" fmla="*/ 6407333 h 6858002"/>
                <a:gd name="connsiteX44" fmla="*/ 4378243 w 4572002"/>
                <a:gd name="connsiteY44" fmla="*/ 6391549 h 6858002"/>
                <a:gd name="connsiteX45" fmla="*/ 4380008 w 4572002"/>
                <a:gd name="connsiteY45" fmla="*/ 6387910 h 6858002"/>
                <a:gd name="connsiteX46" fmla="*/ 4142220 w 4572002"/>
                <a:gd name="connsiteY46" fmla="*/ 4221391 h 6858002"/>
                <a:gd name="connsiteX47" fmla="*/ 4142220 w 4572002"/>
                <a:gd name="connsiteY47" fmla="*/ 4221392 h 6858002"/>
                <a:gd name="connsiteX48" fmla="*/ 4147936 w 4572002"/>
                <a:gd name="connsiteY48" fmla="*/ 4253015 h 6858002"/>
                <a:gd name="connsiteX49" fmla="*/ 4187752 w 4572002"/>
                <a:gd name="connsiteY49" fmla="*/ 4324646 h 6858002"/>
                <a:gd name="connsiteX50" fmla="*/ 4196706 w 4572002"/>
                <a:gd name="connsiteY50" fmla="*/ 4363891 h 6858002"/>
                <a:gd name="connsiteX51" fmla="*/ 4195944 w 4572002"/>
                <a:gd name="connsiteY51" fmla="*/ 4482004 h 6858002"/>
                <a:gd name="connsiteX52" fmla="*/ 4135934 w 4572002"/>
                <a:gd name="connsiteY52" fmla="*/ 4659174 h 6858002"/>
                <a:gd name="connsiteX53" fmla="*/ 4127932 w 4572002"/>
                <a:gd name="connsiteY53" fmla="*/ 4677655 h 6858002"/>
                <a:gd name="connsiteX54" fmla="*/ 4118025 w 4572002"/>
                <a:gd name="connsiteY54" fmla="*/ 4767764 h 6858002"/>
                <a:gd name="connsiteX55" fmla="*/ 4116716 w 4572002"/>
                <a:gd name="connsiteY55" fmla="*/ 4800483 h 6858002"/>
                <a:gd name="connsiteX56" fmla="*/ 4116716 w 4572002"/>
                <a:gd name="connsiteY56" fmla="*/ 4800484 h 6858002"/>
                <a:gd name="connsiteX57" fmla="*/ 4131552 w 4572002"/>
                <a:gd name="connsiteY57" fmla="*/ 4828917 h 6858002"/>
                <a:gd name="connsiteX58" fmla="*/ 4153733 w 4572002"/>
                <a:gd name="connsiteY58" fmla="*/ 4863343 h 6858002"/>
                <a:gd name="connsiteX59" fmla="*/ 4161262 w 4572002"/>
                <a:gd name="connsiteY59" fmla="*/ 4889275 h 6858002"/>
                <a:gd name="connsiteX60" fmla="*/ 4159557 w 4572002"/>
                <a:gd name="connsiteY60" fmla="*/ 4912168 h 6858002"/>
                <a:gd name="connsiteX61" fmla="*/ 4158155 w 4572002"/>
                <a:gd name="connsiteY61" fmla="*/ 4933804 h 6858002"/>
                <a:gd name="connsiteX62" fmla="*/ 4158155 w 4572002"/>
                <a:gd name="connsiteY62" fmla="*/ 4933805 h 6858002"/>
                <a:gd name="connsiteX63" fmla="*/ 4162914 w 4572002"/>
                <a:gd name="connsiteY63" fmla="*/ 4952673 h 6858002"/>
                <a:gd name="connsiteX64" fmla="*/ 4165707 w 4572002"/>
                <a:gd name="connsiteY64" fmla="*/ 4957454 h 6858002"/>
                <a:gd name="connsiteX65" fmla="*/ 4166985 w 4572002"/>
                <a:gd name="connsiteY65" fmla="*/ 4961456 h 6858002"/>
                <a:gd name="connsiteX66" fmla="*/ 4182989 w 4572002"/>
                <a:gd name="connsiteY66" fmla="*/ 4987038 h 6858002"/>
                <a:gd name="connsiteX67" fmla="*/ 4209468 w 4572002"/>
                <a:gd name="connsiteY67" fmla="*/ 5041522 h 6858002"/>
                <a:gd name="connsiteX68" fmla="*/ 4216684 w 4572002"/>
                <a:gd name="connsiteY68" fmla="*/ 5072376 h 6858002"/>
                <a:gd name="connsiteX69" fmla="*/ 4222587 w 4572002"/>
                <a:gd name="connsiteY69" fmla="*/ 5087441 h 6858002"/>
                <a:gd name="connsiteX70" fmla="*/ 4235615 w 4572002"/>
                <a:gd name="connsiteY70" fmla="*/ 5133220 h 6858002"/>
                <a:gd name="connsiteX71" fmla="*/ 4235616 w 4572002"/>
                <a:gd name="connsiteY71" fmla="*/ 5133225 h 6858002"/>
                <a:gd name="connsiteX72" fmla="*/ 4228901 w 4572002"/>
                <a:gd name="connsiteY72" fmla="*/ 5166113 h 6858002"/>
                <a:gd name="connsiteX73" fmla="*/ 4228901 w 4572002"/>
                <a:gd name="connsiteY73" fmla="*/ 5166114 h 6858002"/>
                <a:gd name="connsiteX74" fmla="*/ 4229593 w 4572002"/>
                <a:gd name="connsiteY74" fmla="*/ 5172091 h 6858002"/>
                <a:gd name="connsiteX75" fmla="*/ 4232139 w 4572002"/>
                <a:gd name="connsiteY75" fmla="*/ 5179068 h 6858002"/>
                <a:gd name="connsiteX76" fmla="*/ 4231973 w 4572002"/>
                <a:gd name="connsiteY76" fmla="*/ 5229434 h 6858002"/>
                <a:gd name="connsiteX77" fmla="*/ 4225669 w 4572002"/>
                <a:gd name="connsiteY77" fmla="*/ 5241089 h 6858002"/>
                <a:gd name="connsiteX78" fmla="*/ 4208517 w 4572002"/>
                <a:gd name="connsiteY78" fmla="*/ 5272796 h 6858002"/>
                <a:gd name="connsiteX79" fmla="*/ 4184613 w 4572002"/>
                <a:gd name="connsiteY79" fmla="*/ 5312288 h 6858002"/>
                <a:gd name="connsiteX80" fmla="*/ 4183557 w 4572002"/>
                <a:gd name="connsiteY80" fmla="*/ 5321350 h 6858002"/>
                <a:gd name="connsiteX81" fmla="*/ 4181083 w 4572002"/>
                <a:gd name="connsiteY81" fmla="*/ 5326163 h 6858002"/>
                <a:gd name="connsiteX82" fmla="*/ 4179637 w 4572002"/>
                <a:gd name="connsiteY82" fmla="*/ 5355014 h 6858002"/>
                <a:gd name="connsiteX83" fmla="*/ 4179637 w 4572002"/>
                <a:gd name="connsiteY83" fmla="*/ 5355015 h 6858002"/>
                <a:gd name="connsiteX84" fmla="*/ 4184513 w 4572002"/>
                <a:gd name="connsiteY84" fmla="*/ 5385385 h 6858002"/>
                <a:gd name="connsiteX85" fmla="*/ 4192704 w 4572002"/>
                <a:gd name="connsiteY85" fmla="*/ 5425583 h 6858002"/>
                <a:gd name="connsiteX86" fmla="*/ 4204327 w 4572002"/>
                <a:gd name="connsiteY86" fmla="*/ 5480638 h 6858002"/>
                <a:gd name="connsiteX87" fmla="*/ 4208850 w 4572002"/>
                <a:gd name="connsiteY87" fmla="*/ 5507668 h 6858002"/>
                <a:gd name="connsiteX88" fmla="*/ 4198232 w 4572002"/>
                <a:gd name="connsiteY88" fmla="*/ 5531692 h 6858002"/>
                <a:gd name="connsiteX89" fmla="*/ 4198231 w 4572002"/>
                <a:gd name="connsiteY89" fmla="*/ 5531693 h 6858002"/>
                <a:gd name="connsiteX90" fmla="*/ 4188085 w 4572002"/>
                <a:gd name="connsiteY90" fmla="*/ 5547578 h 6858002"/>
                <a:gd name="connsiteX91" fmla="*/ 4188085 w 4572002"/>
                <a:gd name="connsiteY91" fmla="*/ 5547579 h 6858002"/>
                <a:gd name="connsiteX92" fmla="*/ 4197659 w 4572002"/>
                <a:gd name="connsiteY92" fmla="*/ 5562747 h 6858002"/>
                <a:gd name="connsiteX93" fmla="*/ 4268907 w 4572002"/>
                <a:gd name="connsiteY93" fmla="*/ 5704484 h 6858002"/>
                <a:gd name="connsiteX94" fmla="*/ 4274812 w 4572002"/>
                <a:gd name="connsiteY94" fmla="*/ 5740489 h 6858002"/>
                <a:gd name="connsiteX95" fmla="*/ 4283578 w 4572002"/>
                <a:gd name="connsiteY95" fmla="*/ 5760874 h 6858002"/>
                <a:gd name="connsiteX96" fmla="*/ 4371973 w 4572002"/>
                <a:gd name="connsiteY96" fmla="*/ 5883752 h 6858002"/>
                <a:gd name="connsiteX97" fmla="*/ 4371974 w 4572002"/>
                <a:gd name="connsiteY97" fmla="*/ 5883757 h 6858002"/>
                <a:gd name="connsiteX98" fmla="*/ 4389877 w 4572002"/>
                <a:gd name="connsiteY98" fmla="*/ 5935946 h 6858002"/>
                <a:gd name="connsiteX99" fmla="*/ 4389878 w 4572002"/>
                <a:gd name="connsiteY99" fmla="*/ 5935950 h 6858002"/>
                <a:gd name="connsiteX100" fmla="*/ 4386259 w 4572002"/>
                <a:gd name="connsiteY100" fmla="*/ 5993290 h 6858002"/>
                <a:gd name="connsiteX101" fmla="*/ 4386259 w 4572002"/>
                <a:gd name="connsiteY101" fmla="*/ 5993291 h 6858002"/>
                <a:gd name="connsiteX102" fmla="*/ 4379782 w 4572002"/>
                <a:gd name="connsiteY102" fmla="*/ 6026440 h 6858002"/>
                <a:gd name="connsiteX103" fmla="*/ 4323583 w 4572002"/>
                <a:gd name="connsiteY103" fmla="*/ 6108738 h 6858002"/>
                <a:gd name="connsiteX104" fmla="*/ 4309890 w 4572002"/>
                <a:gd name="connsiteY104" fmla="*/ 6133314 h 6858002"/>
                <a:gd name="connsiteX105" fmla="*/ 4309890 w 4572002"/>
                <a:gd name="connsiteY105" fmla="*/ 6133315 h 6858002"/>
                <a:gd name="connsiteX106" fmla="*/ 4313591 w 4572002"/>
                <a:gd name="connsiteY106" fmla="*/ 6143190 h 6858002"/>
                <a:gd name="connsiteX107" fmla="*/ 4325486 w 4572002"/>
                <a:gd name="connsiteY107" fmla="*/ 6155600 h 6858002"/>
                <a:gd name="connsiteX108" fmla="*/ 4325488 w 4572002"/>
                <a:gd name="connsiteY108" fmla="*/ 6155603 h 6858002"/>
                <a:gd name="connsiteX109" fmla="*/ 4364160 w 4572002"/>
                <a:gd name="connsiteY109" fmla="*/ 6228757 h 6858002"/>
                <a:gd name="connsiteX110" fmla="*/ 4381497 w 4572002"/>
                <a:gd name="connsiteY110" fmla="*/ 6361540 h 6858002"/>
                <a:gd name="connsiteX111" fmla="*/ 4381497 w 4572002"/>
                <a:gd name="connsiteY111" fmla="*/ 6361539 h 6858002"/>
                <a:gd name="connsiteX112" fmla="*/ 4364160 w 4572002"/>
                <a:gd name="connsiteY112" fmla="*/ 6228756 h 6858002"/>
                <a:gd name="connsiteX113" fmla="*/ 4325488 w 4572002"/>
                <a:gd name="connsiteY113" fmla="*/ 6155602 h 6858002"/>
                <a:gd name="connsiteX114" fmla="*/ 4325486 w 4572002"/>
                <a:gd name="connsiteY114" fmla="*/ 6155600 h 6858002"/>
                <a:gd name="connsiteX115" fmla="*/ 4309890 w 4572002"/>
                <a:gd name="connsiteY115" fmla="*/ 6133315 h 6858002"/>
                <a:gd name="connsiteX116" fmla="*/ 4323583 w 4572002"/>
                <a:gd name="connsiteY116" fmla="*/ 6108739 h 6858002"/>
                <a:gd name="connsiteX117" fmla="*/ 4379782 w 4572002"/>
                <a:gd name="connsiteY117" fmla="*/ 6026441 h 6858002"/>
                <a:gd name="connsiteX118" fmla="*/ 4386259 w 4572002"/>
                <a:gd name="connsiteY118" fmla="*/ 5993292 h 6858002"/>
                <a:gd name="connsiteX119" fmla="*/ 4386259 w 4572002"/>
                <a:gd name="connsiteY119" fmla="*/ 5993290 h 6858002"/>
                <a:gd name="connsiteX120" fmla="*/ 4389712 w 4572002"/>
                <a:gd name="connsiteY120" fmla="*/ 5964477 h 6858002"/>
                <a:gd name="connsiteX121" fmla="*/ 4389878 w 4572002"/>
                <a:gd name="connsiteY121" fmla="*/ 5935950 h 6858002"/>
                <a:gd name="connsiteX122" fmla="*/ 4389878 w 4572002"/>
                <a:gd name="connsiteY122" fmla="*/ 5935949 h 6858002"/>
                <a:gd name="connsiteX123" fmla="*/ 4389877 w 4572002"/>
                <a:gd name="connsiteY123" fmla="*/ 5935946 h 6858002"/>
                <a:gd name="connsiteX124" fmla="*/ 4382997 w 4572002"/>
                <a:gd name="connsiteY124" fmla="*/ 5909351 h 6858002"/>
                <a:gd name="connsiteX125" fmla="*/ 4371974 w 4572002"/>
                <a:gd name="connsiteY125" fmla="*/ 5883757 h 6858002"/>
                <a:gd name="connsiteX126" fmla="*/ 4371973 w 4572002"/>
                <a:gd name="connsiteY126" fmla="*/ 5883751 h 6858002"/>
                <a:gd name="connsiteX127" fmla="*/ 4283578 w 4572002"/>
                <a:gd name="connsiteY127" fmla="*/ 5760873 h 6858002"/>
                <a:gd name="connsiteX128" fmla="*/ 4274812 w 4572002"/>
                <a:gd name="connsiteY128" fmla="*/ 5740488 h 6858002"/>
                <a:gd name="connsiteX129" fmla="*/ 4268907 w 4572002"/>
                <a:gd name="connsiteY129" fmla="*/ 5704483 h 6858002"/>
                <a:gd name="connsiteX130" fmla="*/ 4197659 w 4572002"/>
                <a:gd name="connsiteY130" fmla="*/ 5562746 h 6858002"/>
                <a:gd name="connsiteX131" fmla="*/ 4188085 w 4572002"/>
                <a:gd name="connsiteY131" fmla="*/ 5547578 h 6858002"/>
                <a:gd name="connsiteX132" fmla="*/ 4198231 w 4572002"/>
                <a:gd name="connsiteY132" fmla="*/ 5531694 h 6858002"/>
                <a:gd name="connsiteX133" fmla="*/ 4198232 w 4572002"/>
                <a:gd name="connsiteY133" fmla="*/ 5531692 h 6858002"/>
                <a:gd name="connsiteX134" fmla="*/ 4206630 w 4572002"/>
                <a:gd name="connsiteY134" fmla="*/ 5520422 h 6858002"/>
                <a:gd name="connsiteX135" fmla="*/ 4208850 w 4572002"/>
                <a:gd name="connsiteY135" fmla="*/ 5507668 h 6858002"/>
                <a:gd name="connsiteX136" fmla="*/ 4208850 w 4572002"/>
                <a:gd name="connsiteY136" fmla="*/ 5507667 h 6858002"/>
                <a:gd name="connsiteX137" fmla="*/ 4204327 w 4572002"/>
                <a:gd name="connsiteY137" fmla="*/ 5480637 h 6858002"/>
                <a:gd name="connsiteX138" fmla="*/ 4192704 w 4572002"/>
                <a:gd name="connsiteY138" fmla="*/ 5425582 h 6858002"/>
                <a:gd name="connsiteX139" fmla="*/ 4184513 w 4572002"/>
                <a:gd name="connsiteY139" fmla="*/ 5385384 h 6858002"/>
                <a:gd name="connsiteX140" fmla="*/ 4179637 w 4572002"/>
                <a:gd name="connsiteY140" fmla="*/ 5355014 h 6858002"/>
                <a:gd name="connsiteX141" fmla="*/ 4183557 w 4572002"/>
                <a:gd name="connsiteY141" fmla="*/ 5321350 h 6858002"/>
                <a:gd name="connsiteX142" fmla="*/ 4208517 w 4572002"/>
                <a:gd name="connsiteY142" fmla="*/ 5272797 h 6858002"/>
                <a:gd name="connsiteX143" fmla="*/ 4225669 w 4572002"/>
                <a:gd name="connsiteY143" fmla="*/ 5241089 h 6858002"/>
                <a:gd name="connsiteX144" fmla="*/ 4231973 w 4572002"/>
                <a:gd name="connsiteY144" fmla="*/ 5229433 h 6858002"/>
                <a:gd name="connsiteX145" fmla="*/ 4232139 w 4572002"/>
                <a:gd name="connsiteY145" fmla="*/ 5179068 h 6858002"/>
                <a:gd name="connsiteX146" fmla="*/ 4232139 w 4572002"/>
                <a:gd name="connsiteY146" fmla="*/ 5179067 h 6858002"/>
                <a:gd name="connsiteX147" fmla="*/ 4229593 w 4572002"/>
                <a:gd name="connsiteY147" fmla="*/ 5172090 h 6858002"/>
                <a:gd name="connsiteX148" fmla="*/ 4228901 w 4572002"/>
                <a:gd name="connsiteY148" fmla="*/ 5166114 h 6858002"/>
                <a:gd name="connsiteX149" fmla="*/ 4235616 w 4572002"/>
                <a:gd name="connsiteY149" fmla="*/ 5133225 h 6858002"/>
                <a:gd name="connsiteX150" fmla="*/ 4235616 w 4572002"/>
                <a:gd name="connsiteY150" fmla="*/ 5133224 h 6858002"/>
                <a:gd name="connsiteX151" fmla="*/ 4235615 w 4572002"/>
                <a:gd name="connsiteY151" fmla="*/ 5133220 h 6858002"/>
                <a:gd name="connsiteX152" fmla="*/ 4228473 w 4572002"/>
                <a:gd name="connsiteY152" fmla="*/ 5102461 h 6858002"/>
                <a:gd name="connsiteX153" fmla="*/ 4222587 w 4572002"/>
                <a:gd name="connsiteY153" fmla="*/ 5087441 h 6858002"/>
                <a:gd name="connsiteX154" fmla="*/ 4222582 w 4572002"/>
                <a:gd name="connsiteY154" fmla="*/ 5087423 h 6858002"/>
                <a:gd name="connsiteX155" fmla="*/ 4209468 w 4572002"/>
                <a:gd name="connsiteY155" fmla="*/ 5041521 h 6858002"/>
                <a:gd name="connsiteX156" fmla="*/ 4182989 w 4572002"/>
                <a:gd name="connsiteY156" fmla="*/ 4987037 h 6858002"/>
                <a:gd name="connsiteX157" fmla="*/ 4165707 w 4572002"/>
                <a:gd name="connsiteY157" fmla="*/ 4957454 h 6858002"/>
                <a:gd name="connsiteX158" fmla="*/ 4158155 w 4572002"/>
                <a:gd name="connsiteY158" fmla="*/ 4933805 h 6858002"/>
                <a:gd name="connsiteX159" fmla="*/ 4159557 w 4572002"/>
                <a:gd name="connsiteY159" fmla="*/ 4912169 h 6858002"/>
                <a:gd name="connsiteX160" fmla="*/ 4161262 w 4572002"/>
                <a:gd name="connsiteY160" fmla="*/ 4889276 h 6858002"/>
                <a:gd name="connsiteX161" fmla="*/ 4161262 w 4572002"/>
                <a:gd name="connsiteY161" fmla="*/ 4889275 h 6858002"/>
                <a:gd name="connsiteX162" fmla="*/ 4156484 w 4572002"/>
                <a:gd name="connsiteY162" fmla="*/ 4867614 h 6858002"/>
                <a:gd name="connsiteX163" fmla="*/ 4153733 w 4572002"/>
                <a:gd name="connsiteY163" fmla="*/ 4863343 h 6858002"/>
                <a:gd name="connsiteX164" fmla="*/ 4151983 w 4572002"/>
                <a:gd name="connsiteY164" fmla="*/ 4857317 h 6858002"/>
                <a:gd name="connsiteX165" fmla="*/ 4131552 w 4572002"/>
                <a:gd name="connsiteY165" fmla="*/ 4828916 h 6858002"/>
                <a:gd name="connsiteX166" fmla="*/ 4116716 w 4572002"/>
                <a:gd name="connsiteY166" fmla="*/ 4800483 h 6858002"/>
                <a:gd name="connsiteX167" fmla="*/ 4118025 w 4572002"/>
                <a:gd name="connsiteY167" fmla="*/ 4767765 h 6858002"/>
                <a:gd name="connsiteX168" fmla="*/ 4127932 w 4572002"/>
                <a:gd name="connsiteY168" fmla="*/ 4677656 h 6858002"/>
                <a:gd name="connsiteX169" fmla="*/ 4135934 w 4572002"/>
                <a:gd name="connsiteY169" fmla="*/ 4659175 h 6858002"/>
                <a:gd name="connsiteX170" fmla="*/ 4195944 w 4572002"/>
                <a:gd name="connsiteY170" fmla="*/ 4482005 h 6858002"/>
                <a:gd name="connsiteX171" fmla="*/ 4196706 w 4572002"/>
                <a:gd name="connsiteY171" fmla="*/ 4363891 h 6858002"/>
                <a:gd name="connsiteX172" fmla="*/ 4196706 w 4572002"/>
                <a:gd name="connsiteY172" fmla="*/ 4363890 h 6858002"/>
                <a:gd name="connsiteX173" fmla="*/ 4187752 w 4572002"/>
                <a:gd name="connsiteY173" fmla="*/ 4324645 h 6858002"/>
                <a:gd name="connsiteX174" fmla="*/ 4147936 w 4572002"/>
                <a:gd name="connsiteY174" fmla="*/ 4253014 h 6858002"/>
                <a:gd name="connsiteX175" fmla="*/ 4211111 w 4572002"/>
                <a:gd name="connsiteY175" fmla="*/ 2836172 h 6858002"/>
                <a:gd name="connsiteX176" fmla="*/ 4202421 w 4572002"/>
                <a:gd name="connsiteY176" fmla="*/ 2848793 h 6858002"/>
                <a:gd name="connsiteX177" fmla="*/ 4186816 w 4572002"/>
                <a:gd name="connsiteY177" fmla="*/ 2897785 h 6858002"/>
                <a:gd name="connsiteX178" fmla="*/ 4185787 w 4572002"/>
                <a:gd name="connsiteY178" fmla="*/ 2903551 h 6858002"/>
                <a:gd name="connsiteX179" fmla="*/ 4182513 w 4572002"/>
                <a:gd name="connsiteY179" fmla="*/ 2914328 h 6858002"/>
                <a:gd name="connsiteX180" fmla="*/ 4177882 w 4572002"/>
                <a:gd name="connsiteY180" fmla="*/ 2947858 h 6858002"/>
                <a:gd name="connsiteX181" fmla="*/ 4177881 w 4572002"/>
                <a:gd name="connsiteY181" fmla="*/ 2947862 h 6858002"/>
                <a:gd name="connsiteX182" fmla="*/ 4177881 w 4572002"/>
                <a:gd name="connsiteY182" fmla="*/ 2947863 h 6858002"/>
                <a:gd name="connsiteX183" fmla="*/ 4181465 w 4572002"/>
                <a:gd name="connsiteY183" fmla="*/ 2982149 h 6858002"/>
                <a:gd name="connsiteX184" fmla="*/ 4193158 w 4572002"/>
                <a:gd name="connsiteY184" fmla="*/ 3077402 h 6858002"/>
                <a:gd name="connsiteX185" fmla="*/ 4180703 w 4572002"/>
                <a:gd name="connsiteY185" fmla="*/ 3172654 h 6858002"/>
                <a:gd name="connsiteX186" fmla="*/ 4133076 w 4572002"/>
                <a:gd name="connsiteY186" fmla="*/ 3489467 h 6858002"/>
                <a:gd name="connsiteX187" fmla="*/ 4110977 w 4572002"/>
                <a:gd name="connsiteY187" fmla="*/ 3544713 h 6858002"/>
                <a:gd name="connsiteX188" fmla="*/ 4093355 w 4572002"/>
                <a:gd name="connsiteY188" fmla="*/ 3574408 h 6858002"/>
                <a:gd name="connsiteX189" fmla="*/ 4093355 w 4572002"/>
                <a:gd name="connsiteY189" fmla="*/ 3574409 h 6858002"/>
                <a:gd name="connsiteX190" fmla="*/ 4105453 w 4572002"/>
                <a:gd name="connsiteY190" fmla="*/ 3606818 h 6858002"/>
                <a:gd name="connsiteX191" fmla="*/ 4118979 w 4572002"/>
                <a:gd name="connsiteY191" fmla="*/ 3630633 h 6858002"/>
                <a:gd name="connsiteX192" fmla="*/ 4136708 w 4572002"/>
                <a:gd name="connsiteY192" fmla="*/ 3654416 h 6858002"/>
                <a:gd name="connsiteX193" fmla="*/ 4140382 w 4572002"/>
                <a:gd name="connsiteY193" fmla="*/ 3668940 h 6858002"/>
                <a:gd name="connsiteX194" fmla="*/ 4143220 w 4572002"/>
                <a:gd name="connsiteY194" fmla="*/ 3680164 h 6858002"/>
                <a:gd name="connsiteX195" fmla="*/ 4139172 w 4572002"/>
                <a:gd name="connsiteY195" fmla="*/ 3734837 h 6858002"/>
                <a:gd name="connsiteX196" fmla="*/ 4139172 w 4572002"/>
                <a:gd name="connsiteY196" fmla="*/ 3734838 h 6858002"/>
                <a:gd name="connsiteX197" fmla="*/ 4139554 w 4572002"/>
                <a:gd name="connsiteY197" fmla="*/ 3754653 h 6858002"/>
                <a:gd name="connsiteX198" fmla="*/ 4145911 w 4572002"/>
                <a:gd name="connsiteY198" fmla="*/ 3789776 h 6858002"/>
                <a:gd name="connsiteX199" fmla="*/ 4130980 w 4572002"/>
                <a:gd name="connsiteY199" fmla="*/ 3822472 h 6858002"/>
                <a:gd name="connsiteX200" fmla="*/ 4116645 w 4572002"/>
                <a:gd name="connsiteY200" fmla="*/ 3852619 h 6858002"/>
                <a:gd name="connsiteX201" fmla="*/ 4116645 w 4572002"/>
                <a:gd name="connsiteY201" fmla="*/ 3852620 h 6858002"/>
                <a:gd name="connsiteX202" fmla="*/ 4117425 w 4572002"/>
                <a:gd name="connsiteY202" fmla="*/ 3868764 h 6858002"/>
                <a:gd name="connsiteX203" fmla="*/ 4126028 w 4572002"/>
                <a:gd name="connsiteY203" fmla="*/ 3885337 h 6858002"/>
                <a:gd name="connsiteX204" fmla="*/ 4126028 w 4572002"/>
                <a:gd name="connsiteY204" fmla="*/ 3885339 h 6858002"/>
                <a:gd name="connsiteX205" fmla="*/ 4148409 w 4572002"/>
                <a:gd name="connsiteY205" fmla="*/ 3923125 h 6858002"/>
                <a:gd name="connsiteX206" fmla="*/ 4157913 w 4572002"/>
                <a:gd name="connsiteY206" fmla="*/ 3962160 h 6858002"/>
                <a:gd name="connsiteX207" fmla="*/ 4142221 w 4572002"/>
                <a:gd name="connsiteY207" fmla="*/ 4043838 h 6858002"/>
                <a:gd name="connsiteX208" fmla="*/ 4142220 w 4572002"/>
                <a:gd name="connsiteY208" fmla="*/ 4043839 h 6858002"/>
                <a:gd name="connsiteX209" fmla="*/ 4127099 w 4572002"/>
                <a:gd name="connsiteY209" fmla="*/ 4103825 h 6858002"/>
                <a:gd name="connsiteX210" fmla="*/ 4127099 w 4572002"/>
                <a:gd name="connsiteY210" fmla="*/ 4103826 h 6858002"/>
                <a:gd name="connsiteX211" fmla="*/ 4129066 w 4572002"/>
                <a:gd name="connsiteY211" fmla="*/ 4134256 h 6858002"/>
                <a:gd name="connsiteX212" fmla="*/ 4138410 w 4572002"/>
                <a:gd name="connsiteY212" fmla="*/ 4165382 h 6858002"/>
                <a:gd name="connsiteX213" fmla="*/ 4138410 w 4572002"/>
                <a:gd name="connsiteY213" fmla="*/ 4165384 h 6858002"/>
                <a:gd name="connsiteX214" fmla="*/ 4142315 w 4572002"/>
                <a:gd name="connsiteY214" fmla="*/ 4192388 h 6858002"/>
                <a:gd name="connsiteX215" fmla="*/ 4142315 w 4572002"/>
                <a:gd name="connsiteY215" fmla="*/ 4192387 h 6858002"/>
                <a:gd name="connsiteX216" fmla="*/ 4138410 w 4572002"/>
                <a:gd name="connsiteY216" fmla="*/ 4165383 h 6858002"/>
                <a:gd name="connsiteX217" fmla="*/ 4138410 w 4572002"/>
                <a:gd name="connsiteY217" fmla="*/ 4165382 h 6858002"/>
                <a:gd name="connsiteX218" fmla="*/ 4127099 w 4572002"/>
                <a:gd name="connsiteY218" fmla="*/ 4103826 h 6858002"/>
                <a:gd name="connsiteX219" fmla="*/ 4142220 w 4572002"/>
                <a:gd name="connsiteY219" fmla="*/ 4043840 h 6858002"/>
                <a:gd name="connsiteX220" fmla="*/ 4142221 w 4572002"/>
                <a:gd name="connsiteY220" fmla="*/ 4043838 h 6858002"/>
                <a:gd name="connsiteX221" fmla="*/ 4155523 w 4572002"/>
                <a:gd name="connsiteY221" fmla="*/ 4002410 h 6858002"/>
                <a:gd name="connsiteX222" fmla="*/ 4157913 w 4572002"/>
                <a:gd name="connsiteY222" fmla="*/ 3962160 h 6858002"/>
                <a:gd name="connsiteX223" fmla="*/ 4157913 w 4572002"/>
                <a:gd name="connsiteY223" fmla="*/ 3962159 h 6858002"/>
                <a:gd name="connsiteX224" fmla="*/ 4126028 w 4572002"/>
                <a:gd name="connsiteY224" fmla="*/ 3885338 h 6858002"/>
                <a:gd name="connsiteX225" fmla="*/ 4126028 w 4572002"/>
                <a:gd name="connsiteY225" fmla="*/ 3885337 h 6858002"/>
                <a:gd name="connsiteX226" fmla="*/ 4116645 w 4572002"/>
                <a:gd name="connsiteY226" fmla="*/ 3852620 h 6858002"/>
                <a:gd name="connsiteX227" fmla="*/ 4130980 w 4572002"/>
                <a:gd name="connsiteY227" fmla="*/ 3822473 h 6858002"/>
                <a:gd name="connsiteX228" fmla="*/ 4145911 w 4572002"/>
                <a:gd name="connsiteY228" fmla="*/ 3789777 h 6858002"/>
                <a:gd name="connsiteX229" fmla="*/ 4145911 w 4572002"/>
                <a:gd name="connsiteY229" fmla="*/ 3789776 h 6858002"/>
                <a:gd name="connsiteX230" fmla="*/ 4139554 w 4572002"/>
                <a:gd name="connsiteY230" fmla="*/ 3754652 h 6858002"/>
                <a:gd name="connsiteX231" fmla="*/ 4139172 w 4572002"/>
                <a:gd name="connsiteY231" fmla="*/ 3734838 h 6858002"/>
                <a:gd name="connsiteX232" fmla="*/ 4143220 w 4572002"/>
                <a:gd name="connsiteY232" fmla="*/ 3680164 h 6858002"/>
                <a:gd name="connsiteX233" fmla="*/ 4143220 w 4572002"/>
                <a:gd name="connsiteY233" fmla="*/ 3680163 h 6858002"/>
                <a:gd name="connsiteX234" fmla="*/ 4140382 w 4572002"/>
                <a:gd name="connsiteY234" fmla="*/ 3668940 h 6858002"/>
                <a:gd name="connsiteX235" fmla="*/ 4136708 w 4572002"/>
                <a:gd name="connsiteY235" fmla="*/ 3654416 h 6858002"/>
                <a:gd name="connsiteX236" fmla="*/ 4136708 w 4572002"/>
                <a:gd name="connsiteY236" fmla="*/ 3654416 h 6858002"/>
                <a:gd name="connsiteX237" fmla="*/ 4136708 w 4572002"/>
                <a:gd name="connsiteY237" fmla="*/ 3654415 h 6858002"/>
                <a:gd name="connsiteX238" fmla="*/ 4118979 w 4572002"/>
                <a:gd name="connsiteY238" fmla="*/ 3630632 h 6858002"/>
                <a:gd name="connsiteX239" fmla="*/ 4105453 w 4572002"/>
                <a:gd name="connsiteY239" fmla="*/ 3606817 h 6858002"/>
                <a:gd name="connsiteX240" fmla="*/ 4095707 w 4572002"/>
                <a:gd name="connsiteY240" fmla="*/ 3587174 h 6858002"/>
                <a:gd name="connsiteX241" fmla="*/ 4093355 w 4572002"/>
                <a:gd name="connsiteY241" fmla="*/ 3574408 h 6858002"/>
                <a:gd name="connsiteX242" fmla="*/ 4098434 w 4572002"/>
                <a:gd name="connsiteY242" fmla="*/ 3562321 h 6858002"/>
                <a:gd name="connsiteX243" fmla="*/ 4110977 w 4572002"/>
                <a:gd name="connsiteY243" fmla="*/ 3544714 h 6858002"/>
                <a:gd name="connsiteX244" fmla="*/ 4133076 w 4572002"/>
                <a:gd name="connsiteY244" fmla="*/ 3489468 h 6858002"/>
                <a:gd name="connsiteX245" fmla="*/ 4180703 w 4572002"/>
                <a:gd name="connsiteY245" fmla="*/ 3172655 h 6858002"/>
                <a:gd name="connsiteX246" fmla="*/ 4193158 w 4572002"/>
                <a:gd name="connsiteY246" fmla="*/ 3077402 h 6858002"/>
                <a:gd name="connsiteX247" fmla="*/ 4193158 w 4572002"/>
                <a:gd name="connsiteY247" fmla="*/ 3077401 h 6858002"/>
                <a:gd name="connsiteX248" fmla="*/ 4181465 w 4572002"/>
                <a:gd name="connsiteY248" fmla="*/ 2982148 h 6858002"/>
                <a:gd name="connsiteX249" fmla="*/ 4177881 w 4572002"/>
                <a:gd name="connsiteY249" fmla="*/ 2947863 h 6858002"/>
                <a:gd name="connsiteX250" fmla="*/ 4177882 w 4572002"/>
                <a:gd name="connsiteY250" fmla="*/ 2947858 h 6858002"/>
                <a:gd name="connsiteX251" fmla="*/ 4185787 w 4572002"/>
                <a:gd name="connsiteY251" fmla="*/ 2903551 h 6858002"/>
                <a:gd name="connsiteX252" fmla="*/ 4202421 w 4572002"/>
                <a:gd name="connsiteY252" fmla="*/ 2848794 h 6858002"/>
                <a:gd name="connsiteX253" fmla="*/ 4211111 w 4572002"/>
                <a:gd name="connsiteY253" fmla="*/ 2836173 h 6858002"/>
                <a:gd name="connsiteX254" fmla="*/ 3726625 w 4572002"/>
                <a:gd name="connsiteY254" fmla="*/ 1508458 h 6858002"/>
                <a:gd name="connsiteX255" fmla="*/ 3698531 w 4572002"/>
                <a:gd name="connsiteY255" fmla="*/ 1596214 h 6858002"/>
                <a:gd name="connsiteX256" fmla="*/ 3700436 w 4572002"/>
                <a:gd name="connsiteY256" fmla="*/ 1624981 h 6858002"/>
                <a:gd name="connsiteX257" fmla="*/ 3757017 w 4572002"/>
                <a:gd name="connsiteY257" fmla="*/ 1697754 h 6858002"/>
                <a:gd name="connsiteX258" fmla="*/ 3779686 w 4572002"/>
                <a:gd name="connsiteY258" fmla="*/ 1733189 h 6858002"/>
                <a:gd name="connsiteX259" fmla="*/ 3821407 w 4572002"/>
                <a:gd name="connsiteY259" fmla="*/ 1833776 h 6858002"/>
                <a:gd name="connsiteX260" fmla="*/ 3829028 w 4572002"/>
                <a:gd name="connsiteY260" fmla="*/ 1842159 h 6858002"/>
                <a:gd name="connsiteX261" fmla="*/ 3919519 w 4572002"/>
                <a:gd name="connsiteY261" fmla="*/ 1916455 h 6858002"/>
                <a:gd name="connsiteX262" fmla="*/ 3934949 w 4572002"/>
                <a:gd name="connsiteY262" fmla="*/ 1933220 h 6858002"/>
                <a:gd name="connsiteX263" fmla="*/ 3958954 w 4572002"/>
                <a:gd name="connsiteY263" fmla="*/ 1953414 h 6858002"/>
                <a:gd name="connsiteX264" fmla="*/ 4005437 w 4572002"/>
                <a:gd name="connsiteY264" fmla="*/ 2016470 h 6858002"/>
                <a:gd name="connsiteX265" fmla="*/ 4020296 w 4572002"/>
                <a:gd name="connsiteY265" fmla="*/ 2094579 h 6858002"/>
                <a:gd name="connsiteX266" fmla="*/ 4042967 w 4572002"/>
                <a:gd name="connsiteY266" fmla="*/ 2188880 h 6858002"/>
                <a:gd name="connsiteX267" fmla="*/ 4058207 w 4572002"/>
                <a:gd name="connsiteY267" fmla="*/ 2228315 h 6858002"/>
                <a:gd name="connsiteX268" fmla="*/ 4087164 w 4572002"/>
                <a:gd name="connsiteY268" fmla="*/ 2334045 h 6858002"/>
                <a:gd name="connsiteX269" fmla="*/ 4111549 w 4572002"/>
                <a:gd name="connsiteY269" fmla="*/ 2409486 h 6858002"/>
                <a:gd name="connsiteX270" fmla="*/ 4128650 w 4572002"/>
                <a:gd name="connsiteY270" fmla="*/ 2435913 h 6858002"/>
                <a:gd name="connsiteX271" fmla="*/ 4134481 w 4572002"/>
                <a:gd name="connsiteY271" fmla="*/ 2463018 h 6858002"/>
                <a:gd name="connsiteX272" fmla="*/ 4125839 w 4572002"/>
                <a:gd name="connsiteY272" fmla="*/ 2518262 h 6858002"/>
                <a:gd name="connsiteX273" fmla="*/ 4125838 w 4572002"/>
                <a:gd name="connsiteY273" fmla="*/ 2518264 h 6858002"/>
                <a:gd name="connsiteX274" fmla="*/ 4122194 w 4572002"/>
                <a:gd name="connsiteY274" fmla="*/ 2545006 h 6858002"/>
                <a:gd name="connsiteX275" fmla="*/ 4122194 w 4572002"/>
                <a:gd name="connsiteY275" fmla="*/ 2545007 h 6858002"/>
                <a:gd name="connsiteX276" fmla="*/ 4126408 w 4572002"/>
                <a:gd name="connsiteY276" fmla="*/ 2571035 h 6858002"/>
                <a:gd name="connsiteX277" fmla="*/ 4199563 w 4572002"/>
                <a:gd name="connsiteY277" fmla="*/ 2668002 h 6858002"/>
                <a:gd name="connsiteX278" fmla="*/ 4247953 w 4572002"/>
                <a:gd name="connsiteY278" fmla="*/ 2745349 h 6858002"/>
                <a:gd name="connsiteX279" fmla="*/ 4247954 w 4572002"/>
                <a:gd name="connsiteY279" fmla="*/ 2745352 h 6858002"/>
                <a:gd name="connsiteX280" fmla="*/ 4253873 w 4572002"/>
                <a:gd name="connsiteY280" fmla="*/ 2778006 h 6858002"/>
                <a:gd name="connsiteX281" fmla="*/ 4253453 w 4572002"/>
                <a:gd name="connsiteY281" fmla="*/ 2785440 h 6858002"/>
                <a:gd name="connsiteX282" fmla="*/ 4243374 w 4572002"/>
                <a:gd name="connsiteY282" fmla="*/ 2811780 h 6858002"/>
                <a:gd name="connsiteX283" fmla="*/ 4243371 w 4572002"/>
                <a:gd name="connsiteY283" fmla="*/ 2811787 h 6858002"/>
                <a:gd name="connsiteX284" fmla="*/ 4243372 w 4572002"/>
                <a:gd name="connsiteY284" fmla="*/ 2811787 h 6858002"/>
                <a:gd name="connsiteX285" fmla="*/ 4243374 w 4572002"/>
                <a:gd name="connsiteY285" fmla="*/ 2811780 h 6858002"/>
                <a:gd name="connsiteX286" fmla="*/ 4253025 w 4572002"/>
                <a:gd name="connsiteY286" fmla="*/ 2793023 h 6858002"/>
                <a:gd name="connsiteX287" fmla="*/ 4253453 w 4572002"/>
                <a:gd name="connsiteY287" fmla="*/ 2785440 h 6858002"/>
                <a:gd name="connsiteX288" fmla="*/ 4254654 w 4572002"/>
                <a:gd name="connsiteY288" fmla="*/ 2782305 h 6858002"/>
                <a:gd name="connsiteX289" fmla="*/ 4253873 w 4572002"/>
                <a:gd name="connsiteY289" fmla="*/ 2778006 h 6858002"/>
                <a:gd name="connsiteX290" fmla="*/ 4254284 w 4572002"/>
                <a:gd name="connsiteY290" fmla="*/ 2770758 h 6858002"/>
                <a:gd name="connsiteX291" fmla="*/ 4247954 w 4572002"/>
                <a:gd name="connsiteY291" fmla="*/ 2745352 h 6858002"/>
                <a:gd name="connsiteX292" fmla="*/ 4247953 w 4572002"/>
                <a:gd name="connsiteY292" fmla="*/ 2745348 h 6858002"/>
                <a:gd name="connsiteX293" fmla="*/ 4199563 w 4572002"/>
                <a:gd name="connsiteY293" fmla="*/ 2668001 h 6858002"/>
                <a:gd name="connsiteX294" fmla="*/ 4126408 w 4572002"/>
                <a:gd name="connsiteY294" fmla="*/ 2571034 h 6858002"/>
                <a:gd name="connsiteX295" fmla="*/ 4122194 w 4572002"/>
                <a:gd name="connsiteY295" fmla="*/ 2545007 h 6858002"/>
                <a:gd name="connsiteX296" fmla="*/ 4125838 w 4572002"/>
                <a:gd name="connsiteY296" fmla="*/ 2518265 h 6858002"/>
                <a:gd name="connsiteX297" fmla="*/ 4125839 w 4572002"/>
                <a:gd name="connsiteY297" fmla="*/ 2518262 h 6858002"/>
                <a:gd name="connsiteX298" fmla="*/ 4132419 w 4572002"/>
                <a:gd name="connsiteY298" fmla="*/ 2490551 h 6858002"/>
                <a:gd name="connsiteX299" fmla="*/ 4134481 w 4572002"/>
                <a:gd name="connsiteY299" fmla="*/ 2463018 h 6858002"/>
                <a:gd name="connsiteX300" fmla="*/ 4134481 w 4572002"/>
                <a:gd name="connsiteY300" fmla="*/ 2463017 h 6858002"/>
                <a:gd name="connsiteX301" fmla="*/ 4111549 w 4572002"/>
                <a:gd name="connsiteY301" fmla="*/ 2409485 h 6858002"/>
                <a:gd name="connsiteX302" fmla="*/ 4087164 w 4572002"/>
                <a:gd name="connsiteY302" fmla="*/ 2334044 h 6858002"/>
                <a:gd name="connsiteX303" fmla="*/ 4058207 w 4572002"/>
                <a:gd name="connsiteY303" fmla="*/ 2228314 h 6858002"/>
                <a:gd name="connsiteX304" fmla="*/ 4042967 w 4572002"/>
                <a:gd name="connsiteY304" fmla="*/ 2188879 h 6858002"/>
                <a:gd name="connsiteX305" fmla="*/ 4020296 w 4572002"/>
                <a:gd name="connsiteY305" fmla="*/ 2094578 h 6858002"/>
                <a:gd name="connsiteX306" fmla="*/ 4005437 w 4572002"/>
                <a:gd name="connsiteY306" fmla="*/ 2016469 h 6858002"/>
                <a:gd name="connsiteX307" fmla="*/ 3958954 w 4572002"/>
                <a:gd name="connsiteY307" fmla="*/ 1953413 h 6858002"/>
                <a:gd name="connsiteX308" fmla="*/ 3934949 w 4572002"/>
                <a:gd name="connsiteY308" fmla="*/ 1933219 h 6858002"/>
                <a:gd name="connsiteX309" fmla="*/ 3919519 w 4572002"/>
                <a:gd name="connsiteY309" fmla="*/ 1916454 h 6858002"/>
                <a:gd name="connsiteX310" fmla="*/ 3829028 w 4572002"/>
                <a:gd name="connsiteY310" fmla="*/ 1842158 h 6858002"/>
                <a:gd name="connsiteX311" fmla="*/ 3821407 w 4572002"/>
                <a:gd name="connsiteY311" fmla="*/ 1833775 h 6858002"/>
                <a:gd name="connsiteX312" fmla="*/ 3779686 w 4572002"/>
                <a:gd name="connsiteY312" fmla="*/ 1733188 h 6858002"/>
                <a:gd name="connsiteX313" fmla="*/ 3757018 w 4572002"/>
                <a:gd name="connsiteY313" fmla="*/ 1697753 h 6858002"/>
                <a:gd name="connsiteX314" fmla="*/ 3700436 w 4572002"/>
                <a:gd name="connsiteY314" fmla="*/ 1624980 h 6858002"/>
                <a:gd name="connsiteX315" fmla="*/ 3698532 w 4572002"/>
                <a:gd name="connsiteY315" fmla="*/ 1596213 h 6858002"/>
                <a:gd name="connsiteX316" fmla="*/ 3745230 w 4572002"/>
                <a:gd name="connsiteY316" fmla="*/ 1459073 h 6858002"/>
                <a:gd name="connsiteX317" fmla="*/ 3745229 w 4572002"/>
                <a:gd name="connsiteY317" fmla="*/ 1459074 h 6858002"/>
                <a:gd name="connsiteX318" fmla="*/ 3736012 w 4572002"/>
                <a:gd name="connsiteY318" fmla="*/ 1481572 h 6858002"/>
                <a:gd name="connsiteX319" fmla="*/ 3764423 w 4572002"/>
                <a:gd name="connsiteY319" fmla="*/ 1268758 h 6858002"/>
                <a:gd name="connsiteX320" fmla="*/ 3769590 w 4572002"/>
                <a:gd name="connsiteY320" fmla="*/ 1286070 h 6858002"/>
                <a:gd name="connsiteX321" fmla="*/ 3791927 w 4572002"/>
                <a:gd name="connsiteY321" fmla="*/ 1350628 h 6858002"/>
                <a:gd name="connsiteX322" fmla="*/ 3786333 w 4572002"/>
                <a:gd name="connsiteY322" fmla="*/ 1413840 h 6858002"/>
                <a:gd name="connsiteX323" fmla="*/ 3791928 w 4572002"/>
                <a:gd name="connsiteY323" fmla="*/ 1350627 h 6858002"/>
                <a:gd name="connsiteX324" fmla="*/ 3769590 w 4572002"/>
                <a:gd name="connsiteY324" fmla="*/ 1286069 h 6858002"/>
                <a:gd name="connsiteX325" fmla="*/ 3706152 w 4572002"/>
                <a:gd name="connsiteY325" fmla="*/ 773035 h 6858002"/>
                <a:gd name="connsiteX326" fmla="*/ 3706152 w 4572002"/>
                <a:gd name="connsiteY326" fmla="*/ 773036 h 6858002"/>
                <a:gd name="connsiteX327" fmla="*/ 3714152 w 4572002"/>
                <a:gd name="connsiteY327" fmla="*/ 854380 h 6858002"/>
                <a:gd name="connsiteX328" fmla="*/ 3745205 w 4572002"/>
                <a:gd name="connsiteY328" fmla="*/ 915344 h 6858002"/>
                <a:gd name="connsiteX329" fmla="*/ 3755683 w 4572002"/>
                <a:gd name="connsiteY329" fmla="*/ 927156 h 6858002"/>
                <a:gd name="connsiteX330" fmla="*/ 3752063 w 4572002"/>
                <a:gd name="connsiteY330" fmla="*/ 1097088 h 6858002"/>
                <a:gd name="connsiteX331" fmla="*/ 3747681 w 4572002"/>
                <a:gd name="connsiteY331" fmla="*/ 1123186 h 6858002"/>
                <a:gd name="connsiteX332" fmla="*/ 3772400 w 4572002"/>
                <a:gd name="connsiteY332" fmla="*/ 1184029 h 6858002"/>
                <a:gd name="connsiteX333" fmla="*/ 3747682 w 4572002"/>
                <a:gd name="connsiteY333" fmla="*/ 1123185 h 6858002"/>
                <a:gd name="connsiteX334" fmla="*/ 3752064 w 4572002"/>
                <a:gd name="connsiteY334" fmla="*/ 1097087 h 6858002"/>
                <a:gd name="connsiteX335" fmla="*/ 3755684 w 4572002"/>
                <a:gd name="connsiteY335" fmla="*/ 927155 h 6858002"/>
                <a:gd name="connsiteX336" fmla="*/ 3745206 w 4572002"/>
                <a:gd name="connsiteY336" fmla="*/ 915343 h 6858002"/>
                <a:gd name="connsiteX337" fmla="*/ 3714152 w 4572002"/>
                <a:gd name="connsiteY337" fmla="*/ 854379 h 6858002"/>
                <a:gd name="connsiteX338" fmla="*/ 3761553 w 4572002"/>
                <a:gd name="connsiteY338" fmla="*/ 517851 h 6858002"/>
                <a:gd name="connsiteX339" fmla="*/ 3752635 w 4572002"/>
                <a:gd name="connsiteY339" fmla="*/ 556048 h 6858002"/>
                <a:gd name="connsiteX340" fmla="*/ 3746157 w 4572002"/>
                <a:gd name="connsiteY340" fmla="*/ 580051 h 6858002"/>
                <a:gd name="connsiteX341" fmla="*/ 3742776 w 4572002"/>
                <a:gd name="connsiteY341" fmla="*/ 642538 h 6858002"/>
                <a:gd name="connsiteX342" fmla="*/ 3730253 w 4572002"/>
                <a:gd name="connsiteY342" fmla="*/ 694928 h 6858002"/>
                <a:gd name="connsiteX343" fmla="*/ 3742777 w 4572002"/>
                <a:gd name="connsiteY343" fmla="*/ 642537 h 6858002"/>
                <a:gd name="connsiteX344" fmla="*/ 3746158 w 4572002"/>
                <a:gd name="connsiteY344" fmla="*/ 580050 h 6858002"/>
                <a:gd name="connsiteX345" fmla="*/ 3752636 w 4572002"/>
                <a:gd name="connsiteY345" fmla="*/ 556047 h 6858002"/>
                <a:gd name="connsiteX346" fmla="*/ 3774848 w 4572002"/>
                <a:gd name="connsiteY346" fmla="*/ 298169 h 6858002"/>
                <a:gd name="connsiteX347" fmla="*/ 3760065 w 4572002"/>
                <a:gd name="connsiteY347" fmla="*/ 313534 h 6858002"/>
                <a:gd name="connsiteX348" fmla="*/ 3759493 w 4572002"/>
                <a:gd name="connsiteY348" fmla="*/ 338871 h 6858002"/>
                <a:gd name="connsiteX349" fmla="*/ 3759500 w 4572002"/>
                <a:gd name="connsiteY349" fmla="*/ 338900 h 6858002"/>
                <a:gd name="connsiteX350" fmla="*/ 3769400 w 4572002"/>
                <a:gd name="connsiteY350" fmla="*/ 395640 h 6858002"/>
                <a:gd name="connsiteX351" fmla="*/ 3765590 w 4572002"/>
                <a:gd name="connsiteY351" fmla="*/ 367328 h 6858002"/>
                <a:gd name="connsiteX352" fmla="*/ 3759500 w 4572002"/>
                <a:gd name="connsiteY352" fmla="*/ 338900 h 6858002"/>
                <a:gd name="connsiteX353" fmla="*/ 3759494 w 4572002"/>
                <a:gd name="connsiteY353" fmla="*/ 338870 h 6858002"/>
                <a:gd name="connsiteX354" fmla="*/ 3760066 w 4572002"/>
                <a:gd name="connsiteY354" fmla="*/ 313533 h 6858002"/>
                <a:gd name="connsiteX355" fmla="*/ 3782393 w 4572002"/>
                <a:gd name="connsiteY355" fmla="*/ 281568 h 6858002"/>
                <a:gd name="connsiteX356" fmla="*/ 3777498 w 4572002"/>
                <a:gd name="connsiteY356" fmla="*/ 295415 h 6858002"/>
                <a:gd name="connsiteX357" fmla="*/ 3777499 w 4572002"/>
                <a:gd name="connsiteY357" fmla="*/ 295415 h 6858002"/>
                <a:gd name="connsiteX358" fmla="*/ 3769073 w 4572002"/>
                <a:gd name="connsiteY358" fmla="*/ 24486 h 6858002"/>
                <a:gd name="connsiteX359" fmla="*/ 3766810 w 4572002"/>
                <a:gd name="connsiteY359" fmla="*/ 74129 h 6858002"/>
                <a:gd name="connsiteX360" fmla="*/ 3772734 w 4572002"/>
                <a:gd name="connsiteY360" fmla="*/ 125861 h 6858002"/>
                <a:gd name="connsiteX361" fmla="*/ 3777129 w 4572002"/>
                <a:gd name="connsiteY361" fmla="*/ 153387 h 6858002"/>
                <a:gd name="connsiteX362" fmla="*/ 3785402 w 4572002"/>
                <a:gd name="connsiteY362" fmla="*/ 228944 h 6858002"/>
                <a:gd name="connsiteX363" fmla="*/ 3780943 w 4572002"/>
                <a:gd name="connsiteY363" fmla="*/ 177271 h 6858002"/>
                <a:gd name="connsiteX364" fmla="*/ 3777129 w 4572002"/>
                <a:gd name="connsiteY364" fmla="*/ 153387 h 6858002"/>
                <a:gd name="connsiteX365" fmla="*/ 3776930 w 4572002"/>
                <a:gd name="connsiteY365" fmla="*/ 151569 h 6858002"/>
                <a:gd name="connsiteX366" fmla="*/ 3766811 w 4572002"/>
                <a:gd name="connsiteY366" fmla="*/ 74129 h 6858002"/>
                <a:gd name="connsiteX367" fmla="*/ 3766492 w 4572002"/>
                <a:gd name="connsiteY367" fmla="*/ 0 h 6858002"/>
                <a:gd name="connsiteX368" fmla="*/ 4230600 w 4572002"/>
                <a:gd name="connsiteY368" fmla="*/ 0 h 6858002"/>
                <a:gd name="connsiteX369" fmla="*/ 4229473 w 4572002"/>
                <a:gd name="connsiteY369" fmla="*/ 2817 h 6858002"/>
                <a:gd name="connsiteX370" fmla="*/ 4215375 w 4572002"/>
                <a:gd name="connsiteY370" fmla="*/ 63587 h 6858002"/>
                <a:gd name="connsiteX371" fmla="*/ 4201468 w 4572002"/>
                <a:gd name="connsiteY371" fmla="*/ 176939 h 6858002"/>
                <a:gd name="connsiteX372" fmla="*/ 4193466 w 4572002"/>
                <a:gd name="connsiteY372" fmla="*/ 200182 h 6858002"/>
                <a:gd name="connsiteX373" fmla="*/ 4155554 w 4572002"/>
                <a:gd name="connsiteY373" fmla="*/ 340774 h 6858002"/>
                <a:gd name="connsiteX374" fmla="*/ 4156319 w 4572002"/>
                <a:gd name="connsiteY374" fmla="*/ 453364 h 6858002"/>
                <a:gd name="connsiteX375" fmla="*/ 4158033 w 4572002"/>
                <a:gd name="connsiteY375" fmla="*/ 462126 h 6858002"/>
                <a:gd name="connsiteX376" fmla="*/ 4170605 w 4572002"/>
                <a:gd name="connsiteY376" fmla="*/ 505182 h 6858002"/>
                <a:gd name="connsiteX377" fmla="*/ 4167177 w 4572002"/>
                <a:gd name="connsiteY377" fmla="*/ 571860 h 6858002"/>
                <a:gd name="connsiteX378" fmla="*/ 4149840 w 4572002"/>
                <a:gd name="connsiteY378" fmla="*/ 617772 h 6858002"/>
                <a:gd name="connsiteX379" fmla="*/ 4149078 w 4572002"/>
                <a:gd name="connsiteY379" fmla="*/ 674923 h 6858002"/>
                <a:gd name="connsiteX380" fmla="*/ 4159937 w 4572002"/>
                <a:gd name="connsiteY380" fmla="*/ 740268 h 6858002"/>
                <a:gd name="connsiteX381" fmla="*/ 4162223 w 4572002"/>
                <a:gd name="connsiteY381" fmla="*/ 769605 h 6858002"/>
                <a:gd name="connsiteX382" fmla="*/ 4184703 w 4572002"/>
                <a:gd name="connsiteY382" fmla="*/ 850189 h 6858002"/>
                <a:gd name="connsiteX383" fmla="*/ 4179179 w 4572002"/>
                <a:gd name="connsiteY383" fmla="*/ 898198 h 6858002"/>
                <a:gd name="connsiteX384" fmla="*/ 4164319 w 4572002"/>
                <a:gd name="connsiteY384" fmla="*/ 945444 h 6858002"/>
                <a:gd name="connsiteX385" fmla="*/ 4150030 w 4572002"/>
                <a:gd name="connsiteY385" fmla="*/ 975733 h 6858002"/>
                <a:gd name="connsiteX386" fmla="*/ 4139934 w 4572002"/>
                <a:gd name="connsiteY386" fmla="*/ 1036887 h 6858002"/>
                <a:gd name="connsiteX387" fmla="*/ 4141458 w 4572002"/>
                <a:gd name="connsiteY387" fmla="*/ 1048125 h 6858002"/>
                <a:gd name="connsiteX388" fmla="*/ 4154032 w 4572002"/>
                <a:gd name="connsiteY388" fmla="*/ 1230633 h 6858002"/>
                <a:gd name="connsiteX389" fmla="*/ 4174225 w 4572002"/>
                <a:gd name="connsiteY389" fmla="*/ 1303024 h 6858002"/>
                <a:gd name="connsiteX390" fmla="*/ 4176701 w 4572002"/>
                <a:gd name="connsiteY390" fmla="*/ 1318456 h 6858002"/>
                <a:gd name="connsiteX391" fmla="*/ 4199372 w 4572002"/>
                <a:gd name="connsiteY391" fmla="*/ 1472575 h 6858002"/>
                <a:gd name="connsiteX392" fmla="*/ 4200325 w 4572002"/>
                <a:gd name="connsiteY392" fmla="*/ 1489720 h 6858002"/>
                <a:gd name="connsiteX393" fmla="*/ 4196324 w 4572002"/>
                <a:gd name="connsiteY393" fmla="*/ 1537537 h 6858002"/>
                <a:gd name="connsiteX394" fmla="*/ 4237474 w 4572002"/>
                <a:gd name="connsiteY394" fmla="*/ 1650317 h 6858002"/>
                <a:gd name="connsiteX395" fmla="*/ 4251572 w 4572002"/>
                <a:gd name="connsiteY395" fmla="*/ 1763287 h 6858002"/>
                <a:gd name="connsiteX396" fmla="*/ 4251380 w 4572002"/>
                <a:gd name="connsiteY396" fmla="*/ 1825393 h 6858002"/>
                <a:gd name="connsiteX397" fmla="*/ 4261478 w 4572002"/>
                <a:gd name="connsiteY397" fmla="*/ 1869780 h 6858002"/>
                <a:gd name="connsiteX398" fmla="*/ 4292149 w 4572002"/>
                <a:gd name="connsiteY398" fmla="*/ 1978940 h 6858002"/>
                <a:gd name="connsiteX399" fmla="*/ 4296911 w 4572002"/>
                <a:gd name="connsiteY399" fmla="*/ 2030378 h 6858002"/>
                <a:gd name="connsiteX400" fmla="*/ 4307201 w 4572002"/>
                <a:gd name="connsiteY400" fmla="*/ 2085054 h 6858002"/>
                <a:gd name="connsiteX401" fmla="*/ 4353302 w 4572002"/>
                <a:gd name="connsiteY401" fmla="*/ 2220312 h 6858002"/>
                <a:gd name="connsiteX402" fmla="*/ 4350636 w 4572002"/>
                <a:gd name="connsiteY402" fmla="*/ 2330806 h 6858002"/>
                <a:gd name="connsiteX403" fmla="*/ 4351206 w 4572002"/>
                <a:gd name="connsiteY403" fmla="*/ 2401292 h 6858002"/>
                <a:gd name="connsiteX404" fmla="*/ 4366446 w 4572002"/>
                <a:gd name="connsiteY404" fmla="*/ 2485307 h 6858002"/>
                <a:gd name="connsiteX405" fmla="*/ 4388736 w 4572002"/>
                <a:gd name="connsiteY405" fmla="*/ 2554079 h 6858002"/>
                <a:gd name="connsiteX406" fmla="*/ 4406453 w 4572002"/>
                <a:gd name="connsiteY406" fmla="*/ 2649143 h 6858002"/>
                <a:gd name="connsiteX407" fmla="*/ 4440554 w 4572002"/>
                <a:gd name="connsiteY407" fmla="*/ 2743826 h 6858002"/>
                <a:gd name="connsiteX408" fmla="*/ 4466653 w 4572002"/>
                <a:gd name="connsiteY408" fmla="*/ 2809930 h 6858002"/>
                <a:gd name="connsiteX409" fmla="*/ 4489705 w 4572002"/>
                <a:gd name="connsiteY409" fmla="*/ 2901943 h 6858002"/>
                <a:gd name="connsiteX410" fmla="*/ 4505897 w 4572002"/>
                <a:gd name="connsiteY410" fmla="*/ 3042728 h 6858002"/>
                <a:gd name="connsiteX411" fmla="*/ 4507613 w 4572002"/>
                <a:gd name="connsiteY411" fmla="*/ 3107500 h 6858002"/>
                <a:gd name="connsiteX412" fmla="*/ 4545521 w 4572002"/>
                <a:gd name="connsiteY412" fmla="*/ 3209993 h 6858002"/>
                <a:gd name="connsiteX413" fmla="*/ 4563811 w 4572002"/>
                <a:gd name="connsiteY413" fmla="*/ 3253809 h 6858002"/>
                <a:gd name="connsiteX414" fmla="*/ 4548570 w 4572002"/>
                <a:gd name="connsiteY414" fmla="*/ 3293244 h 6858002"/>
                <a:gd name="connsiteX415" fmla="*/ 4531043 w 4572002"/>
                <a:gd name="connsiteY415" fmla="*/ 3318771 h 6858002"/>
                <a:gd name="connsiteX416" fmla="*/ 4545904 w 4572002"/>
                <a:gd name="connsiteY416" fmla="*/ 3399546 h 6858002"/>
                <a:gd name="connsiteX417" fmla="*/ 4561524 w 4572002"/>
                <a:gd name="connsiteY417" fmla="*/ 3485275 h 6858002"/>
                <a:gd name="connsiteX418" fmla="*/ 4572002 w 4572002"/>
                <a:gd name="connsiteY418" fmla="*/ 3546617 h 6858002"/>
                <a:gd name="connsiteX419" fmla="*/ 4563620 w 4572002"/>
                <a:gd name="connsiteY419" fmla="*/ 3623201 h 6858002"/>
                <a:gd name="connsiteX420" fmla="*/ 4560192 w 4572002"/>
                <a:gd name="connsiteY420" fmla="*/ 3683591 h 6858002"/>
                <a:gd name="connsiteX421" fmla="*/ 4550476 w 4572002"/>
                <a:gd name="connsiteY421" fmla="*/ 3732361 h 6858002"/>
                <a:gd name="connsiteX422" fmla="*/ 4544759 w 4572002"/>
                <a:gd name="connsiteY422" fmla="*/ 3749506 h 6858002"/>
                <a:gd name="connsiteX423" fmla="*/ 4500182 w 4572002"/>
                <a:gd name="connsiteY423" fmla="*/ 3885338 h 6858002"/>
                <a:gd name="connsiteX424" fmla="*/ 4464557 w 4572002"/>
                <a:gd name="connsiteY424" fmla="*/ 4030503 h 6858002"/>
                <a:gd name="connsiteX425" fmla="*/ 4487039 w 4572002"/>
                <a:gd name="connsiteY425" fmla="*/ 4124614 h 6858002"/>
                <a:gd name="connsiteX426" fmla="*/ 4486656 w 4572002"/>
                <a:gd name="connsiteY426" fmla="*/ 4159667 h 6858002"/>
                <a:gd name="connsiteX427" fmla="*/ 4491801 w 4572002"/>
                <a:gd name="connsiteY427" fmla="*/ 4320837 h 6858002"/>
                <a:gd name="connsiteX428" fmla="*/ 4497325 w 4572002"/>
                <a:gd name="connsiteY428" fmla="*/ 4349222 h 6858002"/>
                <a:gd name="connsiteX429" fmla="*/ 4474653 w 4572002"/>
                <a:gd name="connsiteY429" fmla="*/ 4502579 h 6858002"/>
                <a:gd name="connsiteX430" fmla="*/ 4470844 w 4572002"/>
                <a:gd name="connsiteY430" fmla="*/ 4558207 h 6858002"/>
                <a:gd name="connsiteX431" fmla="*/ 4464557 w 4572002"/>
                <a:gd name="connsiteY431" fmla="*/ 4609452 h 6858002"/>
                <a:gd name="connsiteX432" fmla="*/ 4463033 w 4572002"/>
                <a:gd name="connsiteY432" fmla="*/ 4681083 h 6858002"/>
                <a:gd name="connsiteX433" fmla="*/ 4465891 w 4572002"/>
                <a:gd name="connsiteY433" fmla="*/ 4755381 h 6858002"/>
                <a:gd name="connsiteX434" fmla="*/ 4465319 w 4572002"/>
                <a:gd name="connsiteY434" fmla="*/ 4838250 h 6858002"/>
                <a:gd name="connsiteX435" fmla="*/ 4460367 w 4572002"/>
                <a:gd name="connsiteY435" fmla="*/ 4871019 h 6858002"/>
                <a:gd name="connsiteX436" fmla="*/ 4463795 w 4572002"/>
                <a:gd name="connsiteY436" fmla="*/ 4959602 h 6858002"/>
                <a:gd name="connsiteX437" fmla="*/ 4458082 w 4572002"/>
                <a:gd name="connsiteY437" fmla="*/ 5006086 h 6858002"/>
                <a:gd name="connsiteX438" fmla="*/ 4456937 w 4572002"/>
                <a:gd name="connsiteY438" fmla="*/ 5082670 h 6858002"/>
                <a:gd name="connsiteX439" fmla="*/ 4455603 w 4572002"/>
                <a:gd name="connsiteY439" fmla="*/ 5107627 h 6858002"/>
                <a:gd name="connsiteX440" fmla="*/ 4454840 w 4572002"/>
                <a:gd name="connsiteY440" fmla="*/ 5129916 h 6858002"/>
                <a:gd name="connsiteX441" fmla="*/ 4470464 w 4572002"/>
                <a:gd name="connsiteY441" fmla="*/ 5206308 h 6858002"/>
                <a:gd name="connsiteX442" fmla="*/ 4471415 w 4572002"/>
                <a:gd name="connsiteY442" fmla="*/ 5274129 h 6858002"/>
                <a:gd name="connsiteX443" fmla="*/ 4483990 w 4572002"/>
                <a:gd name="connsiteY443" fmla="*/ 5393005 h 6858002"/>
                <a:gd name="connsiteX444" fmla="*/ 4479607 w 4572002"/>
                <a:gd name="connsiteY444" fmla="*/ 5419295 h 6858002"/>
                <a:gd name="connsiteX445" fmla="*/ 4477894 w 4572002"/>
                <a:gd name="connsiteY445" fmla="*/ 5501594 h 6858002"/>
                <a:gd name="connsiteX446" fmla="*/ 4476560 w 4572002"/>
                <a:gd name="connsiteY446" fmla="*/ 5548460 h 6858002"/>
                <a:gd name="connsiteX447" fmla="*/ 4485703 w 4572002"/>
                <a:gd name="connsiteY447" fmla="*/ 5606372 h 6858002"/>
                <a:gd name="connsiteX448" fmla="*/ 4505134 w 4572002"/>
                <a:gd name="connsiteY448" fmla="*/ 5706959 h 6858002"/>
                <a:gd name="connsiteX449" fmla="*/ 4508183 w 4572002"/>
                <a:gd name="connsiteY449" fmla="*/ 5733440 h 6858002"/>
                <a:gd name="connsiteX450" fmla="*/ 4517519 w 4572002"/>
                <a:gd name="connsiteY450" fmla="*/ 5781830 h 6858002"/>
                <a:gd name="connsiteX451" fmla="*/ 4519234 w 4572002"/>
                <a:gd name="connsiteY451" fmla="*/ 5790592 h 6858002"/>
                <a:gd name="connsiteX452" fmla="*/ 4542855 w 4572002"/>
                <a:gd name="connsiteY452" fmla="*/ 5864318 h 6858002"/>
                <a:gd name="connsiteX453" fmla="*/ 4544759 w 4572002"/>
                <a:gd name="connsiteY453" fmla="*/ 5902610 h 6858002"/>
                <a:gd name="connsiteX454" fmla="*/ 4544951 w 4572002"/>
                <a:gd name="connsiteY454" fmla="*/ 6012723 h 6858002"/>
                <a:gd name="connsiteX455" fmla="*/ 4541332 w 4572002"/>
                <a:gd name="connsiteY455" fmla="*/ 6059397 h 6858002"/>
                <a:gd name="connsiteX456" fmla="*/ 4527426 w 4572002"/>
                <a:gd name="connsiteY456" fmla="*/ 6171605 h 6858002"/>
                <a:gd name="connsiteX457" fmla="*/ 4520568 w 4572002"/>
                <a:gd name="connsiteY457" fmla="*/ 6242093 h 6858002"/>
                <a:gd name="connsiteX458" fmla="*/ 4509706 w 4572002"/>
                <a:gd name="connsiteY458" fmla="*/ 6323058 h 6858002"/>
                <a:gd name="connsiteX459" fmla="*/ 4502848 w 4572002"/>
                <a:gd name="connsiteY459" fmla="*/ 6415833 h 6858002"/>
                <a:gd name="connsiteX460" fmla="*/ 4482084 w 4572002"/>
                <a:gd name="connsiteY460" fmla="*/ 6584812 h 6858002"/>
                <a:gd name="connsiteX461" fmla="*/ 4460557 w 4572002"/>
                <a:gd name="connsiteY461" fmla="*/ 6748458 h 6858002"/>
                <a:gd name="connsiteX462" fmla="*/ 4441507 w 4572002"/>
                <a:gd name="connsiteY462" fmla="*/ 6815516 h 6858002"/>
                <a:gd name="connsiteX463" fmla="*/ 4431806 w 4572002"/>
                <a:gd name="connsiteY463" fmla="*/ 6858001 h 6858002"/>
                <a:gd name="connsiteX464" fmla="*/ 4259554 w 4572002"/>
                <a:gd name="connsiteY464" fmla="*/ 6858001 h 6858002"/>
                <a:gd name="connsiteX465" fmla="*/ 4259554 w 4572002"/>
                <a:gd name="connsiteY465" fmla="*/ 6858002 h 6858002"/>
                <a:gd name="connsiteX466" fmla="*/ 0 w 4572002"/>
                <a:gd name="connsiteY466" fmla="*/ 6858002 h 6858002"/>
                <a:gd name="connsiteX467" fmla="*/ 0 w 4572002"/>
                <a:gd name="connsiteY467" fmla="*/ 2 h 6858002"/>
                <a:gd name="connsiteX468" fmla="*/ 3766492 w 4572002"/>
                <a:gd name="connsiteY468" fmla="*/ 1 h 6858002"/>
                <a:gd name="connsiteX469" fmla="*/ 3769210 w 4572002"/>
                <a:gd name="connsiteY469" fmla="*/ 21486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</a:cxnLst>
              <a:rect l="l" t="t" r="r" b="b"/>
              <a:pathLst>
                <a:path w="4572002" h="6858002">
                  <a:moveTo>
                    <a:pt x="4214994" y="6564620"/>
                  </a:moveTo>
                  <a:lnTo>
                    <a:pt x="4214994" y="6564621"/>
                  </a:lnTo>
                  <a:cubicBezTo>
                    <a:pt x="4225281" y="6575479"/>
                    <a:pt x="4231378" y="6582147"/>
                    <a:pt x="4237474" y="6588626"/>
                  </a:cubicBezTo>
                  <a:lnTo>
                    <a:pt x="4254096" y="6625225"/>
                  </a:lnTo>
                  <a:lnTo>
                    <a:pt x="4247001" y="6662540"/>
                  </a:lnTo>
                  <a:lnTo>
                    <a:pt x="4247000" y="6662541"/>
                  </a:lnTo>
                  <a:lnTo>
                    <a:pt x="4246999" y="6662544"/>
                  </a:lnTo>
                  <a:lnTo>
                    <a:pt x="4235550" y="6683027"/>
                  </a:lnTo>
                  <a:lnTo>
                    <a:pt x="4232403" y="6702976"/>
                  </a:lnTo>
                  <a:lnTo>
                    <a:pt x="4232403" y="6702977"/>
                  </a:lnTo>
                  <a:cubicBezTo>
                    <a:pt x="4232808" y="6716169"/>
                    <a:pt x="4237951" y="6729219"/>
                    <a:pt x="4246238" y="6742553"/>
                  </a:cubicBezTo>
                  <a:lnTo>
                    <a:pt x="4246239" y="6742555"/>
                  </a:lnTo>
                  <a:lnTo>
                    <a:pt x="4265716" y="6812062"/>
                  </a:lnTo>
                  <a:lnTo>
                    <a:pt x="4265717" y="6812064"/>
                  </a:lnTo>
                  <a:lnTo>
                    <a:pt x="4265717" y="6812063"/>
                  </a:lnTo>
                  <a:lnTo>
                    <a:pt x="4265716" y="6812062"/>
                  </a:lnTo>
                  <a:lnTo>
                    <a:pt x="4260942" y="6776800"/>
                  </a:lnTo>
                  <a:lnTo>
                    <a:pt x="4246239" y="6742555"/>
                  </a:lnTo>
                  <a:lnTo>
                    <a:pt x="4246238" y="6742552"/>
                  </a:lnTo>
                  <a:lnTo>
                    <a:pt x="4232403" y="6702976"/>
                  </a:lnTo>
                  <a:lnTo>
                    <a:pt x="4246999" y="6662544"/>
                  </a:lnTo>
                  <a:lnTo>
                    <a:pt x="4247000" y="6662542"/>
                  </a:lnTo>
                  <a:lnTo>
                    <a:pt x="4247001" y="6662540"/>
                  </a:lnTo>
                  <a:lnTo>
                    <a:pt x="4254084" y="6645552"/>
                  </a:lnTo>
                  <a:lnTo>
                    <a:pt x="4254096" y="6625225"/>
                  </a:lnTo>
                  <a:lnTo>
                    <a:pt x="4254096" y="6625224"/>
                  </a:lnTo>
                  <a:cubicBezTo>
                    <a:pt x="4252000" y="6611341"/>
                    <a:pt x="4245951" y="6597578"/>
                    <a:pt x="4237474" y="6588625"/>
                  </a:cubicBezTo>
                  <a:close/>
                  <a:moveTo>
                    <a:pt x="4295315" y="6438981"/>
                  </a:moveTo>
                  <a:lnTo>
                    <a:pt x="4275385" y="6463840"/>
                  </a:lnTo>
                  <a:lnTo>
                    <a:pt x="4275382" y="6463849"/>
                  </a:lnTo>
                  <a:lnTo>
                    <a:pt x="4261587" y="6513012"/>
                  </a:lnTo>
                  <a:lnTo>
                    <a:pt x="4242781" y="6546194"/>
                  </a:lnTo>
                  <a:lnTo>
                    <a:pt x="4242781" y="6546195"/>
                  </a:lnTo>
                  <a:lnTo>
                    <a:pt x="4259120" y="6521804"/>
                  </a:lnTo>
                  <a:lnTo>
                    <a:pt x="4261587" y="6513012"/>
                  </a:lnTo>
                  <a:lnTo>
                    <a:pt x="4264398" y="6508052"/>
                  </a:lnTo>
                  <a:lnTo>
                    <a:pt x="4275382" y="6463849"/>
                  </a:lnTo>
                  <a:lnTo>
                    <a:pt x="4275385" y="6463841"/>
                  </a:lnTo>
                  <a:cubicBezTo>
                    <a:pt x="4278336" y="6451650"/>
                    <a:pt x="4285813" y="6444077"/>
                    <a:pt x="4295315" y="6438981"/>
                  </a:cubicBezTo>
                  <a:close/>
                  <a:moveTo>
                    <a:pt x="4381289" y="6365204"/>
                  </a:moveTo>
                  <a:lnTo>
                    <a:pt x="4380008" y="6387910"/>
                  </a:lnTo>
                  <a:lnTo>
                    <a:pt x="4378243" y="6391549"/>
                  </a:lnTo>
                  <a:lnTo>
                    <a:pt x="4370589" y="6407332"/>
                  </a:lnTo>
                  <a:lnTo>
                    <a:pt x="4370589" y="6407333"/>
                  </a:lnTo>
                  <a:lnTo>
                    <a:pt x="4378243" y="6391549"/>
                  </a:lnTo>
                  <a:lnTo>
                    <a:pt x="4380008" y="6387910"/>
                  </a:lnTo>
                  <a:close/>
                  <a:moveTo>
                    <a:pt x="4142220" y="4221391"/>
                  </a:moveTo>
                  <a:lnTo>
                    <a:pt x="4142220" y="4221392"/>
                  </a:lnTo>
                  <a:cubicBezTo>
                    <a:pt x="4142982" y="4232061"/>
                    <a:pt x="4143172" y="4243873"/>
                    <a:pt x="4147936" y="4253015"/>
                  </a:cubicBezTo>
                  <a:cubicBezTo>
                    <a:pt x="4160129" y="4277402"/>
                    <a:pt x="4175749" y="4300071"/>
                    <a:pt x="4187752" y="4324646"/>
                  </a:cubicBezTo>
                  <a:lnTo>
                    <a:pt x="4196706" y="4363891"/>
                  </a:lnTo>
                  <a:lnTo>
                    <a:pt x="4195944" y="4482004"/>
                  </a:lnTo>
                  <a:cubicBezTo>
                    <a:pt x="4193276" y="4546776"/>
                    <a:pt x="4192704" y="4612500"/>
                    <a:pt x="4135934" y="4659174"/>
                  </a:cubicBezTo>
                  <a:cubicBezTo>
                    <a:pt x="4131362" y="4662986"/>
                    <a:pt x="4128694" y="4671176"/>
                    <a:pt x="4127932" y="4677655"/>
                  </a:cubicBezTo>
                  <a:cubicBezTo>
                    <a:pt x="4124313" y="4707564"/>
                    <a:pt x="4123931" y="4738235"/>
                    <a:pt x="4118025" y="4767764"/>
                  </a:cubicBezTo>
                  <a:cubicBezTo>
                    <a:pt x="4115644" y="4779575"/>
                    <a:pt x="4114835" y="4790387"/>
                    <a:pt x="4116716" y="4800483"/>
                  </a:cubicBezTo>
                  <a:lnTo>
                    <a:pt x="4116716" y="4800484"/>
                  </a:lnTo>
                  <a:cubicBezTo>
                    <a:pt x="4118597" y="4810581"/>
                    <a:pt x="4123170" y="4819964"/>
                    <a:pt x="4131552" y="4828917"/>
                  </a:cubicBezTo>
                  <a:lnTo>
                    <a:pt x="4153733" y="4863343"/>
                  </a:lnTo>
                  <a:lnTo>
                    <a:pt x="4161262" y="4889275"/>
                  </a:lnTo>
                  <a:lnTo>
                    <a:pt x="4159557" y="4912168"/>
                  </a:lnTo>
                  <a:cubicBezTo>
                    <a:pt x="4157842" y="4919978"/>
                    <a:pt x="4157485" y="4927122"/>
                    <a:pt x="4158155" y="4933804"/>
                  </a:cubicBezTo>
                  <a:lnTo>
                    <a:pt x="4158155" y="4933805"/>
                  </a:lnTo>
                  <a:lnTo>
                    <a:pt x="4162914" y="4952673"/>
                  </a:lnTo>
                  <a:lnTo>
                    <a:pt x="4165707" y="4957454"/>
                  </a:lnTo>
                  <a:lnTo>
                    <a:pt x="4166985" y="4961456"/>
                  </a:lnTo>
                  <a:cubicBezTo>
                    <a:pt x="4171496" y="4970097"/>
                    <a:pt x="4177202" y="4978394"/>
                    <a:pt x="4182989" y="4987038"/>
                  </a:cubicBezTo>
                  <a:cubicBezTo>
                    <a:pt x="4194228" y="5003802"/>
                    <a:pt x="4208326" y="5022853"/>
                    <a:pt x="4209468" y="5041522"/>
                  </a:cubicBezTo>
                  <a:cubicBezTo>
                    <a:pt x="4210087" y="5052096"/>
                    <a:pt x="4213005" y="5062300"/>
                    <a:pt x="4216684" y="5072376"/>
                  </a:cubicBezTo>
                  <a:lnTo>
                    <a:pt x="4222587" y="5087441"/>
                  </a:lnTo>
                  <a:lnTo>
                    <a:pt x="4235615" y="5133220"/>
                  </a:lnTo>
                  <a:lnTo>
                    <a:pt x="4235616" y="5133225"/>
                  </a:lnTo>
                  <a:lnTo>
                    <a:pt x="4228901" y="5166113"/>
                  </a:lnTo>
                  <a:lnTo>
                    <a:pt x="4228901" y="5166114"/>
                  </a:lnTo>
                  <a:cubicBezTo>
                    <a:pt x="4228139" y="5167638"/>
                    <a:pt x="4228712" y="5169781"/>
                    <a:pt x="4229593" y="5172091"/>
                  </a:cubicBezTo>
                  <a:lnTo>
                    <a:pt x="4232139" y="5179068"/>
                  </a:lnTo>
                  <a:cubicBezTo>
                    <a:pt x="4235759" y="5196595"/>
                    <a:pt x="4235807" y="5213598"/>
                    <a:pt x="4231973" y="5229434"/>
                  </a:cubicBezTo>
                  <a:lnTo>
                    <a:pt x="4225669" y="5241089"/>
                  </a:lnTo>
                  <a:lnTo>
                    <a:pt x="4208517" y="5272796"/>
                  </a:lnTo>
                  <a:cubicBezTo>
                    <a:pt x="4196871" y="5285441"/>
                    <a:pt x="4189165" y="5298595"/>
                    <a:pt x="4184613" y="5312288"/>
                  </a:cubicBezTo>
                  <a:lnTo>
                    <a:pt x="4183557" y="5321350"/>
                  </a:lnTo>
                  <a:lnTo>
                    <a:pt x="4181083" y="5326163"/>
                  </a:lnTo>
                  <a:lnTo>
                    <a:pt x="4179637" y="5355014"/>
                  </a:lnTo>
                  <a:lnTo>
                    <a:pt x="4179637" y="5355015"/>
                  </a:lnTo>
                  <a:cubicBezTo>
                    <a:pt x="4180286" y="5364883"/>
                    <a:pt x="4181989" y="5375003"/>
                    <a:pt x="4184513" y="5385385"/>
                  </a:cubicBezTo>
                  <a:cubicBezTo>
                    <a:pt x="4187752" y="5398722"/>
                    <a:pt x="4190038" y="5412058"/>
                    <a:pt x="4192704" y="5425583"/>
                  </a:cubicBezTo>
                  <a:cubicBezTo>
                    <a:pt x="4196514" y="5443871"/>
                    <a:pt x="4200516" y="5462352"/>
                    <a:pt x="4204327" y="5480638"/>
                  </a:cubicBezTo>
                  <a:lnTo>
                    <a:pt x="4208850" y="5507668"/>
                  </a:lnTo>
                  <a:lnTo>
                    <a:pt x="4198232" y="5531692"/>
                  </a:lnTo>
                  <a:lnTo>
                    <a:pt x="4198231" y="5531693"/>
                  </a:lnTo>
                  <a:cubicBezTo>
                    <a:pt x="4191181" y="5537600"/>
                    <a:pt x="4187989" y="5542649"/>
                    <a:pt x="4188085" y="5547578"/>
                  </a:cubicBezTo>
                  <a:lnTo>
                    <a:pt x="4188085" y="5547579"/>
                  </a:lnTo>
                  <a:cubicBezTo>
                    <a:pt x="4188180" y="5552508"/>
                    <a:pt x="4191562" y="5557318"/>
                    <a:pt x="4197659" y="5562747"/>
                  </a:cubicBezTo>
                  <a:cubicBezTo>
                    <a:pt x="4240332" y="5600468"/>
                    <a:pt x="4267003" y="5646190"/>
                    <a:pt x="4268907" y="5704484"/>
                  </a:cubicBezTo>
                  <a:cubicBezTo>
                    <a:pt x="4269289" y="5716486"/>
                    <a:pt x="4271954" y="5728679"/>
                    <a:pt x="4274812" y="5740489"/>
                  </a:cubicBezTo>
                  <a:cubicBezTo>
                    <a:pt x="4276527" y="5747729"/>
                    <a:pt x="4278433" y="5756494"/>
                    <a:pt x="4283578" y="5760874"/>
                  </a:cubicBezTo>
                  <a:cubicBezTo>
                    <a:pt x="4322821" y="5794975"/>
                    <a:pt x="4350063" y="5837458"/>
                    <a:pt x="4371973" y="5883752"/>
                  </a:cubicBezTo>
                  <a:lnTo>
                    <a:pt x="4371974" y="5883757"/>
                  </a:lnTo>
                  <a:lnTo>
                    <a:pt x="4389877" y="5935946"/>
                  </a:lnTo>
                  <a:lnTo>
                    <a:pt x="4389878" y="5935950"/>
                  </a:lnTo>
                  <a:lnTo>
                    <a:pt x="4386259" y="5993290"/>
                  </a:lnTo>
                  <a:lnTo>
                    <a:pt x="4386259" y="5993291"/>
                  </a:lnTo>
                  <a:cubicBezTo>
                    <a:pt x="4385116" y="6004531"/>
                    <a:pt x="4385306" y="6017485"/>
                    <a:pt x="4379782" y="6026440"/>
                  </a:cubicBezTo>
                  <a:cubicBezTo>
                    <a:pt x="4362445" y="6054825"/>
                    <a:pt x="4343778" y="6082258"/>
                    <a:pt x="4323583" y="6108738"/>
                  </a:cubicBezTo>
                  <a:cubicBezTo>
                    <a:pt x="4314914" y="6120074"/>
                    <a:pt x="4309961" y="6126884"/>
                    <a:pt x="4309890" y="6133314"/>
                  </a:cubicBezTo>
                  <a:lnTo>
                    <a:pt x="4309890" y="6133315"/>
                  </a:lnTo>
                  <a:lnTo>
                    <a:pt x="4313591" y="6143190"/>
                  </a:lnTo>
                  <a:lnTo>
                    <a:pt x="4325486" y="6155600"/>
                  </a:lnTo>
                  <a:lnTo>
                    <a:pt x="4325488" y="6155603"/>
                  </a:lnTo>
                  <a:cubicBezTo>
                    <a:pt x="4347778" y="6175798"/>
                    <a:pt x="4359398" y="6200945"/>
                    <a:pt x="4364160" y="6228757"/>
                  </a:cubicBezTo>
                  <a:lnTo>
                    <a:pt x="4381497" y="6361540"/>
                  </a:lnTo>
                  <a:lnTo>
                    <a:pt x="4381497" y="6361539"/>
                  </a:lnTo>
                  <a:cubicBezTo>
                    <a:pt x="4377877" y="6317151"/>
                    <a:pt x="4371590" y="6272764"/>
                    <a:pt x="4364160" y="6228756"/>
                  </a:cubicBezTo>
                  <a:cubicBezTo>
                    <a:pt x="4359398" y="6200944"/>
                    <a:pt x="4347778" y="6175797"/>
                    <a:pt x="4325488" y="6155602"/>
                  </a:cubicBezTo>
                  <a:lnTo>
                    <a:pt x="4325486" y="6155600"/>
                  </a:lnTo>
                  <a:lnTo>
                    <a:pt x="4309890" y="6133315"/>
                  </a:lnTo>
                  <a:lnTo>
                    <a:pt x="4323583" y="6108739"/>
                  </a:lnTo>
                  <a:cubicBezTo>
                    <a:pt x="4343778" y="6082259"/>
                    <a:pt x="4362445" y="6054826"/>
                    <a:pt x="4379782" y="6026441"/>
                  </a:cubicBezTo>
                  <a:cubicBezTo>
                    <a:pt x="4385306" y="6017486"/>
                    <a:pt x="4385116" y="6004532"/>
                    <a:pt x="4386259" y="5993292"/>
                  </a:cubicBezTo>
                  <a:lnTo>
                    <a:pt x="4386259" y="5993290"/>
                  </a:lnTo>
                  <a:lnTo>
                    <a:pt x="4389712" y="5964477"/>
                  </a:lnTo>
                  <a:lnTo>
                    <a:pt x="4389878" y="5935950"/>
                  </a:lnTo>
                  <a:lnTo>
                    <a:pt x="4389878" y="5935949"/>
                  </a:lnTo>
                  <a:lnTo>
                    <a:pt x="4389877" y="5935946"/>
                  </a:lnTo>
                  <a:lnTo>
                    <a:pt x="4382997" y="5909351"/>
                  </a:lnTo>
                  <a:lnTo>
                    <a:pt x="4371974" y="5883757"/>
                  </a:lnTo>
                  <a:lnTo>
                    <a:pt x="4371973" y="5883751"/>
                  </a:lnTo>
                  <a:cubicBezTo>
                    <a:pt x="4350063" y="5837457"/>
                    <a:pt x="4322821" y="5794974"/>
                    <a:pt x="4283578" y="5760873"/>
                  </a:cubicBezTo>
                  <a:cubicBezTo>
                    <a:pt x="4278433" y="5756493"/>
                    <a:pt x="4276527" y="5747728"/>
                    <a:pt x="4274812" y="5740488"/>
                  </a:cubicBezTo>
                  <a:cubicBezTo>
                    <a:pt x="4271954" y="5728678"/>
                    <a:pt x="4269289" y="5716485"/>
                    <a:pt x="4268907" y="5704483"/>
                  </a:cubicBezTo>
                  <a:cubicBezTo>
                    <a:pt x="4267003" y="5646189"/>
                    <a:pt x="4240332" y="5600467"/>
                    <a:pt x="4197659" y="5562746"/>
                  </a:cubicBezTo>
                  <a:lnTo>
                    <a:pt x="4188085" y="5547578"/>
                  </a:lnTo>
                  <a:lnTo>
                    <a:pt x="4198231" y="5531694"/>
                  </a:lnTo>
                  <a:lnTo>
                    <a:pt x="4198232" y="5531692"/>
                  </a:lnTo>
                  <a:lnTo>
                    <a:pt x="4206630" y="5520422"/>
                  </a:lnTo>
                  <a:lnTo>
                    <a:pt x="4208850" y="5507668"/>
                  </a:lnTo>
                  <a:lnTo>
                    <a:pt x="4208850" y="5507667"/>
                  </a:lnTo>
                  <a:cubicBezTo>
                    <a:pt x="4208803" y="5498832"/>
                    <a:pt x="4206231" y="5489497"/>
                    <a:pt x="4204327" y="5480637"/>
                  </a:cubicBezTo>
                  <a:cubicBezTo>
                    <a:pt x="4200516" y="5462351"/>
                    <a:pt x="4196514" y="5443870"/>
                    <a:pt x="4192704" y="5425582"/>
                  </a:cubicBezTo>
                  <a:cubicBezTo>
                    <a:pt x="4190038" y="5412057"/>
                    <a:pt x="4187752" y="5398721"/>
                    <a:pt x="4184513" y="5385384"/>
                  </a:cubicBezTo>
                  <a:lnTo>
                    <a:pt x="4179637" y="5355014"/>
                  </a:lnTo>
                  <a:lnTo>
                    <a:pt x="4183557" y="5321350"/>
                  </a:lnTo>
                  <a:lnTo>
                    <a:pt x="4208517" y="5272797"/>
                  </a:lnTo>
                  <a:lnTo>
                    <a:pt x="4225669" y="5241089"/>
                  </a:lnTo>
                  <a:lnTo>
                    <a:pt x="4231973" y="5229433"/>
                  </a:lnTo>
                  <a:lnTo>
                    <a:pt x="4232139" y="5179068"/>
                  </a:lnTo>
                  <a:lnTo>
                    <a:pt x="4232139" y="5179067"/>
                  </a:lnTo>
                  <a:cubicBezTo>
                    <a:pt x="4231663" y="5176876"/>
                    <a:pt x="4230473" y="5174400"/>
                    <a:pt x="4229593" y="5172090"/>
                  </a:cubicBezTo>
                  <a:lnTo>
                    <a:pt x="4228901" y="5166114"/>
                  </a:lnTo>
                  <a:lnTo>
                    <a:pt x="4235616" y="5133225"/>
                  </a:lnTo>
                  <a:lnTo>
                    <a:pt x="4235616" y="5133224"/>
                  </a:lnTo>
                  <a:lnTo>
                    <a:pt x="4235615" y="5133220"/>
                  </a:lnTo>
                  <a:lnTo>
                    <a:pt x="4228473" y="5102461"/>
                  </a:lnTo>
                  <a:lnTo>
                    <a:pt x="4222587" y="5087441"/>
                  </a:lnTo>
                  <a:lnTo>
                    <a:pt x="4222582" y="5087423"/>
                  </a:lnTo>
                  <a:cubicBezTo>
                    <a:pt x="4216496" y="5072411"/>
                    <a:pt x="4210397" y="5057381"/>
                    <a:pt x="4209468" y="5041521"/>
                  </a:cubicBezTo>
                  <a:cubicBezTo>
                    <a:pt x="4208326" y="5022852"/>
                    <a:pt x="4194228" y="5003801"/>
                    <a:pt x="4182989" y="4987037"/>
                  </a:cubicBezTo>
                  <a:lnTo>
                    <a:pt x="4165707" y="4957454"/>
                  </a:lnTo>
                  <a:lnTo>
                    <a:pt x="4158155" y="4933805"/>
                  </a:lnTo>
                  <a:lnTo>
                    <a:pt x="4159557" y="4912169"/>
                  </a:lnTo>
                  <a:cubicBezTo>
                    <a:pt x="4161319" y="4904358"/>
                    <a:pt x="4161831" y="4896714"/>
                    <a:pt x="4161262" y="4889276"/>
                  </a:cubicBezTo>
                  <a:lnTo>
                    <a:pt x="4161262" y="4889275"/>
                  </a:lnTo>
                  <a:lnTo>
                    <a:pt x="4156484" y="4867614"/>
                  </a:lnTo>
                  <a:lnTo>
                    <a:pt x="4153733" y="4863343"/>
                  </a:lnTo>
                  <a:lnTo>
                    <a:pt x="4151983" y="4857317"/>
                  </a:lnTo>
                  <a:cubicBezTo>
                    <a:pt x="4146840" y="4847214"/>
                    <a:pt x="4139839" y="4837703"/>
                    <a:pt x="4131552" y="4828916"/>
                  </a:cubicBezTo>
                  <a:lnTo>
                    <a:pt x="4116716" y="4800483"/>
                  </a:lnTo>
                  <a:lnTo>
                    <a:pt x="4118025" y="4767765"/>
                  </a:lnTo>
                  <a:cubicBezTo>
                    <a:pt x="4123931" y="4738236"/>
                    <a:pt x="4124313" y="4707565"/>
                    <a:pt x="4127932" y="4677656"/>
                  </a:cubicBezTo>
                  <a:cubicBezTo>
                    <a:pt x="4128694" y="4671177"/>
                    <a:pt x="4131362" y="4662987"/>
                    <a:pt x="4135934" y="4659175"/>
                  </a:cubicBezTo>
                  <a:cubicBezTo>
                    <a:pt x="4192704" y="4612501"/>
                    <a:pt x="4193276" y="4546777"/>
                    <a:pt x="4195944" y="4482005"/>
                  </a:cubicBezTo>
                  <a:cubicBezTo>
                    <a:pt x="4197659" y="4442762"/>
                    <a:pt x="4197659" y="4403326"/>
                    <a:pt x="4196706" y="4363891"/>
                  </a:cubicBezTo>
                  <a:lnTo>
                    <a:pt x="4196706" y="4363890"/>
                  </a:lnTo>
                  <a:cubicBezTo>
                    <a:pt x="4196514" y="4350554"/>
                    <a:pt x="4193466" y="4336457"/>
                    <a:pt x="4187752" y="4324645"/>
                  </a:cubicBezTo>
                  <a:cubicBezTo>
                    <a:pt x="4175749" y="4300070"/>
                    <a:pt x="4160129" y="4277401"/>
                    <a:pt x="4147936" y="4253014"/>
                  </a:cubicBezTo>
                  <a:close/>
                  <a:moveTo>
                    <a:pt x="4211111" y="2836172"/>
                  </a:moveTo>
                  <a:lnTo>
                    <a:pt x="4202421" y="2848793"/>
                  </a:lnTo>
                  <a:cubicBezTo>
                    <a:pt x="4197421" y="2865010"/>
                    <a:pt x="4191562" y="2881307"/>
                    <a:pt x="4186816" y="2897785"/>
                  </a:cubicBezTo>
                  <a:lnTo>
                    <a:pt x="4185787" y="2903551"/>
                  </a:lnTo>
                  <a:lnTo>
                    <a:pt x="4182513" y="2914328"/>
                  </a:lnTo>
                  <a:lnTo>
                    <a:pt x="4177882" y="2947858"/>
                  </a:lnTo>
                  <a:lnTo>
                    <a:pt x="4177881" y="2947862"/>
                  </a:lnTo>
                  <a:lnTo>
                    <a:pt x="4177881" y="2947863"/>
                  </a:lnTo>
                  <a:cubicBezTo>
                    <a:pt x="4177512" y="2959157"/>
                    <a:pt x="4178512" y="2970576"/>
                    <a:pt x="4181465" y="2982149"/>
                  </a:cubicBezTo>
                  <a:lnTo>
                    <a:pt x="4193158" y="3077402"/>
                  </a:lnTo>
                  <a:lnTo>
                    <a:pt x="4180703" y="3172654"/>
                  </a:lnTo>
                  <a:cubicBezTo>
                    <a:pt x="4154794" y="3276480"/>
                    <a:pt x="4127362" y="3380305"/>
                    <a:pt x="4133076" y="3489467"/>
                  </a:cubicBezTo>
                  <a:cubicBezTo>
                    <a:pt x="4134028" y="3507563"/>
                    <a:pt x="4122407" y="3529090"/>
                    <a:pt x="4110977" y="3544713"/>
                  </a:cubicBezTo>
                  <a:cubicBezTo>
                    <a:pt x="4100119" y="3559668"/>
                    <a:pt x="4094260" y="3566812"/>
                    <a:pt x="4093355" y="3574408"/>
                  </a:cubicBezTo>
                  <a:lnTo>
                    <a:pt x="4093355" y="3574409"/>
                  </a:lnTo>
                  <a:cubicBezTo>
                    <a:pt x="4092450" y="3582005"/>
                    <a:pt x="4096499" y="3590054"/>
                    <a:pt x="4105453" y="3606818"/>
                  </a:cubicBezTo>
                  <a:cubicBezTo>
                    <a:pt x="4109835" y="3614820"/>
                    <a:pt x="4112501" y="3624726"/>
                    <a:pt x="4118979" y="3630633"/>
                  </a:cubicBezTo>
                  <a:lnTo>
                    <a:pt x="4136708" y="3654416"/>
                  </a:lnTo>
                  <a:lnTo>
                    <a:pt x="4140382" y="3668940"/>
                  </a:lnTo>
                  <a:lnTo>
                    <a:pt x="4143220" y="3680164"/>
                  </a:lnTo>
                  <a:lnTo>
                    <a:pt x="4139172" y="3734837"/>
                  </a:lnTo>
                  <a:lnTo>
                    <a:pt x="4139172" y="3734838"/>
                  </a:lnTo>
                  <a:cubicBezTo>
                    <a:pt x="4138220" y="3741316"/>
                    <a:pt x="4136886" y="3749126"/>
                    <a:pt x="4139554" y="3754653"/>
                  </a:cubicBezTo>
                  <a:lnTo>
                    <a:pt x="4145911" y="3789776"/>
                  </a:lnTo>
                  <a:lnTo>
                    <a:pt x="4130980" y="3822472"/>
                  </a:lnTo>
                  <a:cubicBezTo>
                    <a:pt x="4123932" y="3831902"/>
                    <a:pt x="4118312" y="3842046"/>
                    <a:pt x="4116645" y="3852619"/>
                  </a:cubicBezTo>
                  <a:lnTo>
                    <a:pt x="4116645" y="3852620"/>
                  </a:lnTo>
                  <a:lnTo>
                    <a:pt x="4117425" y="3868764"/>
                  </a:lnTo>
                  <a:lnTo>
                    <a:pt x="4126028" y="3885337"/>
                  </a:lnTo>
                  <a:lnTo>
                    <a:pt x="4126028" y="3885339"/>
                  </a:lnTo>
                  <a:cubicBezTo>
                    <a:pt x="4135744" y="3897722"/>
                    <a:pt x="4143150" y="3910319"/>
                    <a:pt x="4148409" y="3923125"/>
                  </a:cubicBezTo>
                  <a:lnTo>
                    <a:pt x="4157913" y="3962160"/>
                  </a:lnTo>
                  <a:lnTo>
                    <a:pt x="4142221" y="4043838"/>
                  </a:lnTo>
                  <a:lnTo>
                    <a:pt x="4142220" y="4043839"/>
                  </a:lnTo>
                  <a:cubicBezTo>
                    <a:pt x="4133457" y="4063842"/>
                    <a:pt x="4128075" y="4083702"/>
                    <a:pt x="4127099" y="4103825"/>
                  </a:cubicBezTo>
                  <a:lnTo>
                    <a:pt x="4127099" y="4103826"/>
                  </a:lnTo>
                  <a:lnTo>
                    <a:pt x="4129066" y="4134256"/>
                  </a:lnTo>
                  <a:lnTo>
                    <a:pt x="4138410" y="4165382"/>
                  </a:lnTo>
                  <a:lnTo>
                    <a:pt x="4138410" y="4165384"/>
                  </a:lnTo>
                  <a:lnTo>
                    <a:pt x="4142315" y="4192388"/>
                  </a:lnTo>
                  <a:lnTo>
                    <a:pt x="4142315" y="4192387"/>
                  </a:lnTo>
                  <a:cubicBezTo>
                    <a:pt x="4142411" y="4182767"/>
                    <a:pt x="4141839" y="4173480"/>
                    <a:pt x="4138410" y="4165383"/>
                  </a:cubicBezTo>
                  <a:lnTo>
                    <a:pt x="4138410" y="4165382"/>
                  </a:lnTo>
                  <a:lnTo>
                    <a:pt x="4127099" y="4103826"/>
                  </a:lnTo>
                  <a:lnTo>
                    <a:pt x="4142220" y="4043840"/>
                  </a:lnTo>
                  <a:lnTo>
                    <a:pt x="4142221" y="4043838"/>
                  </a:lnTo>
                  <a:lnTo>
                    <a:pt x="4155523" y="4002410"/>
                  </a:lnTo>
                  <a:lnTo>
                    <a:pt x="4157913" y="3962160"/>
                  </a:lnTo>
                  <a:lnTo>
                    <a:pt x="4157913" y="3962159"/>
                  </a:lnTo>
                  <a:cubicBezTo>
                    <a:pt x="4155651" y="3935727"/>
                    <a:pt x="4145460" y="3910104"/>
                    <a:pt x="4126028" y="3885338"/>
                  </a:cubicBezTo>
                  <a:lnTo>
                    <a:pt x="4126028" y="3885337"/>
                  </a:lnTo>
                  <a:lnTo>
                    <a:pt x="4116645" y="3852620"/>
                  </a:lnTo>
                  <a:lnTo>
                    <a:pt x="4130980" y="3822473"/>
                  </a:lnTo>
                  <a:cubicBezTo>
                    <a:pt x="4139172" y="3811614"/>
                    <a:pt x="4144316" y="3800897"/>
                    <a:pt x="4145911" y="3789777"/>
                  </a:cubicBezTo>
                  <a:lnTo>
                    <a:pt x="4145911" y="3789776"/>
                  </a:lnTo>
                  <a:cubicBezTo>
                    <a:pt x="4147507" y="3778655"/>
                    <a:pt x="4145554" y="3767130"/>
                    <a:pt x="4139554" y="3754652"/>
                  </a:cubicBezTo>
                  <a:lnTo>
                    <a:pt x="4139172" y="3734838"/>
                  </a:lnTo>
                  <a:lnTo>
                    <a:pt x="4143220" y="3680164"/>
                  </a:lnTo>
                  <a:lnTo>
                    <a:pt x="4143220" y="3680163"/>
                  </a:lnTo>
                  <a:lnTo>
                    <a:pt x="4140382" y="3668940"/>
                  </a:lnTo>
                  <a:lnTo>
                    <a:pt x="4136708" y="3654416"/>
                  </a:lnTo>
                  <a:lnTo>
                    <a:pt x="4136708" y="3654416"/>
                  </a:lnTo>
                  <a:lnTo>
                    <a:pt x="4136708" y="3654415"/>
                  </a:lnTo>
                  <a:cubicBezTo>
                    <a:pt x="4132898" y="3646123"/>
                    <a:pt x="4127219" y="3638157"/>
                    <a:pt x="4118979" y="3630632"/>
                  </a:cubicBezTo>
                  <a:cubicBezTo>
                    <a:pt x="4112501" y="3624725"/>
                    <a:pt x="4109835" y="3614819"/>
                    <a:pt x="4105453" y="3606817"/>
                  </a:cubicBezTo>
                  <a:cubicBezTo>
                    <a:pt x="4100976" y="3598435"/>
                    <a:pt x="4097725" y="3592232"/>
                    <a:pt x="4095707" y="3587174"/>
                  </a:cubicBezTo>
                  <a:lnTo>
                    <a:pt x="4093355" y="3574408"/>
                  </a:lnTo>
                  <a:lnTo>
                    <a:pt x="4098434" y="3562321"/>
                  </a:lnTo>
                  <a:cubicBezTo>
                    <a:pt x="4101369" y="3557716"/>
                    <a:pt x="4105548" y="3552191"/>
                    <a:pt x="4110977" y="3544714"/>
                  </a:cubicBezTo>
                  <a:cubicBezTo>
                    <a:pt x="4122407" y="3529091"/>
                    <a:pt x="4134028" y="3507564"/>
                    <a:pt x="4133076" y="3489468"/>
                  </a:cubicBezTo>
                  <a:cubicBezTo>
                    <a:pt x="4127362" y="3380306"/>
                    <a:pt x="4154794" y="3276481"/>
                    <a:pt x="4180703" y="3172655"/>
                  </a:cubicBezTo>
                  <a:cubicBezTo>
                    <a:pt x="4188705" y="3140650"/>
                    <a:pt x="4192943" y="3109026"/>
                    <a:pt x="4193158" y="3077402"/>
                  </a:cubicBezTo>
                  <a:lnTo>
                    <a:pt x="4193158" y="3077401"/>
                  </a:lnTo>
                  <a:cubicBezTo>
                    <a:pt x="4193372" y="3045777"/>
                    <a:pt x="4189562" y="3014153"/>
                    <a:pt x="4181465" y="2982148"/>
                  </a:cubicBezTo>
                  <a:lnTo>
                    <a:pt x="4177881" y="2947863"/>
                  </a:lnTo>
                  <a:lnTo>
                    <a:pt x="4177882" y="2947858"/>
                  </a:lnTo>
                  <a:lnTo>
                    <a:pt x="4185787" y="2903551"/>
                  </a:lnTo>
                  <a:lnTo>
                    <a:pt x="4202421" y="2848794"/>
                  </a:lnTo>
                  <a:cubicBezTo>
                    <a:pt x="4203754" y="2844317"/>
                    <a:pt x="4207040" y="2839983"/>
                    <a:pt x="4211111" y="2836173"/>
                  </a:cubicBezTo>
                  <a:close/>
                  <a:moveTo>
                    <a:pt x="3726625" y="1508458"/>
                  </a:moveTo>
                  <a:lnTo>
                    <a:pt x="3698531" y="1596214"/>
                  </a:lnTo>
                  <a:cubicBezTo>
                    <a:pt x="3696054" y="1604979"/>
                    <a:pt x="3697579" y="1615837"/>
                    <a:pt x="3700436" y="1624981"/>
                  </a:cubicBezTo>
                  <a:cubicBezTo>
                    <a:pt x="3710152" y="1656224"/>
                    <a:pt x="3734537" y="1676037"/>
                    <a:pt x="3757017" y="1697754"/>
                  </a:cubicBezTo>
                  <a:cubicBezTo>
                    <a:pt x="3766924" y="1707280"/>
                    <a:pt x="3773972" y="1720424"/>
                    <a:pt x="3779686" y="1733189"/>
                  </a:cubicBezTo>
                  <a:cubicBezTo>
                    <a:pt x="3794357" y="1766336"/>
                    <a:pt x="3807501" y="1800247"/>
                    <a:pt x="3821407" y="1833776"/>
                  </a:cubicBezTo>
                  <a:cubicBezTo>
                    <a:pt x="3822741" y="1837014"/>
                    <a:pt x="3826170" y="1839680"/>
                    <a:pt x="3829028" y="1842159"/>
                  </a:cubicBezTo>
                  <a:cubicBezTo>
                    <a:pt x="3859129" y="1866923"/>
                    <a:pt x="3889418" y="1891498"/>
                    <a:pt x="3919519" y="1916455"/>
                  </a:cubicBezTo>
                  <a:cubicBezTo>
                    <a:pt x="3925233" y="1921217"/>
                    <a:pt x="3929425" y="1928077"/>
                    <a:pt x="3934949" y="1933220"/>
                  </a:cubicBezTo>
                  <a:cubicBezTo>
                    <a:pt x="3942569" y="1940460"/>
                    <a:pt x="3949810" y="1949604"/>
                    <a:pt x="3958954" y="1953414"/>
                  </a:cubicBezTo>
                  <a:cubicBezTo>
                    <a:pt x="3987719" y="1965225"/>
                    <a:pt x="4000103" y="1987895"/>
                    <a:pt x="4005437" y="2016470"/>
                  </a:cubicBezTo>
                  <a:cubicBezTo>
                    <a:pt x="4010390" y="2042571"/>
                    <a:pt x="4014582" y="2068670"/>
                    <a:pt x="4020296" y="2094579"/>
                  </a:cubicBezTo>
                  <a:cubicBezTo>
                    <a:pt x="4027154" y="2126202"/>
                    <a:pt x="4034584" y="2157637"/>
                    <a:pt x="4042967" y="2188880"/>
                  </a:cubicBezTo>
                  <a:cubicBezTo>
                    <a:pt x="4046587" y="2202405"/>
                    <a:pt x="4050777" y="2216693"/>
                    <a:pt x="4058207" y="2228315"/>
                  </a:cubicBezTo>
                  <a:cubicBezTo>
                    <a:pt x="4078782" y="2260891"/>
                    <a:pt x="4092688" y="2295754"/>
                    <a:pt x="4087164" y="2334045"/>
                  </a:cubicBezTo>
                  <a:cubicBezTo>
                    <a:pt x="4082782" y="2364716"/>
                    <a:pt x="4094022" y="2390435"/>
                    <a:pt x="4111549" y="2409486"/>
                  </a:cubicBezTo>
                  <a:cubicBezTo>
                    <a:pt x="4119503" y="2418155"/>
                    <a:pt x="4125016" y="2426977"/>
                    <a:pt x="4128650" y="2435913"/>
                  </a:cubicBezTo>
                  <a:lnTo>
                    <a:pt x="4134481" y="2463018"/>
                  </a:lnTo>
                  <a:lnTo>
                    <a:pt x="4125839" y="2518262"/>
                  </a:lnTo>
                  <a:lnTo>
                    <a:pt x="4125838" y="2518264"/>
                  </a:lnTo>
                  <a:cubicBezTo>
                    <a:pt x="4123171" y="2527790"/>
                    <a:pt x="4122027" y="2536457"/>
                    <a:pt x="4122194" y="2545006"/>
                  </a:cubicBezTo>
                  <a:lnTo>
                    <a:pt x="4122194" y="2545007"/>
                  </a:lnTo>
                  <a:cubicBezTo>
                    <a:pt x="4122360" y="2553556"/>
                    <a:pt x="4123837" y="2561986"/>
                    <a:pt x="4126408" y="2571035"/>
                  </a:cubicBezTo>
                  <a:cubicBezTo>
                    <a:pt x="4138410" y="2612946"/>
                    <a:pt x="4170987" y="2640951"/>
                    <a:pt x="4199563" y="2668002"/>
                  </a:cubicBezTo>
                  <a:cubicBezTo>
                    <a:pt x="4223947" y="2691055"/>
                    <a:pt x="4237663" y="2716964"/>
                    <a:pt x="4247953" y="2745349"/>
                  </a:cubicBezTo>
                  <a:lnTo>
                    <a:pt x="4247954" y="2745352"/>
                  </a:lnTo>
                  <a:lnTo>
                    <a:pt x="4253873" y="2778006"/>
                  </a:lnTo>
                  <a:lnTo>
                    <a:pt x="4253453" y="2785440"/>
                  </a:lnTo>
                  <a:lnTo>
                    <a:pt x="4243374" y="2811780"/>
                  </a:lnTo>
                  <a:lnTo>
                    <a:pt x="4243371" y="2811787"/>
                  </a:lnTo>
                  <a:lnTo>
                    <a:pt x="4243372" y="2811787"/>
                  </a:lnTo>
                  <a:lnTo>
                    <a:pt x="4243374" y="2811780"/>
                  </a:lnTo>
                  <a:lnTo>
                    <a:pt x="4253025" y="2793023"/>
                  </a:lnTo>
                  <a:lnTo>
                    <a:pt x="4253453" y="2785440"/>
                  </a:lnTo>
                  <a:lnTo>
                    <a:pt x="4254654" y="2782305"/>
                  </a:lnTo>
                  <a:lnTo>
                    <a:pt x="4253873" y="2778006"/>
                  </a:lnTo>
                  <a:lnTo>
                    <a:pt x="4254284" y="2770758"/>
                  </a:lnTo>
                  <a:lnTo>
                    <a:pt x="4247954" y="2745352"/>
                  </a:lnTo>
                  <a:lnTo>
                    <a:pt x="4247953" y="2745348"/>
                  </a:lnTo>
                  <a:cubicBezTo>
                    <a:pt x="4237663" y="2716963"/>
                    <a:pt x="4223947" y="2691054"/>
                    <a:pt x="4199563" y="2668001"/>
                  </a:cubicBezTo>
                  <a:cubicBezTo>
                    <a:pt x="4170987" y="2640950"/>
                    <a:pt x="4138410" y="2612945"/>
                    <a:pt x="4126408" y="2571034"/>
                  </a:cubicBezTo>
                  <a:lnTo>
                    <a:pt x="4122194" y="2545007"/>
                  </a:lnTo>
                  <a:lnTo>
                    <a:pt x="4125838" y="2518265"/>
                  </a:lnTo>
                  <a:lnTo>
                    <a:pt x="4125839" y="2518262"/>
                  </a:lnTo>
                  <a:lnTo>
                    <a:pt x="4132419" y="2490551"/>
                  </a:lnTo>
                  <a:lnTo>
                    <a:pt x="4134481" y="2463018"/>
                  </a:lnTo>
                  <a:lnTo>
                    <a:pt x="4134481" y="2463017"/>
                  </a:lnTo>
                  <a:cubicBezTo>
                    <a:pt x="4133600" y="2444777"/>
                    <a:pt x="4127457" y="2426822"/>
                    <a:pt x="4111549" y="2409485"/>
                  </a:cubicBezTo>
                  <a:cubicBezTo>
                    <a:pt x="4094022" y="2390434"/>
                    <a:pt x="4082782" y="2364715"/>
                    <a:pt x="4087164" y="2334044"/>
                  </a:cubicBezTo>
                  <a:cubicBezTo>
                    <a:pt x="4092688" y="2295753"/>
                    <a:pt x="4078782" y="2260890"/>
                    <a:pt x="4058207" y="2228314"/>
                  </a:cubicBezTo>
                  <a:cubicBezTo>
                    <a:pt x="4050777" y="2216692"/>
                    <a:pt x="4046587" y="2202404"/>
                    <a:pt x="4042967" y="2188879"/>
                  </a:cubicBezTo>
                  <a:cubicBezTo>
                    <a:pt x="4034584" y="2157636"/>
                    <a:pt x="4027154" y="2126201"/>
                    <a:pt x="4020296" y="2094578"/>
                  </a:cubicBezTo>
                  <a:cubicBezTo>
                    <a:pt x="4014582" y="2068669"/>
                    <a:pt x="4010390" y="2042570"/>
                    <a:pt x="4005437" y="2016469"/>
                  </a:cubicBezTo>
                  <a:cubicBezTo>
                    <a:pt x="4000103" y="1987894"/>
                    <a:pt x="3987719" y="1965224"/>
                    <a:pt x="3958954" y="1953413"/>
                  </a:cubicBezTo>
                  <a:cubicBezTo>
                    <a:pt x="3949810" y="1949603"/>
                    <a:pt x="3942569" y="1940459"/>
                    <a:pt x="3934949" y="1933219"/>
                  </a:cubicBezTo>
                  <a:cubicBezTo>
                    <a:pt x="3929425" y="1928076"/>
                    <a:pt x="3925233" y="1921216"/>
                    <a:pt x="3919519" y="1916454"/>
                  </a:cubicBezTo>
                  <a:cubicBezTo>
                    <a:pt x="3889418" y="1891497"/>
                    <a:pt x="3859129" y="1866922"/>
                    <a:pt x="3829028" y="1842158"/>
                  </a:cubicBezTo>
                  <a:cubicBezTo>
                    <a:pt x="3826170" y="1839679"/>
                    <a:pt x="3822741" y="1837013"/>
                    <a:pt x="3821407" y="1833775"/>
                  </a:cubicBezTo>
                  <a:cubicBezTo>
                    <a:pt x="3807501" y="1800246"/>
                    <a:pt x="3794358" y="1766335"/>
                    <a:pt x="3779686" y="1733188"/>
                  </a:cubicBezTo>
                  <a:cubicBezTo>
                    <a:pt x="3773972" y="1720423"/>
                    <a:pt x="3766924" y="1707279"/>
                    <a:pt x="3757018" y="1697753"/>
                  </a:cubicBezTo>
                  <a:cubicBezTo>
                    <a:pt x="3734538" y="1676036"/>
                    <a:pt x="3710152" y="1656223"/>
                    <a:pt x="3700436" y="1624980"/>
                  </a:cubicBezTo>
                  <a:cubicBezTo>
                    <a:pt x="3697580" y="1615836"/>
                    <a:pt x="3696055" y="1604978"/>
                    <a:pt x="3698532" y="1596213"/>
                  </a:cubicBezTo>
                  <a:close/>
                  <a:moveTo>
                    <a:pt x="3745230" y="1459073"/>
                  </a:moveTo>
                  <a:lnTo>
                    <a:pt x="3745229" y="1459074"/>
                  </a:lnTo>
                  <a:lnTo>
                    <a:pt x="3736012" y="1481572"/>
                  </a:lnTo>
                  <a:close/>
                  <a:moveTo>
                    <a:pt x="3764423" y="1268758"/>
                  </a:moveTo>
                  <a:cubicBezTo>
                    <a:pt x="3764875" y="1275402"/>
                    <a:pt x="3766447" y="1281689"/>
                    <a:pt x="3769590" y="1286070"/>
                  </a:cubicBezTo>
                  <a:cubicBezTo>
                    <a:pt x="3784163" y="1306930"/>
                    <a:pt x="3790403" y="1328553"/>
                    <a:pt x="3791927" y="1350628"/>
                  </a:cubicBezTo>
                  <a:lnTo>
                    <a:pt x="3786333" y="1413840"/>
                  </a:lnTo>
                  <a:lnTo>
                    <a:pt x="3791928" y="1350627"/>
                  </a:lnTo>
                  <a:cubicBezTo>
                    <a:pt x="3790403" y="1328552"/>
                    <a:pt x="3784164" y="1306930"/>
                    <a:pt x="3769590" y="1286069"/>
                  </a:cubicBezTo>
                  <a:close/>
                  <a:moveTo>
                    <a:pt x="3706152" y="773035"/>
                  </a:moveTo>
                  <a:lnTo>
                    <a:pt x="3706152" y="773036"/>
                  </a:lnTo>
                  <a:cubicBezTo>
                    <a:pt x="3708438" y="800277"/>
                    <a:pt x="3711676" y="827330"/>
                    <a:pt x="3714152" y="854380"/>
                  </a:cubicBezTo>
                  <a:cubicBezTo>
                    <a:pt x="3716438" y="878957"/>
                    <a:pt x="3717200" y="903723"/>
                    <a:pt x="3745205" y="915344"/>
                  </a:cubicBezTo>
                  <a:cubicBezTo>
                    <a:pt x="3749587" y="917060"/>
                    <a:pt x="3752825" y="922774"/>
                    <a:pt x="3755683" y="927156"/>
                  </a:cubicBezTo>
                  <a:cubicBezTo>
                    <a:pt x="3799691" y="994786"/>
                    <a:pt x="3798547" y="1030981"/>
                    <a:pt x="3752063" y="1097088"/>
                  </a:cubicBezTo>
                  <a:cubicBezTo>
                    <a:pt x="3747301" y="1103946"/>
                    <a:pt x="3743871" y="1118614"/>
                    <a:pt x="3747681" y="1123186"/>
                  </a:cubicBezTo>
                  <a:cubicBezTo>
                    <a:pt x="3763493" y="1142618"/>
                    <a:pt x="3770542" y="1162954"/>
                    <a:pt x="3772400" y="1184029"/>
                  </a:cubicBezTo>
                  <a:cubicBezTo>
                    <a:pt x="3770542" y="1162954"/>
                    <a:pt x="3763494" y="1142617"/>
                    <a:pt x="3747682" y="1123185"/>
                  </a:cubicBezTo>
                  <a:cubicBezTo>
                    <a:pt x="3743872" y="1118613"/>
                    <a:pt x="3747302" y="1103945"/>
                    <a:pt x="3752064" y="1097087"/>
                  </a:cubicBezTo>
                  <a:cubicBezTo>
                    <a:pt x="3798548" y="1030980"/>
                    <a:pt x="3799692" y="994785"/>
                    <a:pt x="3755684" y="927155"/>
                  </a:cubicBezTo>
                  <a:cubicBezTo>
                    <a:pt x="3752826" y="922773"/>
                    <a:pt x="3749588" y="917059"/>
                    <a:pt x="3745206" y="915343"/>
                  </a:cubicBezTo>
                  <a:cubicBezTo>
                    <a:pt x="3717200" y="903722"/>
                    <a:pt x="3716438" y="878956"/>
                    <a:pt x="3714152" y="854379"/>
                  </a:cubicBezTo>
                  <a:close/>
                  <a:moveTo>
                    <a:pt x="3761553" y="517851"/>
                  </a:moveTo>
                  <a:lnTo>
                    <a:pt x="3752635" y="556048"/>
                  </a:lnTo>
                  <a:cubicBezTo>
                    <a:pt x="3750539" y="564049"/>
                    <a:pt x="3745015" y="572623"/>
                    <a:pt x="3746157" y="580051"/>
                  </a:cubicBezTo>
                  <a:cubicBezTo>
                    <a:pt x="3749491" y="601579"/>
                    <a:pt x="3747062" y="622201"/>
                    <a:pt x="3742776" y="642538"/>
                  </a:cubicBezTo>
                  <a:lnTo>
                    <a:pt x="3730253" y="694928"/>
                  </a:lnTo>
                  <a:lnTo>
                    <a:pt x="3742777" y="642537"/>
                  </a:lnTo>
                  <a:cubicBezTo>
                    <a:pt x="3747063" y="622201"/>
                    <a:pt x="3749492" y="601578"/>
                    <a:pt x="3746158" y="580050"/>
                  </a:cubicBezTo>
                  <a:cubicBezTo>
                    <a:pt x="3745016" y="572622"/>
                    <a:pt x="3750540" y="564048"/>
                    <a:pt x="3752636" y="556047"/>
                  </a:cubicBezTo>
                  <a:close/>
                  <a:moveTo>
                    <a:pt x="3774848" y="298169"/>
                  </a:moveTo>
                  <a:lnTo>
                    <a:pt x="3760065" y="313534"/>
                  </a:lnTo>
                  <a:cubicBezTo>
                    <a:pt x="3755873" y="316390"/>
                    <a:pt x="3758159" y="330299"/>
                    <a:pt x="3759493" y="338871"/>
                  </a:cubicBezTo>
                  <a:lnTo>
                    <a:pt x="3759500" y="338900"/>
                  </a:lnTo>
                  <a:lnTo>
                    <a:pt x="3769400" y="395640"/>
                  </a:lnTo>
                  <a:lnTo>
                    <a:pt x="3765590" y="367328"/>
                  </a:lnTo>
                  <a:lnTo>
                    <a:pt x="3759500" y="338900"/>
                  </a:lnTo>
                  <a:lnTo>
                    <a:pt x="3759494" y="338870"/>
                  </a:lnTo>
                  <a:cubicBezTo>
                    <a:pt x="3758160" y="330298"/>
                    <a:pt x="3755874" y="316389"/>
                    <a:pt x="3760066" y="313533"/>
                  </a:cubicBezTo>
                  <a:close/>
                  <a:moveTo>
                    <a:pt x="3782393" y="281568"/>
                  </a:moveTo>
                  <a:lnTo>
                    <a:pt x="3777498" y="295415"/>
                  </a:lnTo>
                  <a:lnTo>
                    <a:pt x="3777499" y="295415"/>
                  </a:lnTo>
                  <a:close/>
                  <a:moveTo>
                    <a:pt x="3769073" y="24486"/>
                  </a:moveTo>
                  <a:lnTo>
                    <a:pt x="3766810" y="74129"/>
                  </a:lnTo>
                  <a:cubicBezTo>
                    <a:pt x="3767733" y="91492"/>
                    <a:pt x="3770043" y="108703"/>
                    <a:pt x="3772734" y="125861"/>
                  </a:cubicBezTo>
                  <a:lnTo>
                    <a:pt x="3777129" y="153387"/>
                  </a:lnTo>
                  <a:lnTo>
                    <a:pt x="3785402" y="228944"/>
                  </a:lnTo>
                  <a:lnTo>
                    <a:pt x="3780943" y="177271"/>
                  </a:lnTo>
                  <a:lnTo>
                    <a:pt x="3777129" y="153387"/>
                  </a:lnTo>
                  <a:lnTo>
                    <a:pt x="3776930" y="151569"/>
                  </a:lnTo>
                  <a:cubicBezTo>
                    <a:pt x="3772700" y="125876"/>
                    <a:pt x="3768195" y="100174"/>
                    <a:pt x="3766811" y="74129"/>
                  </a:cubicBezTo>
                  <a:close/>
                  <a:moveTo>
                    <a:pt x="3766492" y="0"/>
                  </a:moveTo>
                  <a:lnTo>
                    <a:pt x="4230600" y="0"/>
                  </a:lnTo>
                  <a:lnTo>
                    <a:pt x="4229473" y="2817"/>
                  </a:lnTo>
                  <a:cubicBezTo>
                    <a:pt x="4221092" y="21486"/>
                    <a:pt x="4218423" y="43012"/>
                    <a:pt x="4215375" y="63587"/>
                  </a:cubicBezTo>
                  <a:cubicBezTo>
                    <a:pt x="4209851" y="101308"/>
                    <a:pt x="4206421" y="139219"/>
                    <a:pt x="4201468" y="176939"/>
                  </a:cubicBezTo>
                  <a:cubicBezTo>
                    <a:pt x="4200325" y="184941"/>
                    <a:pt x="4198231" y="194085"/>
                    <a:pt x="4193466" y="200182"/>
                  </a:cubicBezTo>
                  <a:cubicBezTo>
                    <a:pt x="4161461" y="241901"/>
                    <a:pt x="4152508" y="292579"/>
                    <a:pt x="4155554" y="340774"/>
                  </a:cubicBezTo>
                  <a:cubicBezTo>
                    <a:pt x="4157843" y="378686"/>
                    <a:pt x="4159557" y="415835"/>
                    <a:pt x="4156319" y="453364"/>
                  </a:cubicBezTo>
                  <a:cubicBezTo>
                    <a:pt x="4156127" y="456222"/>
                    <a:pt x="4156509" y="460032"/>
                    <a:pt x="4158033" y="462126"/>
                  </a:cubicBezTo>
                  <a:cubicBezTo>
                    <a:pt x="4168129" y="475081"/>
                    <a:pt x="4168891" y="488607"/>
                    <a:pt x="4170605" y="505182"/>
                  </a:cubicBezTo>
                  <a:cubicBezTo>
                    <a:pt x="4173083" y="528615"/>
                    <a:pt x="4171367" y="550141"/>
                    <a:pt x="4167177" y="571860"/>
                  </a:cubicBezTo>
                  <a:cubicBezTo>
                    <a:pt x="4164129" y="587672"/>
                    <a:pt x="4157843" y="603673"/>
                    <a:pt x="4149840" y="617772"/>
                  </a:cubicBezTo>
                  <a:cubicBezTo>
                    <a:pt x="4138600" y="637392"/>
                    <a:pt x="4134220" y="656255"/>
                    <a:pt x="4149078" y="674923"/>
                  </a:cubicBezTo>
                  <a:cubicBezTo>
                    <a:pt x="4164891" y="695116"/>
                    <a:pt x="4159367" y="717977"/>
                    <a:pt x="4159937" y="740268"/>
                  </a:cubicBezTo>
                  <a:cubicBezTo>
                    <a:pt x="4160129" y="749982"/>
                    <a:pt x="4159747" y="760270"/>
                    <a:pt x="4162223" y="769605"/>
                  </a:cubicBezTo>
                  <a:cubicBezTo>
                    <a:pt x="4169273" y="796655"/>
                    <a:pt x="4179941" y="822756"/>
                    <a:pt x="4184703" y="850189"/>
                  </a:cubicBezTo>
                  <a:cubicBezTo>
                    <a:pt x="4187370" y="865430"/>
                    <a:pt x="4182607" y="882384"/>
                    <a:pt x="4179179" y="898198"/>
                  </a:cubicBezTo>
                  <a:cubicBezTo>
                    <a:pt x="4175559" y="914200"/>
                    <a:pt x="4170035" y="930011"/>
                    <a:pt x="4164319" y="945444"/>
                  </a:cubicBezTo>
                  <a:cubicBezTo>
                    <a:pt x="4160509" y="955920"/>
                    <a:pt x="4156889" y="967350"/>
                    <a:pt x="4150030" y="975733"/>
                  </a:cubicBezTo>
                  <a:cubicBezTo>
                    <a:pt x="4134410" y="994785"/>
                    <a:pt x="4131742" y="1014406"/>
                    <a:pt x="4139934" y="1036887"/>
                  </a:cubicBezTo>
                  <a:cubicBezTo>
                    <a:pt x="4141268" y="1040315"/>
                    <a:pt x="4141268" y="1044315"/>
                    <a:pt x="4141458" y="1048125"/>
                  </a:cubicBezTo>
                  <a:cubicBezTo>
                    <a:pt x="4145458" y="1109091"/>
                    <a:pt x="4147936" y="1170051"/>
                    <a:pt x="4154032" y="1230633"/>
                  </a:cubicBezTo>
                  <a:cubicBezTo>
                    <a:pt x="4156509" y="1255206"/>
                    <a:pt x="4167367" y="1278829"/>
                    <a:pt x="4174225" y="1303024"/>
                  </a:cubicBezTo>
                  <a:cubicBezTo>
                    <a:pt x="4175559" y="1307978"/>
                    <a:pt x="4177655" y="1313504"/>
                    <a:pt x="4176701" y="1318456"/>
                  </a:cubicBezTo>
                  <a:cubicBezTo>
                    <a:pt x="4167177" y="1372368"/>
                    <a:pt x="4181083" y="1422854"/>
                    <a:pt x="4199372" y="1472575"/>
                  </a:cubicBezTo>
                  <a:cubicBezTo>
                    <a:pt x="4201278" y="1477717"/>
                    <a:pt x="4200706" y="1484004"/>
                    <a:pt x="4200325" y="1489720"/>
                  </a:cubicBezTo>
                  <a:cubicBezTo>
                    <a:pt x="4198993" y="1505724"/>
                    <a:pt x="4192324" y="1523059"/>
                    <a:pt x="4196324" y="1537537"/>
                  </a:cubicBezTo>
                  <a:cubicBezTo>
                    <a:pt x="4207374" y="1576019"/>
                    <a:pt x="4220709" y="1614120"/>
                    <a:pt x="4237474" y="1650317"/>
                  </a:cubicBezTo>
                  <a:cubicBezTo>
                    <a:pt x="4254428" y="1687086"/>
                    <a:pt x="4268716" y="1721185"/>
                    <a:pt x="4251572" y="1763287"/>
                  </a:cubicBezTo>
                  <a:cubicBezTo>
                    <a:pt x="4244332" y="1781194"/>
                    <a:pt x="4249476" y="1804816"/>
                    <a:pt x="4251380" y="1825393"/>
                  </a:cubicBezTo>
                  <a:cubicBezTo>
                    <a:pt x="4252904" y="1840441"/>
                    <a:pt x="4261478" y="1854920"/>
                    <a:pt x="4261478" y="1869780"/>
                  </a:cubicBezTo>
                  <a:cubicBezTo>
                    <a:pt x="4261478" y="1909408"/>
                    <a:pt x="4271574" y="1944649"/>
                    <a:pt x="4292149" y="1978940"/>
                  </a:cubicBezTo>
                  <a:cubicBezTo>
                    <a:pt x="4300150" y="1992279"/>
                    <a:pt x="4294815" y="2013043"/>
                    <a:pt x="4296911" y="2030378"/>
                  </a:cubicBezTo>
                  <a:cubicBezTo>
                    <a:pt x="4299388" y="2048668"/>
                    <a:pt x="4301673" y="2067525"/>
                    <a:pt x="4307201" y="2085054"/>
                  </a:cubicBezTo>
                  <a:cubicBezTo>
                    <a:pt x="4321679" y="2130393"/>
                    <a:pt x="4338062" y="2175163"/>
                    <a:pt x="4353302" y="2220312"/>
                  </a:cubicBezTo>
                  <a:cubicBezTo>
                    <a:pt x="4365877" y="2257459"/>
                    <a:pt x="4355970" y="2294039"/>
                    <a:pt x="4350636" y="2330806"/>
                  </a:cubicBezTo>
                  <a:cubicBezTo>
                    <a:pt x="4347205" y="2353859"/>
                    <a:pt x="4339013" y="2375383"/>
                    <a:pt x="4351206" y="2401292"/>
                  </a:cubicBezTo>
                  <a:cubicBezTo>
                    <a:pt x="4362828" y="2426059"/>
                    <a:pt x="4360160" y="2457492"/>
                    <a:pt x="4366446" y="2485307"/>
                  </a:cubicBezTo>
                  <a:cubicBezTo>
                    <a:pt x="4371781" y="2508742"/>
                    <a:pt x="4380354" y="2531409"/>
                    <a:pt x="4388736" y="2554079"/>
                  </a:cubicBezTo>
                  <a:cubicBezTo>
                    <a:pt x="4400168" y="2584942"/>
                    <a:pt x="4412167" y="2615421"/>
                    <a:pt x="4406453" y="2649143"/>
                  </a:cubicBezTo>
                  <a:cubicBezTo>
                    <a:pt x="4399976" y="2687436"/>
                    <a:pt x="4424359" y="2713723"/>
                    <a:pt x="4440554" y="2743826"/>
                  </a:cubicBezTo>
                  <a:cubicBezTo>
                    <a:pt x="4451603" y="2764590"/>
                    <a:pt x="4459795" y="2787259"/>
                    <a:pt x="4466653" y="2809930"/>
                  </a:cubicBezTo>
                  <a:cubicBezTo>
                    <a:pt x="4475607" y="2840219"/>
                    <a:pt x="4480941" y="2871462"/>
                    <a:pt x="4489705" y="2901943"/>
                  </a:cubicBezTo>
                  <a:cubicBezTo>
                    <a:pt x="4502848" y="2948047"/>
                    <a:pt x="4513137" y="2994722"/>
                    <a:pt x="4505897" y="3042728"/>
                  </a:cubicBezTo>
                  <a:cubicBezTo>
                    <a:pt x="4502659" y="3064827"/>
                    <a:pt x="4502848" y="3085403"/>
                    <a:pt x="4507613" y="3107500"/>
                  </a:cubicBezTo>
                  <a:cubicBezTo>
                    <a:pt x="4515422" y="3143695"/>
                    <a:pt x="4516376" y="3180844"/>
                    <a:pt x="4545521" y="3209993"/>
                  </a:cubicBezTo>
                  <a:cubicBezTo>
                    <a:pt x="4555811" y="3220280"/>
                    <a:pt x="4558477" y="3238758"/>
                    <a:pt x="4563811" y="3253809"/>
                  </a:cubicBezTo>
                  <a:cubicBezTo>
                    <a:pt x="4570099" y="3271145"/>
                    <a:pt x="4566858" y="3283908"/>
                    <a:pt x="4548570" y="3293244"/>
                  </a:cubicBezTo>
                  <a:cubicBezTo>
                    <a:pt x="4540379" y="3297434"/>
                    <a:pt x="4532378" y="3309437"/>
                    <a:pt x="4531043" y="3318771"/>
                  </a:cubicBezTo>
                  <a:cubicBezTo>
                    <a:pt x="4527043" y="3346776"/>
                    <a:pt x="4532950" y="3372495"/>
                    <a:pt x="4545904" y="3399546"/>
                  </a:cubicBezTo>
                  <a:cubicBezTo>
                    <a:pt x="4558096" y="3424883"/>
                    <a:pt x="4556762" y="3456508"/>
                    <a:pt x="4561524" y="3485275"/>
                  </a:cubicBezTo>
                  <a:cubicBezTo>
                    <a:pt x="4564954" y="3505657"/>
                    <a:pt x="4572002" y="3526042"/>
                    <a:pt x="4572002" y="3546617"/>
                  </a:cubicBezTo>
                  <a:cubicBezTo>
                    <a:pt x="4572002" y="3572146"/>
                    <a:pt x="4565907" y="3597482"/>
                    <a:pt x="4563620" y="3623201"/>
                  </a:cubicBezTo>
                  <a:cubicBezTo>
                    <a:pt x="4561716" y="3643204"/>
                    <a:pt x="4562478" y="3663589"/>
                    <a:pt x="4560192" y="3683591"/>
                  </a:cubicBezTo>
                  <a:cubicBezTo>
                    <a:pt x="4558477" y="3699976"/>
                    <a:pt x="4554096" y="3716168"/>
                    <a:pt x="4550476" y="3732361"/>
                  </a:cubicBezTo>
                  <a:cubicBezTo>
                    <a:pt x="4549142" y="3738267"/>
                    <a:pt x="4543998" y="3744173"/>
                    <a:pt x="4544759" y="3749506"/>
                  </a:cubicBezTo>
                  <a:cubicBezTo>
                    <a:pt x="4552953" y="3802467"/>
                    <a:pt x="4516376" y="3840569"/>
                    <a:pt x="4500182" y="3885338"/>
                  </a:cubicBezTo>
                  <a:cubicBezTo>
                    <a:pt x="4483035" y="3932394"/>
                    <a:pt x="4456748" y="3977925"/>
                    <a:pt x="4464557" y="4030503"/>
                  </a:cubicBezTo>
                  <a:cubicBezTo>
                    <a:pt x="4469319" y="4062318"/>
                    <a:pt x="4480369" y="4092989"/>
                    <a:pt x="4487039" y="4124614"/>
                  </a:cubicBezTo>
                  <a:cubicBezTo>
                    <a:pt x="4489324" y="4135854"/>
                    <a:pt x="4488943" y="4148427"/>
                    <a:pt x="4486656" y="4159667"/>
                  </a:cubicBezTo>
                  <a:cubicBezTo>
                    <a:pt x="4476177" y="4213961"/>
                    <a:pt x="4474653" y="4267493"/>
                    <a:pt x="4491801" y="4320837"/>
                  </a:cubicBezTo>
                  <a:cubicBezTo>
                    <a:pt x="4494659" y="4329979"/>
                    <a:pt x="4497325" y="4339695"/>
                    <a:pt x="4497325" y="4349222"/>
                  </a:cubicBezTo>
                  <a:cubicBezTo>
                    <a:pt x="4497325" y="4401419"/>
                    <a:pt x="4493324" y="4452665"/>
                    <a:pt x="4474653" y="4502579"/>
                  </a:cubicBezTo>
                  <a:cubicBezTo>
                    <a:pt x="4468368" y="4519343"/>
                    <a:pt x="4472368" y="4539728"/>
                    <a:pt x="4470844" y="4558207"/>
                  </a:cubicBezTo>
                  <a:cubicBezTo>
                    <a:pt x="4469511" y="4575351"/>
                    <a:pt x="4468940" y="4592878"/>
                    <a:pt x="4464557" y="4609452"/>
                  </a:cubicBezTo>
                  <a:cubicBezTo>
                    <a:pt x="4458082" y="4633647"/>
                    <a:pt x="4457320" y="4656126"/>
                    <a:pt x="4463033" y="4681083"/>
                  </a:cubicBezTo>
                  <a:cubicBezTo>
                    <a:pt x="4468368" y="4704895"/>
                    <a:pt x="4465702" y="4730614"/>
                    <a:pt x="4465891" y="4755381"/>
                  </a:cubicBezTo>
                  <a:cubicBezTo>
                    <a:pt x="4466082" y="4783004"/>
                    <a:pt x="4466272" y="4810627"/>
                    <a:pt x="4465319" y="4838250"/>
                  </a:cubicBezTo>
                  <a:cubicBezTo>
                    <a:pt x="4464940" y="4849300"/>
                    <a:pt x="4457320" y="4861873"/>
                    <a:pt x="4460367" y="4871019"/>
                  </a:cubicBezTo>
                  <a:cubicBezTo>
                    <a:pt x="4470653" y="4900546"/>
                    <a:pt x="4458271" y="4930075"/>
                    <a:pt x="4463795" y="4959602"/>
                  </a:cubicBezTo>
                  <a:cubicBezTo>
                    <a:pt x="4466653" y="4974082"/>
                    <a:pt x="4458844" y="4990465"/>
                    <a:pt x="4458082" y="5006086"/>
                  </a:cubicBezTo>
                  <a:cubicBezTo>
                    <a:pt x="4456748" y="5031614"/>
                    <a:pt x="4457320" y="5057141"/>
                    <a:pt x="4456937" y="5082670"/>
                  </a:cubicBezTo>
                  <a:cubicBezTo>
                    <a:pt x="4456748" y="5091052"/>
                    <a:pt x="4455986" y="5099245"/>
                    <a:pt x="4455603" y="5107627"/>
                  </a:cubicBezTo>
                  <a:cubicBezTo>
                    <a:pt x="4455223" y="5115057"/>
                    <a:pt x="4453508" y="5122867"/>
                    <a:pt x="4454840" y="5129916"/>
                  </a:cubicBezTo>
                  <a:cubicBezTo>
                    <a:pt x="4459605" y="5155445"/>
                    <a:pt x="4467415" y="5180591"/>
                    <a:pt x="4470464" y="5206308"/>
                  </a:cubicBezTo>
                  <a:cubicBezTo>
                    <a:pt x="4473130" y="5228597"/>
                    <a:pt x="4469511" y="5251650"/>
                    <a:pt x="4471415" y="5274129"/>
                  </a:cubicBezTo>
                  <a:cubicBezTo>
                    <a:pt x="4474653" y="5313754"/>
                    <a:pt x="4480369" y="5353379"/>
                    <a:pt x="4483990" y="5393005"/>
                  </a:cubicBezTo>
                  <a:cubicBezTo>
                    <a:pt x="4484752" y="5401579"/>
                    <a:pt x="4479988" y="5410531"/>
                    <a:pt x="4479607" y="5419295"/>
                  </a:cubicBezTo>
                  <a:cubicBezTo>
                    <a:pt x="4478656" y="5446728"/>
                    <a:pt x="4478464" y="5474161"/>
                    <a:pt x="4477894" y="5501594"/>
                  </a:cubicBezTo>
                  <a:cubicBezTo>
                    <a:pt x="4477702" y="5517215"/>
                    <a:pt x="4478273" y="5533027"/>
                    <a:pt x="4476560" y="5548460"/>
                  </a:cubicBezTo>
                  <a:cubicBezTo>
                    <a:pt x="4474273" y="5568842"/>
                    <a:pt x="4470844" y="5587321"/>
                    <a:pt x="4485703" y="5606372"/>
                  </a:cubicBezTo>
                  <a:cubicBezTo>
                    <a:pt x="4508755" y="5635711"/>
                    <a:pt x="4499801" y="5673050"/>
                    <a:pt x="4505134" y="5706959"/>
                  </a:cubicBezTo>
                  <a:cubicBezTo>
                    <a:pt x="4506468" y="5715723"/>
                    <a:pt x="4506659" y="5724678"/>
                    <a:pt x="4508183" y="5733440"/>
                  </a:cubicBezTo>
                  <a:cubicBezTo>
                    <a:pt x="4511041" y="5749634"/>
                    <a:pt x="4514279" y="5765635"/>
                    <a:pt x="4517519" y="5781830"/>
                  </a:cubicBezTo>
                  <a:cubicBezTo>
                    <a:pt x="4518089" y="5784686"/>
                    <a:pt x="4518281" y="5787924"/>
                    <a:pt x="4519234" y="5790592"/>
                  </a:cubicBezTo>
                  <a:cubicBezTo>
                    <a:pt x="4527233" y="5815169"/>
                    <a:pt x="4536378" y="5839361"/>
                    <a:pt x="4542855" y="5864318"/>
                  </a:cubicBezTo>
                  <a:cubicBezTo>
                    <a:pt x="4546095" y="5876511"/>
                    <a:pt x="4546476" y="5890037"/>
                    <a:pt x="4544759" y="5902610"/>
                  </a:cubicBezTo>
                  <a:cubicBezTo>
                    <a:pt x="4539808" y="5939377"/>
                    <a:pt x="4537712" y="5975764"/>
                    <a:pt x="4544951" y="6012723"/>
                  </a:cubicBezTo>
                  <a:cubicBezTo>
                    <a:pt x="4547808" y="6027392"/>
                    <a:pt x="4543045" y="6043776"/>
                    <a:pt x="4541332" y="6059397"/>
                  </a:cubicBezTo>
                  <a:cubicBezTo>
                    <a:pt x="4536759" y="6096736"/>
                    <a:pt x="4531805" y="6134075"/>
                    <a:pt x="4527426" y="6171605"/>
                  </a:cubicBezTo>
                  <a:cubicBezTo>
                    <a:pt x="4524758" y="6195037"/>
                    <a:pt x="4523234" y="6218660"/>
                    <a:pt x="4520568" y="6242093"/>
                  </a:cubicBezTo>
                  <a:cubicBezTo>
                    <a:pt x="4517327" y="6269144"/>
                    <a:pt x="4512375" y="6296005"/>
                    <a:pt x="4509706" y="6323058"/>
                  </a:cubicBezTo>
                  <a:cubicBezTo>
                    <a:pt x="4506659" y="6353919"/>
                    <a:pt x="4506089" y="6384972"/>
                    <a:pt x="4502848" y="6415833"/>
                  </a:cubicBezTo>
                  <a:cubicBezTo>
                    <a:pt x="4496563" y="6472225"/>
                    <a:pt x="4489132" y="6528424"/>
                    <a:pt x="4482084" y="6584812"/>
                  </a:cubicBezTo>
                  <a:cubicBezTo>
                    <a:pt x="4475226" y="6639488"/>
                    <a:pt x="4469129" y="6694164"/>
                    <a:pt x="4460557" y="6748458"/>
                  </a:cubicBezTo>
                  <a:cubicBezTo>
                    <a:pt x="4456937" y="6771319"/>
                    <a:pt x="4447030" y="6793035"/>
                    <a:pt x="4441507" y="6815516"/>
                  </a:cubicBezTo>
                  <a:lnTo>
                    <a:pt x="4431806" y="6858001"/>
                  </a:lnTo>
                  <a:lnTo>
                    <a:pt x="4259554" y="6858001"/>
                  </a:lnTo>
                  <a:lnTo>
                    <a:pt x="4259554" y="6858002"/>
                  </a:lnTo>
                  <a:lnTo>
                    <a:pt x="0" y="6858002"/>
                  </a:lnTo>
                  <a:lnTo>
                    <a:pt x="0" y="2"/>
                  </a:lnTo>
                  <a:lnTo>
                    <a:pt x="3766492" y="1"/>
                  </a:lnTo>
                  <a:lnTo>
                    <a:pt x="3769210" y="21486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BCD9601-1F44-4E40-998C-1B256DAE94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A1CA4E9-12FA-47EB-8471-25E8D55152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E13A9BF0-334C-4457-A635-9CA4877EAAF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F05821A-8598-44E4-A18C-538D5331E45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8A4ECC81-E17F-4F87-9A0B-398363A864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3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1FBBD7D8-A895-40D0-A53D-DEDF495B2F1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BA602493-BC70-48CF-BDBA-88A8662274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6061919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DB91ACE-D9E1-7A3B-AE4E-BC20C8961C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5284-EC91-0810-A5D7-4BC79CBA4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b="1" dirty="0"/>
              <a:t>Advantages of POM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558E48-DF19-3397-7A95-8E6FC41CCF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727507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215029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32EA55-5B1C-53A7-08C1-755D985B4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GB" sz="4000"/>
              <a:t>Page Factory</a:t>
            </a:r>
            <a:endParaRPr lang="en-IN" sz="4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10B982-2DDF-FC35-6431-4E582564B8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62"/>
          <a:stretch>
            <a:fillRect/>
          </a:stretch>
        </p:blipFill>
        <p:spPr>
          <a:xfrm>
            <a:off x="298704" y="2484991"/>
            <a:ext cx="6009855" cy="369417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9A017-2418-A573-9D91-9BB54B760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9143" y="2478023"/>
            <a:ext cx="5268686" cy="4260233"/>
          </a:xfrm>
        </p:spPr>
        <p:txBody>
          <a:bodyPr anchor="ctr">
            <a:normAutofit/>
          </a:bodyPr>
          <a:lstStyle/>
          <a:p>
            <a:r>
              <a:rPr lang="en-GB" sz="2000" dirty="0"/>
              <a:t>web elements annotated with @FindBy</a:t>
            </a:r>
          </a:p>
          <a:p>
            <a:r>
              <a:rPr lang="en-GB" sz="2000" dirty="0"/>
              <a:t>Lazily loads elements when they are first used</a:t>
            </a:r>
          </a:p>
          <a:p>
            <a:r>
              <a:rPr lang="en-GB" sz="2000" dirty="0"/>
              <a:t>Enhances object creation with cleaner syntax</a:t>
            </a:r>
          </a:p>
          <a:p>
            <a:r>
              <a:rPr lang="en-GB" sz="2000" dirty="0"/>
              <a:t>Example:</a:t>
            </a:r>
          </a:p>
          <a:p>
            <a:pPr marL="0" indent="0">
              <a:buNone/>
            </a:pPr>
            <a:r>
              <a:rPr lang="en-IN" sz="2000" dirty="0">
                <a:highlight>
                  <a:srgbClr val="FFFF00"/>
                </a:highlight>
              </a:rPr>
              <a:t>@FindBy(how = How.ID, using = "username")</a:t>
            </a:r>
          </a:p>
          <a:p>
            <a:pPr marL="0" indent="0">
              <a:buNone/>
            </a:pPr>
            <a:r>
              <a:rPr lang="en-IN" sz="2000" dirty="0">
                <a:highlight>
                  <a:srgbClr val="FFFF00"/>
                </a:highlight>
              </a:rPr>
              <a:t>WebElement txtUsername;</a:t>
            </a:r>
          </a:p>
          <a:p>
            <a:pPr marL="0" indent="0">
              <a:buNone/>
            </a:pPr>
            <a:endParaRPr lang="en-IN" sz="2000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IN" sz="2000" dirty="0">
                <a:highlight>
                  <a:srgbClr val="FFFF00"/>
                </a:highlight>
              </a:rPr>
              <a:t>@FindBy(id = "username")</a:t>
            </a:r>
          </a:p>
          <a:p>
            <a:pPr marL="0" indent="0">
              <a:buNone/>
            </a:pPr>
            <a:r>
              <a:rPr lang="en-IN" sz="2000" dirty="0">
                <a:highlight>
                  <a:srgbClr val="FFFF00"/>
                </a:highlight>
              </a:rPr>
              <a:t>WebElement txtUsername;</a:t>
            </a:r>
          </a:p>
          <a:p>
            <a:pPr marL="0" indent="0">
              <a:buNone/>
            </a:pPr>
            <a:endParaRPr lang="en-IN" sz="2000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IN" sz="20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986543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8B9F86-5669-7A4C-7546-C361A5C06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A83677-4A5F-E526-3E0B-584651CDCE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04657" y="149868"/>
            <a:ext cx="7402286" cy="651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9893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9B95C0-D131-8CA5-4E17-ADE861042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Example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B10F17-E837-4E03-CA10-1258734F24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8037" y="360438"/>
            <a:ext cx="7733963" cy="641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2913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CB49665F-0298-4449-8D2D-209989CB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A71EEC14-174A-46FA-B046-474750457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B6CB95-E653-4C6C-AE51-62FD848E8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89" y="-2"/>
            <a:ext cx="3468234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BDD3CB8E-ABA7-4F37-BB2C-64FFD1981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CA788A-B2FD-494C-BED0-83E31F6DF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4EFD85B-0BBA-893B-6E19-01A68EA56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25880" y="1947672"/>
            <a:ext cx="5961888" cy="2788920"/>
          </a:xfrm>
        </p:spPr>
        <p:txBody>
          <a:bodyPr anchor="ctr">
            <a:normAutofit/>
          </a:bodyPr>
          <a:lstStyle/>
          <a:p>
            <a:r>
              <a:rPr lang="en-GB" sz="4800">
                <a:solidFill>
                  <a:schemeClr val="bg1"/>
                </a:solidFill>
              </a:rPr>
              <a:t>Advantages of Page Factory</a:t>
            </a:r>
            <a:endParaRPr lang="en-IN" sz="480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A5E2FA-3251-BCF2-DDBC-5C99BA9F42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7529835"/>
              </p:ext>
            </p:extLst>
          </p:nvPr>
        </p:nvGraphicFramePr>
        <p:xfrm>
          <a:off x="3794296" y="288758"/>
          <a:ext cx="7559504" cy="6285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6428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0BF0DD-362F-455A-B1E4-BCA969D12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4200"/>
              <a:t>Generating Reports for Framework – Extent Reports</a:t>
            </a:r>
            <a:endParaRPr lang="en-IN" sz="4200"/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EE685-81D8-8CD8-F8E3-25A7E8517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GB" sz="2200" dirty="0"/>
              <a:t>A reporting library for test automation frameworks</a:t>
            </a:r>
          </a:p>
          <a:p>
            <a:r>
              <a:rPr lang="en-GB" sz="2200" dirty="0"/>
              <a:t>Provides interactive, media-rich HTML reports</a:t>
            </a:r>
          </a:p>
          <a:p>
            <a:r>
              <a:rPr lang="en-GB" sz="2200" dirty="0"/>
              <a:t>Captures test steps, screenshots, logs, and status indicators</a:t>
            </a:r>
          </a:p>
          <a:p>
            <a:r>
              <a:rPr lang="en-GB" sz="2200" dirty="0"/>
              <a:t>Compatible with Selenium, TestNG, JUnit, and Cucumber</a:t>
            </a:r>
          </a:p>
          <a:p>
            <a:endParaRPr lang="en-IN" sz="2200" dirty="0"/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EDD6B220-CD11-A476-B378-7CA8A86365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51" r="21559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480212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17623-4B3A-2827-96E4-31E9C4D03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0"/>
            <a:ext cx="11353800" cy="1690688"/>
          </a:xfrm>
        </p:spPr>
        <p:txBody>
          <a:bodyPr/>
          <a:lstStyle/>
          <a:p>
            <a:r>
              <a:rPr lang="en-GB" dirty="0"/>
              <a:t>Steps to Generate extent report in </a:t>
            </a:r>
            <a:r>
              <a:rPr lang="en-GB" dirty="0" err="1"/>
              <a:t>testng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7AA50-518E-CAFC-6F54-597D87472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66396"/>
            <a:ext cx="12202886" cy="4945290"/>
          </a:xfrm>
        </p:spPr>
        <p:txBody>
          <a:bodyPr>
            <a:normAutofit fontScale="70000" lnSpcReduction="20000"/>
          </a:bodyPr>
          <a:lstStyle/>
          <a:p>
            <a:r>
              <a:rPr lang="en-GB" dirty="0">
                <a:solidFill>
                  <a:schemeClr val="tx2"/>
                </a:solidFill>
              </a:rPr>
              <a:t>Step 1: Add Maven dependency to pom.xml</a:t>
            </a:r>
          </a:p>
          <a:p>
            <a:pPr marL="0" indent="0">
              <a:buNone/>
            </a:pPr>
            <a:r>
              <a:rPr lang="en-GB" dirty="0">
                <a:solidFill>
                  <a:schemeClr val="tx2"/>
                </a:solidFill>
              </a:rPr>
              <a:t>&lt;dependency&gt;</a:t>
            </a:r>
          </a:p>
          <a:p>
            <a:pPr marL="0" indent="0">
              <a:buNone/>
            </a:pPr>
            <a:r>
              <a:rPr lang="en-GB" dirty="0">
                <a:solidFill>
                  <a:schemeClr val="tx2"/>
                </a:solidFill>
              </a:rPr>
              <a:t>  &lt;</a:t>
            </a:r>
            <a:r>
              <a:rPr lang="en-GB" dirty="0" err="1">
                <a:solidFill>
                  <a:schemeClr val="tx2"/>
                </a:solidFill>
              </a:rPr>
              <a:t>groupId</a:t>
            </a:r>
            <a:r>
              <a:rPr lang="en-GB" dirty="0">
                <a:solidFill>
                  <a:schemeClr val="tx2"/>
                </a:solidFill>
              </a:rPr>
              <a:t>&gt;</a:t>
            </a:r>
            <a:r>
              <a:rPr lang="en-GB" dirty="0" err="1">
                <a:solidFill>
                  <a:schemeClr val="tx2"/>
                </a:solidFill>
              </a:rPr>
              <a:t>com.aventstack</a:t>
            </a:r>
            <a:r>
              <a:rPr lang="en-GB" dirty="0">
                <a:solidFill>
                  <a:schemeClr val="tx2"/>
                </a:solidFill>
              </a:rPr>
              <a:t>&lt;/</a:t>
            </a:r>
            <a:r>
              <a:rPr lang="en-GB" dirty="0" err="1">
                <a:solidFill>
                  <a:schemeClr val="tx2"/>
                </a:solidFill>
              </a:rPr>
              <a:t>groupId</a:t>
            </a:r>
            <a:r>
              <a:rPr lang="en-GB" dirty="0">
                <a:solidFill>
                  <a:schemeClr val="tx2"/>
                </a:solidFill>
              </a:rPr>
              <a:t>&gt;</a:t>
            </a:r>
          </a:p>
          <a:p>
            <a:pPr marL="0" indent="0">
              <a:buNone/>
            </a:pPr>
            <a:r>
              <a:rPr lang="en-GB" dirty="0">
                <a:solidFill>
                  <a:schemeClr val="tx2"/>
                </a:solidFill>
              </a:rPr>
              <a:t>  &lt;antiacid&gt;extentreports&lt;/artifactId&gt;</a:t>
            </a:r>
          </a:p>
          <a:p>
            <a:pPr marL="0" indent="0">
              <a:buNone/>
            </a:pPr>
            <a:r>
              <a:rPr lang="en-GB" dirty="0">
                <a:solidFill>
                  <a:schemeClr val="tx2"/>
                </a:solidFill>
              </a:rPr>
              <a:t>  &lt;version&gt;5.0.9&lt;/version&gt;</a:t>
            </a:r>
          </a:p>
          <a:p>
            <a:pPr marL="0" indent="0">
              <a:buNone/>
            </a:pPr>
            <a:r>
              <a:rPr lang="en-GB" dirty="0">
                <a:solidFill>
                  <a:schemeClr val="tx2"/>
                </a:solidFill>
              </a:rPr>
              <a:t>&lt;/dependency&gt;</a:t>
            </a:r>
          </a:p>
          <a:p>
            <a:pPr marL="0" indent="0">
              <a:buNone/>
            </a:pPr>
            <a:endParaRPr lang="en-GB" dirty="0">
              <a:solidFill>
                <a:schemeClr val="tx2"/>
              </a:solidFill>
            </a:endParaRPr>
          </a:p>
          <a:p>
            <a:r>
              <a:rPr lang="en-IN" dirty="0"/>
              <a:t>Step 2: Create instances for </a:t>
            </a:r>
            <a:r>
              <a:rPr lang="en-IN" dirty="0" err="1"/>
              <a:t>ExtentReport</a:t>
            </a:r>
            <a:r>
              <a:rPr lang="en-IN" dirty="0"/>
              <a:t> and </a:t>
            </a:r>
            <a:r>
              <a:rPr lang="en-IN" dirty="0" err="1"/>
              <a:t>ExtentTest</a:t>
            </a:r>
            <a:r>
              <a:rPr lang="en-IN" dirty="0"/>
              <a:t> classes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i="1" dirty="0" err="1"/>
              <a:t>ExtentSparkReporter</a:t>
            </a:r>
            <a:r>
              <a:rPr lang="en-IN" i="1" dirty="0"/>
              <a:t> </a:t>
            </a:r>
            <a:r>
              <a:rPr lang="en-IN" i="1" dirty="0" err="1"/>
              <a:t>htmlReporter</a:t>
            </a:r>
            <a:r>
              <a:rPr lang="en-IN" i="1" dirty="0"/>
              <a:t> = new </a:t>
            </a:r>
            <a:r>
              <a:rPr lang="en-IN" i="1" dirty="0" err="1"/>
              <a:t>ExtentSparkReporter</a:t>
            </a:r>
            <a:r>
              <a:rPr lang="en-IN" i="1" dirty="0"/>
              <a:t>("reports/ExtentReport.html");</a:t>
            </a:r>
          </a:p>
          <a:p>
            <a:pPr marL="0" indent="0">
              <a:buNone/>
            </a:pPr>
            <a:r>
              <a:rPr lang="en-IN" i="1" dirty="0" err="1"/>
              <a:t>ExtentReports</a:t>
            </a:r>
            <a:r>
              <a:rPr lang="en-IN" i="1" dirty="0"/>
              <a:t> extent = new </a:t>
            </a:r>
            <a:r>
              <a:rPr lang="en-IN" i="1" dirty="0" err="1"/>
              <a:t>ExtentReports</a:t>
            </a:r>
            <a:r>
              <a:rPr lang="en-IN" i="1" dirty="0"/>
              <a:t>();</a:t>
            </a:r>
          </a:p>
          <a:p>
            <a:pPr marL="0" indent="0">
              <a:buNone/>
            </a:pPr>
            <a:r>
              <a:rPr lang="en-IN" i="1" dirty="0" err="1"/>
              <a:t>extent.attachReporter</a:t>
            </a:r>
            <a:r>
              <a:rPr lang="en-IN" i="1" dirty="0"/>
              <a:t>(</a:t>
            </a:r>
            <a:r>
              <a:rPr lang="en-IN" i="1" dirty="0" err="1"/>
              <a:t>htmlReporter</a:t>
            </a:r>
            <a:r>
              <a:rPr lang="en-IN" i="1" dirty="0"/>
              <a:t>);</a:t>
            </a:r>
          </a:p>
          <a:p>
            <a:pPr marL="0" indent="0">
              <a:buNone/>
            </a:pPr>
            <a:endParaRPr lang="en-IN" i="1" dirty="0"/>
          </a:p>
          <a:p>
            <a:pPr marL="0" indent="0">
              <a:buNone/>
            </a:pPr>
            <a:r>
              <a:rPr lang="en-IN" i="1" dirty="0" err="1"/>
              <a:t>ExtentTest</a:t>
            </a:r>
            <a:r>
              <a:rPr lang="en-IN" i="1" dirty="0"/>
              <a:t> test = </a:t>
            </a:r>
            <a:r>
              <a:rPr lang="en-IN" i="1" dirty="0" err="1"/>
              <a:t>extent.createTest</a:t>
            </a:r>
            <a:r>
              <a:rPr lang="en-IN" i="1" dirty="0"/>
              <a:t>("Login Test");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46503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9B297-A8EA-4D84-F6E7-9A6BBE364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312510"/>
            <a:ext cx="12039600" cy="6545489"/>
          </a:xfrm>
        </p:spPr>
        <p:txBody>
          <a:bodyPr/>
          <a:lstStyle/>
          <a:p>
            <a:r>
              <a:rPr lang="en-IN" dirty="0"/>
              <a:t>Step 3: Add content to report using </a:t>
            </a:r>
            <a:r>
              <a:rPr lang="en-IN" dirty="0" err="1"/>
              <a:t>ExtentTest</a:t>
            </a:r>
            <a:r>
              <a:rPr lang="en-IN" dirty="0"/>
              <a:t> class</a:t>
            </a:r>
          </a:p>
          <a:p>
            <a:pPr marL="0" indent="0">
              <a:buNone/>
            </a:pPr>
            <a:r>
              <a:rPr lang="en-IN" i="1" dirty="0"/>
              <a:t>test.log(Status.INFO, "Test Started");</a:t>
            </a:r>
          </a:p>
          <a:p>
            <a:pPr marL="0" indent="0">
              <a:buNone/>
            </a:pPr>
            <a:r>
              <a:rPr lang="en-IN" i="1" dirty="0"/>
              <a:t>test.pass("Login successful");</a:t>
            </a:r>
          </a:p>
          <a:p>
            <a:pPr marL="0" indent="0">
              <a:buNone/>
            </a:pPr>
            <a:r>
              <a:rPr lang="en-IN" i="1" dirty="0"/>
              <a:t>test.fail("Login failed");</a:t>
            </a:r>
          </a:p>
          <a:p>
            <a:pPr marL="0" indent="0">
              <a:buNone/>
            </a:pPr>
            <a:r>
              <a:rPr lang="en-IN" i="1" dirty="0"/>
              <a:t>test.skip("Testskipped");</a:t>
            </a:r>
          </a:p>
          <a:p>
            <a:pPr marL="0" indent="0">
              <a:buNone/>
            </a:pPr>
            <a:r>
              <a:rPr lang="en-IN" i="1" dirty="0"/>
              <a:t>test.addScreenCaptureFromPath("screenshots/failure.png");</a:t>
            </a:r>
          </a:p>
          <a:p>
            <a:pPr marL="0" indent="0">
              <a:buNone/>
            </a:pPr>
            <a:endParaRPr lang="en-IN" i="1" dirty="0"/>
          </a:p>
          <a:p>
            <a:r>
              <a:rPr lang="en-IN" dirty="0"/>
              <a:t>Push Changes to Report</a:t>
            </a:r>
          </a:p>
          <a:p>
            <a:pPr marL="0" indent="0">
              <a:buNone/>
            </a:pPr>
            <a:r>
              <a:rPr lang="en-IN" i="1" dirty="0"/>
              <a:t>	extent.flush();</a:t>
            </a:r>
          </a:p>
          <a:p>
            <a:pPr marL="0" indent="0">
              <a:buNone/>
            </a:pPr>
            <a:endParaRPr lang="en-IN" i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14273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321177-C33F-226B-8A32-F2E7217D8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Allure Reports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97B4E8-7770-CF69-9329-E213A22834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174365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60380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071CA-6C68-0181-061D-41CC86A63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Generate Allure Reports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1DD53-A7D6-1580-54E3-6627889E0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14" y="1393370"/>
            <a:ext cx="11059886" cy="5301343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add allure-</a:t>
            </a:r>
            <a:r>
              <a:rPr lang="en-GB" dirty="0" err="1"/>
              <a:t>testng</a:t>
            </a:r>
            <a:r>
              <a:rPr lang="en-GB" dirty="0"/>
              <a:t> dependency</a:t>
            </a:r>
          </a:p>
          <a:p>
            <a:pPr marL="0" indent="0">
              <a:buNone/>
            </a:pPr>
            <a:endParaRPr lang="en-IN" i="1" dirty="0"/>
          </a:p>
          <a:p>
            <a:pPr marL="0" indent="0">
              <a:buNone/>
            </a:pPr>
            <a:r>
              <a:rPr lang="en-IN" i="1" dirty="0"/>
              <a:t>&lt;dependency&gt;</a:t>
            </a:r>
          </a:p>
          <a:p>
            <a:pPr marL="0" indent="0">
              <a:buNone/>
            </a:pPr>
            <a:r>
              <a:rPr lang="en-IN" i="1" dirty="0"/>
              <a:t>&lt;</a:t>
            </a:r>
            <a:r>
              <a:rPr lang="en-IN" i="1" dirty="0" err="1"/>
              <a:t>groupId</a:t>
            </a:r>
            <a:r>
              <a:rPr lang="en-IN" i="1" dirty="0"/>
              <a:t>&gt;</a:t>
            </a:r>
            <a:r>
              <a:rPr lang="en-IN" i="1" dirty="0" err="1"/>
              <a:t>io.qameta.allure</a:t>
            </a:r>
            <a:r>
              <a:rPr lang="en-IN" i="1" dirty="0"/>
              <a:t>&lt;/</a:t>
            </a:r>
            <a:r>
              <a:rPr lang="en-IN" i="1" dirty="0" err="1"/>
              <a:t>groupId</a:t>
            </a:r>
            <a:r>
              <a:rPr lang="en-IN" i="1" dirty="0"/>
              <a:t>&gt;</a:t>
            </a:r>
          </a:p>
          <a:p>
            <a:pPr marL="0" indent="0">
              <a:buNone/>
            </a:pPr>
            <a:r>
              <a:rPr lang="en-IN" i="1" dirty="0"/>
              <a:t>&lt;</a:t>
            </a:r>
            <a:r>
              <a:rPr lang="en-IN" i="1" dirty="0" err="1"/>
              <a:t>artifactId</a:t>
            </a:r>
            <a:r>
              <a:rPr lang="en-IN" i="1" dirty="0"/>
              <a:t>&gt;allure-</a:t>
            </a:r>
            <a:r>
              <a:rPr lang="en-IN" i="1" dirty="0" err="1"/>
              <a:t>bom</a:t>
            </a:r>
            <a:r>
              <a:rPr lang="en-IN" i="1" dirty="0"/>
              <a:t>&lt;/</a:t>
            </a:r>
            <a:r>
              <a:rPr lang="en-IN" i="1" dirty="0" err="1"/>
              <a:t>artifactId</a:t>
            </a:r>
            <a:r>
              <a:rPr lang="en-IN" i="1" dirty="0"/>
              <a:t>&gt;</a:t>
            </a:r>
          </a:p>
          <a:p>
            <a:pPr marL="0" indent="0">
              <a:buNone/>
            </a:pPr>
            <a:r>
              <a:rPr lang="en-IN" i="1" dirty="0"/>
              <a:t>&lt;version&gt;2.24.0&lt;/version&gt;</a:t>
            </a:r>
          </a:p>
          <a:p>
            <a:pPr marL="0" indent="0">
              <a:buNone/>
            </a:pPr>
            <a:r>
              <a:rPr lang="en-IN" i="1" dirty="0"/>
              <a:t>&lt;type&gt;pom&lt;/type&gt;</a:t>
            </a:r>
          </a:p>
          <a:p>
            <a:pPr marL="0" indent="0">
              <a:buNone/>
            </a:pPr>
            <a:r>
              <a:rPr lang="en-IN" i="1" dirty="0"/>
              <a:t>&lt;scope&gt;</a:t>
            </a:r>
            <a:r>
              <a:rPr lang="en-IN" i="1" u="sng" dirty="0"/>
              <a:t>import</a:t>
            </a:r>
            <a:r>
              <a:rPr lang="en-IN" i="1" dirty="0"/>
              <a:t>&lt;/scope&gt;</a:t>
            </a:r>
          </a:p>
          <a:p>
            <a:pPr marL="0" indent="0">
              <a:buNone/>
            </a:pPr>
            <a:r>
              <a:rPr lang="en-IN" i="1" dirty="0"/>
              <a:t>&lt;/dependency&gt;</a:t>
            </a:r>
          </a:p>
          <a:p>
            <a:pPr marL="0" indent="0">
              <a:buNone/>
            </a:pPr>
            <a:r>
              <a:rPr lang="en-IN" i="1" dirty="0"/>
              <a:t>&lt;dependency&gt;</a:t>
            </a:r>
          </a:p>
          <a:p>
            <a:pPr marL="0" indent="0">
              <a:buNone/>
            </a:pPr>
            <a:r>
              <a:rPr lang="en-IN" i="1" dirty="0"/>
              <a:t>&lt;</a:t>
            </a:r>
            <a:r>
              <a:rPr lang="en-IN" i="1" dirty="0" err="1"/>
              <a:t>groupId</a:t>
            </a:r>
            <a:r>
              <a:rPr lang="en-IN" i="1" dirty="0"/>
              <a:t>&gt;</a:t>
            </a:r>
            <a:r>
              <a:rPr lang="en-IN" i="1" dirty="0" err="1"/>
              <a:t>io.qameta.allure</a:t>
            </a:r>
            <a:r>
              <a:rPr lang="en-IN" i="1" dirty="0"/>
              <a:t>&lt;/</a:t>
            </a:r>
            <a:r>
              <a:rPr lang="en-IN" i="1" dirty="0" err="1"/>
              <a:t>groupId</a:t>
            </a:r>
            <a:r>
              <a:rPr lang="en-IN" i="1" dirty="0"/>
              <a:t>&gt;</a:t>
            </a:r>
          </a:p>
          <a:p>
            <a:pPr marL="0" indent="0">
              <a:buNone/>
            </a:pPr>
            <a:r>
              <a:rPr lang="en-IN" i="1" dirty="0"/>
              <a:t>&lt;</a:t>
            </a:r>
            <a:r>
              <a:rPr lang="en-IN" i="1" dirty="0" err="1"/>
              <a:t>artifactId</a:t>
            </a:r>
            <a:r>
              <a:rPr lang="en-IN" i="1" dirty="0"/>
              <a:t>&gt;allure-</a:t>
            </a:r>
            <a:r>
              <a:rPr lang="en-IN" i="1" dirty="0" err="1"/>
              <a:t>testng</a:t>
            </a:r>
            <a:r>
              <a:rPr lang="en-IN" i="1" dirty="0"/>
              <a:t>&lt;/</a:t>
            </a:r>
            <a:r>
              <a:rPr lang="en-IN" i="1" dirty="0" err="1"/>
              <a:t>artifactId</a:t>
            </a:r>
            <a:r>
              <a:rPr lang="en-IN" i="1" dirty="0"/>
              <a:t>&gt;</a:t>
            </a:r>
          </a:p>
          <a:p>
            <a:pPr marL="0" indent="0">
              <a:buNone/>
            </a:pPr>
            <a:r>
              <a:rPr lang="en-IN" i="1" dirty="0"/>
              <a:t>&lt;version&gt;2.24.0&lt;/version&gt;</a:t>
            </a:r>
          </a:p>
          <a:p>
            <a:pPr marL="0" indent="0">
              <a:buNone/>
            </a:pPr>
            <a:r>
              <a:rPr lang="en-IN" i="1" dirty="0"/>
              <a:t>&lt;scope&gt;test&lt;/scope&gt;</a:t>
            </a:r>
          </a:p>
          <a:p>
            <a:pPr marL="0" indent="0">
              <a:buNone/>
            </a:pPr>
            <a:r>
              <a:rPr lang="en-IN" i="1" dirty="0"/>
              <a:t>&lt;/dependency&gt;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15833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A8D4A-3215-7093-6CAA-11485A92C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29" y="206828"/>
            <a:ext cx="11223171" cy="6651171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Add Allure plugin to pom.xml</a:t>
            </a:r>
          </a:p>
          <a:p>
            <a:pPr marL="0" indent="0">
              <a:buNone/>
            </a:pPr>
            <a:r>
              <a:rPr lang="en-IN" i="1" dirty="0"/>
              <a:t>&lt;plugins&gt;</a:t>
            </a:r>
          </a:p>
          <a:p>
            <a:pPr marL="0" indent="0">
              <a:buNone/>
            </a:pPr>
            <a:r>
              <a:rPr lang="en-IN" i="1" dirty="0"/>
              <a:t>&lt;plugin&gt;</a:t>
            </a:r>
          </a:p>
          <a:p>
            <a:pPr marL="0" indent="0">
              <a:buNone/>
            </a:pPr>
            <a:r>
              <a:rPr lang="en-IN" i="1" dirty="0"/>
              <a:t>&lt;</a:t>
            </a:r>
            <a:r>
              <a:rPr lang="en-IN" i="1" dirty="0" err="1"/>
              <a:t>groupId</a:t>
            </a:r>
            <a:r>
              <a:rPr lang="en-IN" i="1" dirty="0"/>
              <a:t>&gt;</a:t>
            </a:r>
            <a:r>
              <a:rPr lang="en-IN" i="1" dirty="0" err="1"/>
              <a:t>io.qameta.allure</a:t>
            </a:r>
            <a:r>
              <a:rPr lang="en-IN" i="1" dirty="0"/>
              <a:t>&lt;/</a:t>
            </a:r>
            <a:r>
              <a:rPr lang="en-IN" i="1" dirty="0" err="1"/>
              <a:t>groupId</a:t>
            </a:r>
            <a:r>
              <a:rPr lang="en-IN" i="1" dirty="0"/>
              <a:t>&gt;</a:t>
            </a:r>
          </a:p>
          <a:p>
            <a:pPr marL="0" indent="0">
              <a:buNone/>
            </a:pPr>
            <a:r>
              <a:rPr lang="en-IN" i="1" dirty="0"/>
              <a:t>&lt;</a:t>
            </a:r>
            <a:r>
              <a:rPr lang="en-IN" i="1" dirty="0" err="1"/>
              <a:t>artifactId</a:t>
            </a:r>
            <a:r>
              <a:rPr lang="en-IN" i="1" dirty="0"/>
              <a:t>&gt;allure-maven&lt;/</a:t>
            </a:r>
            <a:r>
              <a:rPr lang="en-IN" i="1" dirty="0" err="1"/>
              <a:t>artifactId</a:t>
            </a:r>
            <a:r>
              <a:rPr lang="en-IN" i="1" dirty="0"/>
              <a:t>&gt;</a:t>
            </a:r>
          </a:p>
          <a:p>
            <a:pPr marL="0" indent="0">
              <a:buNone/>
            </a:pPr>
            <a:r>
              <a:rPr lang="en-IN" i="1" dirty="0"/>
              <a:t>&lt;version&gt;2.10.0&lt;/version&gt;</a:t>
            </a:r>
          </a:p>
          <a:p>
            <a:pPr marL="0" indent="0">
              <a:buNone/>
            </a:pPr>
            <a:r>
              <a:rPr lang="en-IN" i="1" dirty="0"/>
              <a:t>&lt;executions&gt;</a:t>
            </a:r>
          </a:p>
          <a:p>
            <a:pPr marL="0" indent="0">
              <a:buNone/>
            </a:pPr>
            <a:r>
              <a:rPr lang="en-IN" i="1" dirty="0"/>
              <a:t>&lt;execution&gt;</a:t>
            </a:r>
          </a:p>
          <a:p>
            <a:pPr marL="0" indent="0">
              <a:buNone/>
            </a:pPr>
            <a:r>
              <a:rPr lang="en-IN" i="1" dirty="0"/>
              <a:t>&lt;id&gt;allure-report&lt;/id&gt;</a:t>
            </a:r>
          </a:p>
          <a:p>
            <a:pPr marL="0" indent="0">
              <a:buNone/>
            </a:pPr>
            <a:r>
              <a:rPr lang="en-IN" i="1" dirty="0"/>
              <a:t>&lt;phase&gt;verify&lt;/phase&gt;</a:t>
            </a:r>
          </a:p>
          <a:p>
            <a:pPr marL="0" indent="0">
              <a:buNone/>
            </a:pPr>
            <a:r>
              <a:rPr lang="en-IN" i="1" dirty="0"/>
              <a:t>&lt;goals&gt;</a:t>
            </a:r>
          </a:p>
          <a:p>
            <a:pPr marL="0" indent="0">
              <a:buNone/>
            </a:pPr>
            <a:r>
              <a:rPr lang="en-IN" i="1" dirty="0"/>
              <a:t>&lt;goal&gt;report&lt;/goal&gt;</a:t>
            </a:r>
          </a:p>
          <a:p>
            <a:pPr marL="0" indent="0">
              <a:buNone/>
            </a:pPr>
            <a:r>
              <a:rPr lang="en-IN" i="1" dirty="0"/>
              <a:t>&lt;/goals&gt;</a:t>
            </a:r>
          </a:p>
          <a:p>
            <a:pPr marL="0" indent="0">
              <a:buNone/>
            </a:pPr>
            <a:r>
              <a:rPr lang="en-IN" i="1" dirty="0"/>
              <a:t>&lt;/execution&gt;</a:t>
            </a:r>
          </a:p>
          <a:p>
            <a:pPr marL="0" indent="0">
              <a:buNone/>
            </a:pPr>
            <a:r>
              <a:rPr lang="en-IN" i="1" dirty="0"/>
              <a:t>&lt;/executions&gt;</a:t>
            </a:r>
          </a:p>
          <a:p>
            <a:pPr marL="0" indent="0">
              <a:buNone/>
            </a:pPr>
            <a:r>
              <a:rPr lang="en-IN" i="1" dirty="0"/>
              <a:t>&lt;/plugin&gt;</a:t>
            </a:r>
          </a:p>
          <a:p>
            <a:pPr marL="0" indent="0">
              <a:buNone/>
            </a:pPr>
            <a:r>
              <a:rPr lang="en-IN" i="1" dirty="0"/>
              <a:t>&lt;/plugins&gt;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200098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CA73A-7BDE-6401-7B2D-15A1F2B93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4" y="108856"/>
            <a:ext cx="12072256" cy="6749144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add @Description, </a:t>
            </a:r>
            <a:r>
              <a:rPr lang="en-GB" dirty="0" err="1"/>
              <a:t>Allure.step</a:t>
            </a:r>
            <a:r>
              <a:rPr lang="en-GB" dirty="0"/>
              <a:t> to script for steps</a:t>
            </a:r>
          </a:p>
          <a:p>
            <a:pPr marL="0" indent="0">
              <a:buNone/>
            </a:pPr>
            <a:r>
              <a:rPr lang="en-IN" i="1" dirty="0"/>
              <a:t>@BeforeMethod</a:t>
            </a:r>
          </a:p>
          <a:p>
            <a:pPr marL="0" indent="0">
              <a:buNone/>
            </a:pPr>
            <a:r>
              <a:rPr lang="en-IN" i="1" dirty="0"/>
              <a:t>public void </a:t>
            </a:r>
            <a:r>
              <a:rPr lang="en-IN" i="1" dirty="0" err="1"/>
              <a:t>beforeMethod</a:t>
            </a:r>
            <a:r>
              <a:rPr lang="en-IN" i="1" dirty="0"/>
              <a:t>() {</a:t>
            </a:r>
          </a:p>
          <a:p>
            <a:pPr marL="0" indent="0">
              <a:buNone/>
            </a:pPr>
            <a:r>
              <a:rPr lang="en-IN" i="1" dirty="0" err="1"/>
              <a:t>testAutomationPage</a:t>
            </a:r>
            <a:r>
              <a:rPr lang="en-IN" i="1" dirty="0"/>
              <a:t> </a:t>
            </a:r>
            <a:r>
              <a:rPr lang="en-IN" i="1" u="sng" dirty="0"/>
              <a:t>test</a:t>
            </a:r>
            <a:r>
              <a:rPr lang="en-IN" i="1" dirty="0"/>
              <a:t> = new </a:t>
            </a:r>
            <a:r>
              <a:rPr lang="en-IN" i="1" dirty="0" err="1"/>
              <a:t>testAutomationPage</a:t>
            </a:r>
            <a:r>
              <a:rPr lang="en-IN" i="1" dirty="0"/>
              <a:t>(driver);</a:t>
            </a:r>
          </a:p>
          <a:p>
            <a:pPr marL="0" indent="0">
              <a:buNone/>
            </a:pPr>
            <a:r>
              <a:rPr lang="en-IN" i="1" dirty="0" err="1"/>
              <a:t>Allure.step</a:t>
            </a:r>
            <a:r>
              <a:rPr lang="en-IN" i="1" dirty="0"/>
              <a:t>("Navigate to homepage");</a:t>
            </a:r>
          </a:p>
          <a:p>
            <a:pPr marL="0" indent="0">
              <a:buNone/>
            </a:pPr>
            <a:r>
              <a:rPr lang="en-IN" i="1" dirty="0"/>
              <a:t>driver.get("http://www.rahulshettyacademy.com/AutomationPractice/");</a:t>
            </a:r>
          </a:p>
          <a:p>
            <a:pPr marL="0" indent="0">
              <a:buNone/>
            </a:pPr>
            <a:r>
              <a:rPr lang="en-IN" i="1" dirty="0" err="1"/>
              <a:t>driver.manage</a:t>
            </a:r>
            <a:r>
              <a:rPr lang="en-IN" i="1" dirty="0"/>
              <a:t>().timeouts().</a:t>
            </a:r>
            <a:r>
              <a:rPr lang="en-IN" i="1" dirty="0" err="1"/>
              <a:t>implicitlyWait</a:t>
            </a:r>
            <a:r>
              <a:rPr lang="en-IN" i="1" dirty="0"/>
              <a:t>(</a:t>
            </a:r>
            <a:r>
              <a:rPr lang="en-IN" i="1" dirty="0" err="1"/>
              <a:t>Duration.ofSeconds</a:t>
            </a:r>
            <a:r>
              <a:rPr lang="en-IN" i="1" dirty="0"/>
              <a:t>(30));</a:t>
            </a:r>
          </a:p>
          <a:p>
            <a:pPr marL="0" indent="0">
              <a:buNone/>
            </a:pPr>
            <a:r>
              <a:rPr lang="en-IN" i="1" dirty="0" err="1"/>
              <a:t>driver.manage</a:t>
            </a:r>
            <a:r>
              <a:rPr lang="en-IN" i="1" dirty="0"/>
              <a:t>().window().maximize();</a:t>
            </a:r>
          </a:p>
          <a:p>
            <a:pPr marL="0" indent="0">
              <a:buNone/>
            </a:pPr>
            <a:r>
              <a:rPr lang="en-IN" i="1" dirty="0"/>
              <a:t>}</a:t>
            </a:r>
          </a:p>
          <a:p>
            <a:pPr marL="0" indent="0">
              <a:buNone/>
            </a:pPr>
            <a:r>
              <a:rPr lang="en-IN" i="1" dirty="0"/>
              <a:t>@Test</a:t>
            </a:r>
          </a:p>
          <a:p>
            <a:pPr marL="0" indent="0">
              <a:buNone/>
            </a:pPr>
            <a:r>
              <a:rPr lang="en-IN" i="1" dirty="0"/>
              <a:t>@Description("Test case 1 - verify title")</a:t>
            </a:r>
          </a:p>
          <a:p>
            <a:pPr marL="0" indent="0">
              <a:buNone/>
            </a:pPr>
            <a:r>
              <a:rPr lang="en-IN" i="1" dirty="0"/>
              <a:t>public void </a:t>
            </a:r>
            <a:r>
              <a:rPr lang="en-IN" i="1" dirty="0" err="1"/>
              <a:t>testPageTitle</a:t>
            </a:r>
            <a:r>
              <a:rPr lang="en-IN" i="1" dirty="0"/>
              <a:t>() {</a:t>
            </a:r>
          </a:p>
          <a:p>
            <a:pPr marL="0" indent="0">
              <a:buNone/>
            </a:pPr>
            <a:r>
              <a:rPr lang="en-IN" i="1" dirty="0"/>
              <a:t>try {</a:t>
            </a:r>
          </a:p>
          <a:p>
            <a:pPr marL="0" indent="0">
              <a:buNone/>
            </a:pPr>
            <a:r>
              <a:rPr lang="en-IN" i="1" dirty="0" err="1"/>
              <a:t>testAutomationPage</a:t>
            </a:r>
            <a:r>
              <a:rPr lang="en-IN" i="1" dirty="0"/>
              <a:t> test = new </a:t>
            </a:r>
            <a:r>
              <a:rPr lang="en-IN" i="1" dirty="0" err="1"/>
              <a:t>testAutomationPage</a:t>
            </a:r>
            <a:r>
              <a:rPr lang="en-IN" i="1" dirty="0"/>
              <a:t>(driver);</a:t>
            </a:r>
          </a:p>
          <a:p>
            <a:pPr marL="0" indent="0">
              <a:buNone/>
            </a:pPr>
            <a:r>
              <a:rPr lang="en-IN" i="1" dirty="0" err="1"/>
              <a:t>Assert.assertTrue</a:t>
            </a:r>
            <a:r>
              <a:rPr lang="en-IN" i="1" dirty="0"/>
              <a:t>(</a:t>
            </a:r>
            <a:r>
              <a:rPr lang="en-IN" i="1" dirty="0" err="1"/>
              <a:t>test.returnPageTitle</a:t>
            </a:r>
            <a:r>
              <a:rPr lang="en-IN" i="1" dirty="0"/>
              <a:t>().equals(</a:t>
            </a:r>
            <a:r>
              <a:rPr lang="en-IN" i="1" dirty="0" err="1"/>
              <a:t>test.pageTitle</a:t>
            </a:r>
            <a:r>
              <a:rPr lang="en-IN" i="1" dirty="0"/>
              <a:t>));</a:t>
            </a:r>
          </a:p>
          <a:p>
            <a:pPr marL="0" indent="0">
              <a:buNone/>
            </a:pPr>
            <a:r>
              <a:rPr lang="en-IN" i="1" dirty="0" err="1"/>
              <a:t>Allure.step</a:t>
            </a:r>
            <a:r>
              <a:rPr lang="en-IN" i="1" dirty="0"/>
              <a:t>("Verified Landing Page Title");</a:t>
            </a:r>
          </a:p>
          <a:p>
            <a:pPr marL="0" indent="0">
              <a:buNone/>
            </a:pPr>
            <a:r>
              <a:rPr lang="en-IN" i="1" dirty="0"/>
              <a:t>}</a:t>
            </a:r>
          </a:p>
          <a:p>
            <a:pPr marL="0" indent="0">
              <a:buNone/>
            </a:pPr>
            <a:r>
              <a:rPr lang="en-IN" i="1" dirty="0"/>
              <a:t>catch(Exception e) {</a:t>
            </a:r>
          </a:p>
          <a:p>
            <a:pPr marL="0" indent="0">
              <a:buNone/>
            </a:pPr>
            <a:r>
              <a:rPr lang="en-IN" i="1" dirty="0" err="1"/>
              <a:t>e.printStackTrace</a:t>
            </a:r>
            <a:r>
              <a:rPr lang="en-IN" i="1" dirty="0"/>
              <a:t>(); </a:t>
            </a:r>
          </a:p>
          <a:p>
            <a:pPr marL="0" indent="0">
              <a:buNone/>
            </a:pPr>
            <a:r>
              <a:rPr lang="en-IN" i="1" dirty="0"/>
              <a:t>Assert.fail(</a:t>
            </a:r>
            <a:r>
              <a:rPr lang="en-IN" i="1" dirty="0" err="1"/>
              <a:t>e.getMessage</a:t>
            </a:r>
            <a:r>
              <a:rPr lang="en-IN" i="1" dirty="0"/>
              <a:t>());</a:t>
            </a:r>
          </a:p>
          <a:p>
            <a:pPr marL="0" indent="0">
              <a:buNone/>
            </a:pPr>
            <a:r>
              <a:rPr lang="en-IN" i="1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25804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69B86-F20E-D73E-13C4-F80DB18F6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57" y="0"/>
            <a:ext cx="11244943" cy="6176963"/>
          </a:xfrm>
        </p:spPr>
        <p:txBody>
          <a:bodyPr/>
          <a:lstStyle/>
          <a:p>
            <a:r>
              <a:rPr lang="en-GB" dirty="0"/>
              <a:t>run script, get allure-results generated</a:t>
            </a:r>
          </a:p>
          <a:p>
            <a:r>
              <a:rPr lang="en-GB" dirty="0"/>
              <a:t>once </a:t>
            </a:r>
            <a:r>
              <a:rPr lang="en-GB" dirty="0" err="1"/>
              <a:t>done,open</a:t>
            </a:r>
            <a:r>
              <a:rPr lang="en-GB" dirty="0"/>
              <a:t> </a:t>
            </a:r>
            <a:r>
              <a:rPr lang="en-GB" dirty="0" err="1"/>
              <a:t>cmd</a:t>
            </a:r>
            <a:r>
              <a:rPr lang="en-GB" dirty="0"/>
              <a:t> in project folder and hit below command: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i="1" dirty="0"/>
              <a:t>allure generate allure-results --clean -o allure-report</a:t>
            </a:r>
          </a:p>
          <a:p>
            <a:r>
              <a:rPr lang="en-GB" dirty="0"/>
              <a:t>then hit below command to view report:</a:t>
            </a:r>
          </a:p>
          <a:p>
            <a:pPr marL="457200" lvl="1" indent="0">
              <a:buNone/>
            </a:pPr>
            <a:r>
              <a:rPr lang="en-GB" i="1" dirty="0"/>
              <a:t>allure serve allure-results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12195734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7CCE9C-C349-DFA0-1B01-27647CCC3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Logging Using Log4J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017612-9FB8-BFD6-8A5B-1790B5E2F2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680033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018728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D6632D-1F33-DF4C-578A-EF1120629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Log4J Architecture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818F38-002E-3E3E-9EA1-66938112D8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0569932"/>
              </p:ext>
            </p:extLst>
          </p:nvPr>
        </p:nvGraphicFramePr>
        <p:xfrm>
          <a:off x="4905052" y="1653864"/>
          <a:ext cx="6666834" cy="3647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5861">
                  <a:extLst>
                    <a:ext uri="{9D8B030D-6E8A-4147-A177-3AD203B41FA5}">
                      <a16:colId xmlns:a16="http://schemas.microsoft.com/office/drawing/2014/main" val="32638987"/>
                    </a:ext>
                  </a:extLst>
                </a:gridCol>
                <a:gridCol w="4200973">
                  <a:extLst>
                    <a:ext uri="{9D8B030D-6E8A-4147-A177-3AD203B41FA5}">
                      <a16:colId xmlns:a16="http://schemas.microsoft.com/office/drawing/2014/main" val="3238081740"/>
                    </a:ext>
                  </a:extLst>
                </a:gridCol>
              </a:tblGrid>
              <a:tr h="55323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900" u="none" strike="noStrike">
                          <a:effectLst/>
                        </a:rPr>
                        <a:t>Component</a:t>
                      </a:r>
                      <a:endParaRPr lang="en-IN" sz="2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684" marR="16684" marT="16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900" u="none" strike="noStrike">
                          <a:effectLst/>
                        </a:rPr>
                        <a:t>Description</a:t>
                      </a:r>
                      <a:endParaRPr lang="en-IN" sz="2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684" marR="16684" marT="16684" marB="0" anchor="ctr"/>
                </a:tc>
                <a:extLst>
                  <a:ext uri="{0D108BD9-81ED-4DB2-BD59-A6C34878D82A}">
                    <a16:rowId xmlns:a16="http://schemas.microsoft.com/office/drawing/2014/main" val="2775852431"/>
                  </a:ext>
                </a:extLst>
              </a:tr>
              <a:tr h="55323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900" u="none" strike="noStrike">
                          <a:effectLst/>
                        </a:rPr>
                        <a:t>Logger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684" marR="16684" marT="166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900" u="none" strike="noStrike">
                          <a:effectLst/>
                        </a:rPr>
                        <a:t>Captures log messages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684" marR="16684" marT="16684" marB="0" anchor="ctr"/>
                </a:tc>
                <a:extLst>
                  <a:ext uri="{0D108BD9-81ED-4DB2-BD59-A6C34878D82A}">
                    <a16:rowId xmlns:a16="http://schemas.microsoft.com/office/drawing/2014/main" val="3191223946"/>
                  </a:ext>
                </a:extLst>
              </a:tr>
              <a:tr h="993686">
                <a:tc>
                  <a:txBody>
                    <a:bodyPr/>
                    <a:lstStyle/>
                    <a:p>
                      <a:pPr algn="l" fontAlgn="ctr"/>
                      <a:r>
                        <a:rPr lang="en-IN" sz="2900" u="none" strike="noStrike">
                          <a:effectLst/>
                        </a:rPr>
                        <a:t>Appender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684" marR="16684" marT="166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900" u="none" strike="noStrike">
                          <a:effectLst/>
                        </a:rPr>
                        <a:t>Defines where logs are written (file, console)</a:t>
                      </a:r>
                      <a:endParaRPr lang="en-GB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684" marR="16684" marT="16684" marB="0" anchor="ctr"/>
                </a:tc>
                <a:extLst>
                  <a:ext uri="{0D108BD9-81ED-4DB2-BD59-A6C34878D82A}">
                    <a16:rowId xmlns:a16="http://schemas.microsoft.com/office/drawing/2014/main" val="2979615097"/>
                  </a:ext>
                </a:extLst>
              </a:tr>
              <a:tr h="55323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900" u="none" strike="noStrike">
                          <a:effectLst/>
                        </a:rPr>
                        <a:t>Layout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684" marR="16684" marT="166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900" u="none" strike="noStrike">
                          <a:effectLst/>
                        </a:rPr>
                        <a:t>Formats the log output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684" marR="16684" marT="16684" marB="0" anchor="ctr"/>
                </a:tc>
                <a:extLst>
                  <a:ext uri="{0D108BD9-81ED-4DB2-BD59-A6C34878D82A}">
                    <a16:rowId xmlns:a16="http://schemas.microsoft.com/office/drawing/2014/main" val="1786830834"/>
                  </a:ext>
                </a:extLst>
              </a:tr>
              <a:tr h="993686">
                <a:tc>
                  <a:txBody>
                    <a:bodyPr/>
                    <a:lstStyle/>
                    <a:p>
                      <a:pPr algn="l" fontAlgn="ctr"/>
                      <a:r>
                        <a:rPr lang="en-IN" sz="2900" u="none" strike="noStrike">
                          <a:effectLst/>
                        </a:rPr>
                        <a:t>Configuration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684" marR="16684" marT="166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900" u="none" strike="noStrike">
                          <a:effectLst/>
                        </a:rPr>
                        <a:t>XML or properties file to control behavior</a:t>
                      </a:r>
                      <a:endParaRPr lang="en-GB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684" marR="16684" marT="16684" marB="0" anchor="ctr"/>
                </a:tc>
                <a:extLst>
                  <a:ext uri="{0D108BD9-81ED-4DB2-BD59-A6C34878D82A}">
                    <a16:rowId xmlns:a16="http://schemas.microsoft.com/office/drawing/2014/main" val="79529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985115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50EF9-4DFE-89B7-89DA-DD65C4225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Log Levels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BADC6B-2470-0017-D19D-A0C9A8AAF5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661010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907190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98297-5C3C-2571-ADE0-35707105C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add logging to Framework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A8EE1-B281-19A5-209E-6983EB046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Include Log4j Dependency</a:t>
            </a:r>
          </a:p>
          <a:p>
            <a:pPr marL="0" indent="0">
              <a:buNone/>
            </a:pPr>
            <a:r>
              <a:rPr lang="en-IN" i="1" dirty="0"/>
              <a:t>&lt;dependency&gt;</a:t>
            </a:r>
          </a:p>
          <a:p>
            <a:pPr marL="0" indent="0">
              <a:buNone/>
            </a:pPr>
            <a:r>
              <a:rPr lang="en-IN" i="1" dirty="0"/>
              <a:t>&lt;</a:t>
            </a:r>
            <a:r>
              <a:rPr lang="en-IN" i="1" dirty="0" err="1"/>
              <a:t>groupId</a:t>
            </a:r>
            <a:r>
              <a:rPr lang="en-IN" i="1" dirty="0"/>
              <a:t>&gt;log4j&lt;/</a:t>
            </a:r>
            <a:r>
              <a:rPr lang="en-IN" i="1" dirty="0" err="1"/>
              <a:t>groupId</a:t>
            </a:r>
            <a:r>
              <a:rPr lang="en-IN" i="1" dirty="0"/>
              <a:t>&gt;</a:t>
            </a:r>
          </a:p>
          <a:p>
            <a:pPr marL="0" indent="0">
              <a:buNone/>
            </a:pPr>
            <a:r>
              <a:rPr lang="en-IN" i="1" dirty="0"/>
              <a:t>&lt;</a:t>
            </a:r>
            <a:r>
              <a:rPr lang="en-IN" i="1" dirty="0" err="1"/>
              <a:t>artifactId</a:t>
            </a:r>
            <a:r>
              <a:rPr lang="en-IN" i="1" dirty="0"/>
              <a:t>&gt;log4j&lt;/</a:t>
            </a:r>
            <a:r>
              <a:rPr lang="en-IN" i="1" dirty="0" err="1"/>
              <a:t>artifactId</a:t>
            </a:r>
            <a:r>
              <a:rPr lang="en-IN" i="1" dirty="0"/>
              <a:t>&gt;</a:t>
            </a:r>
          </a:p>
          <a:p>
            <a:pPr marL="0" indent="0">
              <a:buNone/>
            </a:pPr>
            <a:r>
              <a:rPr lang="en-IN" i="1" dirty="0"/>
              <a:t>&lt;version&gt;1.2.17&lt;/version&gt;</a:t>
            </a:r>
          </a:p>
          <a:p>
            <a:pPr marL="0" indent="0">
              <a:buNone/>
            </a:pPr>
            <a:r>
              <a:rPr lang="en-IN" i="1" dirty="0"/>
              <a:t>&lt;/dependency&gt;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106305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E77F2-7E39-02D8-9942-01345B508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57" y="76200"/>
            <a:ext cx="11244943" cy="6100763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Add log4j.properties file to src/test/resources folder</a:t>
            </a:r>
          </a:p>
          <a:p>
            <a:endParaRPr lang="en-GB" dirty="0"/>
          </a:p>
          <a:p>
            <a:pPr marL="0" indent="0">
              <a:buNone/>
            </a:pPr>
            <a:r>
              <a:rPr lang="en-IN" dirty="0"/>
              <a:t># </a:t>
            </a:r>
            <a:r>
              <a:rPr lang="en-IN" i="1" dirty="0"/>
              <a:t>Root logger</a:t>
            </a:r>
          </a:p>
          <a:p>
            <a:pPr marL="0" indent="0">
              <a:buNone/>
            </a:pPr>
            <a:r>
              <a:rPr lang="en-IN" i="1" dirty="0"/>
              <a:t>log4j.rootLogger=DEBUG, file, console</a:t>
            </a:r>
          </a:p>
          <a:p>
            <a:pPr marL="0" indent="0">
              <a:buNone/>
            </a:pPr>
            <a:endParaRPr lang="en-IN" i="1" dirty="0"/>
          </a:p>
          <a:p>
            <a:pPr marL="0" indent="0">
              <a:buNone/>
            </a:pPr>
            <a:r>
              <a:rPr lang="en-IN" i="1" dirty="0"/>
              <a:t># Console </a:t>
            </a:r>
            <a:r>
              <a:rPr lang="en-IN" i="1" dirty="0" err="1"/>
              <a:t>Appender</a:t>
            </a:r>
            <a:endParaRPr lang="en-IN" i="1" dirty="0"/>
          </a:p>
          <a:p>
            <a:pPr marL="0" indent="0">
              <a:buNone/>
            </a:pPr>
            <a:r>
              <a:rPr lang="en-IN" i="1" dirty="0"/>
              <a:t>log4j.appender.console=org.apache.log4j.ConsoleAppender</a:t>
            </a:r>
          </a:p>
          <a:p>
            <a:pPr marL="0" indent="0">
              <a:buNone/>
            </a:pPr>
            <a:r>
              <a:rPr lang="en-IN" i="1" dirty="0"/>
              <a:t>log4j.appender.console.layout=org.apache.log4j.PatternLayout</a:t>
            </a:r>
          </a:p>
          <a:p>
            <a:pPr marL="0" indent="0">
              <a:buNone/>
            </a:pPr>
            <a:r>
              <a:rPr lang="en-IN" i="1" dirty="0"/>
              <a:t>log4j.appender.console.layout.ConversionPattern=%d [%t] %-5p %c - %</a:t>
            </a:r>
            <a:r>
              <a:rPr lang="en-IN" i="1" dirty="0" err="1"/>
              <a:t>m%n</a:t>
            </a:r>
            <a:endParaRPr lang="en-IN" i="1" dirty="0"/>
          </a:p>
          <a:p>
            <a:pPr marL="0" indent="0">
              <a:buNone/>
            </a:pPr>
            <a:endParaRPr lang="en-IN" i="1" dirty="0"/>
          </a:p>
          <a:p>
            <a:pPr marL="0" indent="0">
              <a:buNone/>
            </a:pPr>
            <a:r>
              <a:rPr lang="en-IN" i="1" dirty="0"/>
              <a:t># File </a:t>
            </a:r>
            <a:r>
              <a:rPr lang="en-IN" i="1" dirty="0" err="1"/>
              <a:t>Appender</a:t>
            </a:r>
            <a:endParaRPr lang="en-IN" i="1" dirty="0"/>
          </a:p>
          <a:p>
            <a:pPr marL="0" indent="0">
              <a:buNone/>
            </a:pPr>
            <a:r>
              <a:rPr lang="en-IN" i="1" dirty="0"/>
              <a:t>log4j.appender.file=org.apache.log4j.FileAppender</a:t>
            </a:r>
          </a:p>
          <a:p>
            <a:pPr marL="0" indent="0">
              <a:buNone/>
            </a:pPr>
            <a:r>
              <a:rPr lang="en-IN" i="1" dirty="0"/>
              <a:t>log4j.appender.file.File=logs/testlog.log</a:t>
            </a:r>
          </a:p>
          <a:p>
            <a:pPr marL="0" indent="0">
              <a:buNone/>
            </a:pPr>
            <a:r>
              <a:rPr lang="en-IN" i="1" dirty="0"/>
              <a:t>log4j.appender.file.layout=org.apache.log4j.PatternLayout</a:t>
            </a:r>
          </a:p>
          <a:p>
            <a:pPr marL="0" indent="0">
              <a:buNone/>
            </a:pPr>
            <a:r>
              <a:rPr lang="en-IN" i="1" dirty="0"/>
              <a:t>log4j.appender.file.layout.ConversionPattern=%d %-5p [%c] %</a:t>
            </a:r>
            <a:r>
              <a:rPr lang="en-IN" i="1" dirty="0" err="1"/>
              <a:t>m%n</a:t>
            </a:r>
            <a:endParaRPr lang="en-IN" i="1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999672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77136-DFC4-8B84-2BA3-8D04CA70A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63286"/>
            <a:ext cx="12115800" cy="6618514"/>
          </a:xfrm>
        </p:spPr>
        <p:txBody>
          <a:bodyPr/>
          <a:lstStyle/>
          <a:p>
            <a:r>
              <a:rPr lang="en-GB" dirty="0"/>
              <a:t>Create Logger instance in the test class to log statements</a:t>
            </a:r>
          </a:p>
          <a:p>
            <a:pPr marL="0" indent="0">
              <a:buNone/>
            </a:pPr>
            <a:r>
              <a:rPr lang="en-IN" i="1" dirty="0"/>
              <a:t>private static final Logger </a:t>
            </a:r>
            <a:r>
              <a:rPr lang="en-IN" b="1" i="1" dirty="0"/>
              <a:t>log</a:t>
            </a:r>
            <a:r>
              <a:rPr lang="en-IN" i="1" dirty="0"/>
              <a:t> = Logger.getLogger(logClass.class);</a:t>
            </a:r>
          </a:p>
          <a:p>
            <a:pPr marL="0" indent="0">
              <a:buNone/>
            </a:pPr>
            <a:r>
              <a:rPr lang="en-IN" i="1" dirty="0"/>
              <a:t>@Test</a:t>
            </a:r>
          </a:p>
          <a:p>
            <a:pPr marL="0" indent="0">
              <a:buNone/>
            </a:pPr>
            <a:r>
              <a:rPr lang="en-IN" i="1" dirty="0"/>
              <a:t>public void </a:t>
            </a:r>
            <a:r>
              <a:rPr lang="en-IN" i="1" dirty="0" err="1"/>
              <a:t>testLogin</a:t>
            </a:r>
            <a:r>
              <a:rPr lang="en-IN" i="1" dirty="0"/>
              <a:t>() {</a:t>
            </a:r>
          </a:p>
          <a:p>
            <a:pPr marL="0" indent="0">
              <a:buNone/>
            </a:pPr>
            <a:r>
              <a:rPr lang="en-IN" b="1" i="1" dirty="0"/>
              <a:t>log</a:t>
            </a:r>
            <a:r>
              <a:rPr lang="en-IN" i="1" dirty="0"/>
              <a:t>.info("Starting login test");</a:t>
            </a:r>
          </a:p>
          <a:p>
            <a:pPr marL="0" indent="0">
              <a:buNone/>
            </a:pPr>
            <a:r>
              <a:rPr lang="en-IN" i="1" dirty="0"/>
              <a:t>// </a:t>
            </a:r>
            <a:r>
              <a:rPr lang="en-IN" i="1" u="sng" dirty="0"/>
              <a:t>Selenium</a:t>
            </a:r>
            <a:r>
              <a:rPr lang="en-IN" i="1" dirty="0"/>
              <a:t> steps</a:t>
            </a:r>
          </a:p>
          <a:p>
            <a:pPr marL="0" indent="0">
              <a:buNone/>
            </a:pPr>
            <a:r>
              <a:rPr lang="en-IN" b="1" i="1" dirty="0"/>
              <a:t>log</a:t>
            </a:r>
            <a:r>
              <a:rPr lang="en-IN" i="1" dirty="0"/>
              <a:t>.debug("Entering username");</a:t>
            </a:r>
          </a:p>
          <a:p>
            <a:pPr marL="0" indent="0">
              <a:buNone/>
            </a:pPr>
            <a:r>
              <a:rPr lang="en-IN" b="1" i="1" dirty="0"/>
              <a:t>log</a:t>
            </a:r>
            <a:r>
              <a:rPr lang="en-IN" i="1" dirty="0"/>
              <a:t>.debug("Entering password");</a:t>
            </a:r>
          </a:p>
          <a:p>
            <a:pPr marL="0" indent="0">
              <a:buNone/>
            </a:pPr>
            <a:r>
              <a:rPr lang="en-IN" b="1" i="1" dirty="0"/>
              <a:t>log</a:t>
            </a:r>
            <a:r>
              <a:rPr lang="en-IN" i="1" dirty="0"/>
              <a:t>.info("Clicking login button");</a:t>
            </a:r>
          </a:p>
          <a:p>
            <a:pPr marL="0" indent="0">
              <a:buNone/>
            </a:pPr>
            <a:r>
              <a:rPr lang="en-IN" b="1" i="1" dirty="0"/>
              <a:t>log</a:t>
            </a:r>
            <a:r>
              <a:rPr lang="en-IN" i="1" dirty="0"/>
              <a:t>.warn("Login button response delayed");</a:t>
            </a:r>
          </a:p>
          <a:p>
            <a:pPr marL="0" indent="0">
              <a:buNone/>
            </a:pPr>
            <a:r>
              <a:rPr lang="en-IN" b="1" i="1" dirty="0"/>
              <a:t>log</a:t>
            </a:r>
            <a:r>
              <a:rPr lang="en-IN" i="1" dirty="0"/>
              <a:t>.error("Login failed due to invalid credentials");</a:t>
            </a:r>
          </a:p>
          <a:p>
            <a:pPr marL="0" indent="0">
              <a:buNone/>
            </a:pPr>
            <a:r>
              <a:rPr lang="en-IN" i="1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234481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E0B75-E77C-BB78-FE1D-43FA43CD1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GB" sz="4800"/>
              <a:t>Listeners</a:t>
            </a:r>
            <a:endParaRPr lang="en-IN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8C53DF-98B8-4A14-3DCF-844832EC1A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2432183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356024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14A87D-ECF4-6E73-9F23-AF621BBB6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GB" sz="4800"/>
              <a:t>Why Use Listeners in Automation?</a:t>
            </a:r>
            <a:endParaRPr lang="en-IN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6E34AD-844B-DD75-30FE-42ADADD1FB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9302409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246407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E5E8C-7387-A78E-4E87-D0BD2AFCE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GB" sz="4800" dirty="0"/>
              <a:t>Types of Listeners</a:t>
            </a:r>
            <a:endParaRPr lang="en-IN" sz="48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C90C9F-CF26-5DB8-043A-30ADBD493F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2053751"/>
              </p:ext>
            </p:extLst>
          </p:nvPr>
        </p:nvGraphicFramePr>
        <p:xfrm>
          <a:off x="904602" y="3222881"/>
          <a:ext cx="10378439" cy="2799181"/>
        </p:xfrm>
        <a:graphic>
          <a:graphicData uri="http://schemas.openxmlformats.org/drawingml/2006/table">
            <a:tbl>
              <a:tblPr/>
              <a:tblGrid>
                <a:gridCol w="4493558">
                  <a:extLst>
                    <a:ext uri="{9D8B030D-6E8A-4147-A177-3AD203B41FA5}">
                      <a16:colId xmlns:a16="http://schemas.microsoft.com/office/drawing/2014/main" val="3144468969"/>
                    </a:ext>
                  </a:extLst>
                </a:gridCol>
                <a:gridCol w="5884881">
                  <a:extLst>
                    <a:ext uri="{9D8B030D-6E8A-4147-A177-3AD203B41FA5}">
                      <a16:colId xmlns:a16="http://schemas.microsoft.com/office/drawing/2014/main" val="3840996908"/>
                    </a:ext>
                  </a:extLst>
                </a:gridCol>
              </a:tblGrid>
              <a:tr h="3998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Listener Interface</a:t>
                      </a:r>
                      <a:endParaRPr lang="en-IN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59" marR="12059" marT="12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Purpose</a:t>
                      </a:r>
                      <a:endParaRPr lang="en-IN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59" marR="12059" marT="12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875490"/>
                  </a:ext>
                </a:extLst>
              </a:tr>
              <a:tr h="3998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9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ITestListener</a:t>
                      </a:r>
                      <a:endParaRPr lang="en-IN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59" marR="12059" marT="12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Monitors test methods (start, success, fail)</a:t>
                      </a:r>
                      <a:endParaRPr lang="en-GB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59" marR="12059" marT="12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052740"/>
                  </a:ext>
                </a:extLst>
              </a:tr>
              <a:tr h="3998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9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ISuiteListener</a:t>
                      </a:r>
                      <a:endParaRPr lang="en-IN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59" marR="12059" marT="12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Tracks suite-level events</a:t>
                      </a:r>
                      <a:endParaRPr lang="en-IN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59" marR="12059" marT="12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35373"/>
                  </a:ext>
                </a:extLst>
              </a:tr>
              <a:tr h="3998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9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IInvokedMethodListener</a:t>
                      </a:r>
                      <a:endParaRPr lang="en-IN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59" marR="12059" marT="12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Hooks before/after any method invocation</a:t>
                      </a:r>
                      <a:endParaRPr lang="en-GB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59" marR="12059" marT="12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586178"/>
                  </a:ext>
                </a:extLst>
              </a:tr>
              <a:tr h="3998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9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IRetryAnalyzer</a:t>
                      </a:r>
                      <a:endParaRPr lang="en-IN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59" marR="12059" marT="12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Re-runs failed tests</a:t>
                      </a:r>
                      <a:endParaRPr lang="en-IN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59" marR="12059" marT="12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713363"/>
                  </a:ext>
                </a:extLst>
              </a:tr>
              <a:tr h="3998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9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IAnnotationTransformer</a:t>
                      </a:r>
                      <a:endParaRPr lang="en-IN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59" marR="12059" marT="12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Modifies annotations at runtime</a:t>
                      </a:r>
                      <a:endParaRPr lang="en-IN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59" marR="12059" marT="12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662070"/>
                  </a:ext>
                </a:extLst>
              </a:tr>
              <a:tr h="3998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9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IReporter</a:t>
                      </a:r>
                      <a:endParaRPr lang="en-IN" sz="3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59" marR="12059" marT="12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Generates custom reports</a:t>
                      </a:r>
                      <a:endParaRPr lang="en-IN" sz="3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059" marR="12059" marT="120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879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4496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11910</TotalTime>
  <Words>4701</Words>
  <Application>Microsoft Office PowerPoint</Application>
  <PresentationFormat>Widescreen</PresentationFormat>
  <Paragraphs>826</Paragraphs>
  <Slides>79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6" baseType="lpstr">
      <vt:lpstr>Aptos</vt:lpstr>
      <vt:lpstr>Aptos Display</vt:lpstr>
      <vt:lpstr>Aptos Narrow</vt:lpstr>
      <vt:lpstr>Arial</vt:lpstr>
      <vt:lpstr>Arial Unicode MS</vt:lpstr>
      <vt:lpstr>Calibri</vt:lpstr>
      <vt:lpstr>Office Theme</vt:lpstr>
      <vt:lpstr>PowerPoint Presentation</vt:lpstr>
      <vt:lpstr>TestNG – An Introduction</vt:lpstr>
      <vt:lpstr>Features of TestNG</vt:lpstr>
      <vt:lpstr>TestNG Annotations</vt:lpstr>
      <vt:lpstr>TestNG Annotations</vt:lpstr>
      <vt:lpstr>Enabling and Disabling tests in TestNG</vt:lpstr>
      <vt:lpstr>TestNG Prioritization</vt:lpstr>
      <vt:lpstr>TestNG Parameters</vt:lpstr>
      <vt:lpstr>PowerPoint Presentation</vt:lpstr>
      <vt:lpstr>Example</vt:lpstr>
      <vt:lpstr>Assertions in TestNG</vt:lpstr>
      <vt:lpstr>Hard Assertions</vt:lpstr>
      <vt:lpstr>Soft Assertions</vt:lpstr>
      <vt:lpstr>Grouping in TestNG</vt:lpstr>
      <vt:lpstr>Groups in Testng.xml</vt:lpstr>
      <vt:lpstr>Dependency Methods in TestNG</vt:lpstr>
      <vt:lpstr>Dependency Methods</vt:lpstr>
      <vt:lpstr>Examples – dependsOnMethods</vt:lpstr>
      <vt:lpstr>Examples - dependsOnGroups</vt:lpstr>
      <vt:lpstr>Example - alwaysRun</vt:lpstr>
      <vt:lpstr>DataProvider in TestNG</vt:lpstr>
      <vt:lpstr>Example</vt:lpstr>
      <vt:lpstr>Parallel Execution in TestNG</vt:lpstr>
      <vt:lpstr>PowerPoint Presentation</vt:lpstr>
      <vt:lpstr>Examples</vt:lpstr>
      <vt:lpstr>PowerPoint Presentation</vt:lpstr>
      <vt:lpstr>PowerPoint Presentation</vt:lpstr>
      <vt:lpstr>Thread- Count – What, Why, &amp; How’s</vt:lpstr>
      <vt:lpstr>Verbose in testng.xml</vt:lpstr>
      <vt:lpstr>Cross Browser Testing in TestNG</vt:lpstr>
      <vt:lpstr>PowerPoint Presentation</vt:lpstr>
      <vt:lpstr>PowerPoint Presentation</vt:lpstr>
      <vt:lpstr>Including and Excluding tests in testng file</vt:lpstr>
      <vt:lpstr>Example</vt:lpstr>
      <vt:lpstr>Reporting in TestNG – TestNG Reports</vt:lpstr>
      <vt:lpstr>TestNG – Emailable Report</vt:lpstr>
      <vt:lpstr>TestNG – Re-run Failed tests</vt:lpstr>
      <vt:lpstr>PowerPoint Presentation</vt:lpstr>
      <vt:lpstr>Automation Framework </vt:lpstr>
      <vt:lpstr>Automation Framework – Key Objectives</vt:lpstr>
      <vt:lpstr>Types of Frameworks</vt:lpstr>
      <vt:lpstr>Major Components of a Framework</vt:lpstr>
      <vt:lpstr>Framework – A First Look </vt:lpstr>
      <vt:lpstr>Data Driven Framework</vt:lpstr>
      <vt:lpstr>Components of a Data Driven Framework</vt:lpstr>
      <vt:lpstr>When to Use Data-Driven Framework</vt:lpstr>
      <vt:lpstr>Keyword Driven Framework</vt:lpstr>
      <vt:lpstr>Core Concept</vt:lpstr>
      <vt:lpstr>Example</vt:lpstr>
      <vt:lpstr>When to Use Keyword-Driven Framework</vt:lpstr>
      <vt:lpstr>Modular Framework</vt:lpstr>
      <vt:lpstr>Common Components of Modular Framework</vt:lpstr>
      <vt:lpstr>Example</vt:lpstr>
      <vt:lpstr>PowerPoint Presentation</vt:lpstr>
      <vt:lpstr>Page Object Model (POM)</vt:lpstr>
      <vt:lpstr>PowerPoint Presentation</vt:lpstr>
      <vt:lpstr>PowerPoint Presentation</vt:lpstr>
      <vt:lpstr>Advantages of POM</vt:lpstr>
      <vt:lpstr>Page Factory</vt:lpstr>
      <vt:lpstr>Example</vt:lpstr>
      <vt:lpstr>Example</vt:lpstr>
      <vt:lpstr>Advantages of Page Factory</vt:lpstr>
      <vt:lpstr>Generating Reports for Framework – Extent Reports</vt:lpstr>
      <vt:lpstr>Steps to Generate extent report in testng</vt:lpstr>
      <vt:lpstr>PowerPoint Presentation</vt:lpstr>
      <vt:lpstr>Allure Reports</vt:lpstr>
      <vt:lpstr>How to Generate Allure Reports</vt:lpstr>
      <vt:lpstr>PowerPoint Presentation</vt:lpstr>
      <vt:lpstr>PowerPoint Presentation</vt:lpstr>
      <vt:lpstr>PowerPoint Presentation</vt:lpstr>
      <vt:lpstr>Logging Using Log4J</vt:lpstr>
      <vt:lpstr>Log4J Architecture</vt:lpstr>
      <vt:lpstr>Log Levels</vt:lpstr>
      <vt:lpstr>How to add logging to Framework</vt:lpstr>
      <vt:lpstr>PowerPoint Presentation</vt:lpstr>
      <vt:lpstr>PowerPoint Presentation</vt:lpstr>
      <vt:lpstr>Listeners</vt:lpstr>
      <vt:lpstr>Why Use Listeners in Automation?</vt:lpstr>
      <vt:lpstr>Types of Listeners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Kalyanakumar, Arun (Cognizant)</dc:creator>
  <cp:lastModifiedBy>Kalyanakumar, Arun (Cognizant)</cp:lastModifiedBy>
  <cp:revision>252</cp:revision>
  <dcterms:created xsi:type="dcterms:W3CDTF">2025-07-18T03:53:17Z</dcterms:created>
  <dcterms:modified xsi:type="dcterms:W3CDTF">2025-09-17T04:18:55Z</dcterms:modified>
</cp:coreProperties>
</file>