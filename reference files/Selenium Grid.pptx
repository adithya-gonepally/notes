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734AAC-EA71-42BC-A2A4-A0AD32398CC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755236-8FD3-4D3C-ABCC-AC195CCBAE48}">
      <dgm:prSet/>
      <dgm:spPr/>
      <dgm:t>
        <a:bodyPr/>
        <a:lstStyle/>
        <a:p>
          <a:r>
            <a:rPr lang="en-GB" dirty="0"/>
            <a:t>tool that allows you to run Selenium tests in parallel across multiple machines and browsers</a:t>
          </a:r>
          <a:endParaRPr lang="en-US" dirty="0"/>
        </a:p>
      </dgm:t>
    </dgm:pt>
    <dgm:pt modelId="{E6244F4C-F8FD-4E2D-8C8E-003E27F95A6E}" type="parTrans" cxnId="{E16338B6-6289-4E00-AB4C-4B28E36D1C1B}">
      <dgm:prSet/>
      <dgm:spPr/>
      <dgm:t>
        <a:bodyPr/>
        <a:lstStyle/>
        <a:p>
          <a:endParaRPr lang="en-US"/>
        </a:p>
      </dgm:t>
    </dgm:pt>
    <dgm:pt modelId="{EAA10838-7373-4D06-B1EE-654EB83BE232}" type="sibTrans" cxnId="{E16338B6-6289-4E00-AB4C-4B28E36D1C1B}">
      <dgm:prSet/>
      <dgm:spPr/>
      <dgm:t>
        <a:bodyPr/>
        <a:lstStyle/>
        <a:p>
          <a:endParaRPr lang="en-US"/>
        </a:p>
      </dgm:t>
    </dgm:pt>
    <dgm:pt modelId="{3965197C-9413-495F-B7DB-8A0C3A2FA25D}">
      <dgm:prSet/>
      <dgm:spPr/>
      <dgm:t>
        <a:bodyPr/>
        <a:lstStyle/>
        <a:p>
          <a:r>
            <a:rPr lang="en-GB"/>
            <a:t>uses a hub-and-node architecture to distribute test execution</a:t>
          </a:r>
          <a:endParaRPr lang="en-US"/>
        </a:p>
      </dgm:t>
    </dgm:pt>
    <dgm:pt modelId="{CC99BAF9-851B-43A9-891D-1B024D79BEE5}" type="parTrans" cxnId="{E3333150-1031-4571-8F49-6603E115E3C5}">
      <dgm:prSet/>
      <dgm:spPr/>
      <dgm:t>
        <a:bodyPr/>
        <a:lstStyle/>
        <a:p>
          <a:endParaRPr lang="en-US"/>
        </a:p>
      </dgm:t>
    </dgm:pt>
    <dgm:pt modelId="{14190C76-9388-42DE-A689-6E2670E750B0}" type="sibTrans" cxnId="{E3333150-1031-4571-8F49-6603E115E3C5}">
      <dgm:prSet/>
      <dgm:spPr/>
      <dgm:t>
        <a:bodyPr/>
        <a:lstStyle/>
        <a:p>
          <a:endParaRPr lang="en-US"/>
        </a:p>
      </dgm:t>
    </dgm:pt>
    <dgm:pt modelId="{EEF3C652-CBB9-4F0E-94AA-D5F8A86FA3D9}">
      <dgm:prSet/>
      <dgm:spPr/>
      <dgm:t>
        <a:bodyPr/>
        <a:lstStyle/>
        <a:p>
          <a:r>
            <a:rPr lang="en-GB"/>
            <a:t>Ideal for cross-browser and cross-platform testing</a:t>
          </a:r>
          <a:endParaRPr lang="en-US"/>
        </a:p>
      </dgm:t>
    </dgm:pt>
    <dgm:pt modelId="{90BC055F-3D4E-47A9-B367-6645A928F5D7}" type="parTrans" cxnId="{8066D579-C78C-4898-8A08-D1D9B80B50DA}">
      <dgm:prSet/>
      <dgm:spPr/>
      <dgm:t>
        <a:bodyPr/>
        <a:lstStyle/>
        <a:p>
          <a:endParaRPr lang="en-US"/>
        </a:p>
      </dgm:t>
    </dgm:pt>
    <dgm:pt modelId="{0A7076F9-FC8E-47BD-A200-A1FF8A24CECC}" type="sibTrans" cxnId="{8066D579-C78C-4898-8A08-D1D9B80B50DA}">
      <dgm:prSet/>
      <dgm:spPr/>
      <dgm:t>
        <a:bodyPr/>
        <a:lstStyle/>
        <a:p>
          <a:endParaRPr lang="en-US"/>
        </a:p>
      </dgm:t>
    </dgm:pt>
    <dgm:pt modelId="{C3FAB2A2-24E2-4C34-A994-0D617C4E1746}" type="pres">
      <dgm:prSet presAssocID="{5B734AAC-EA71-42BC-A2A4-A0AD32398CC8}" presName="vert0" presStyleCnt="0">
        <dgm:presLayoutVars>
          <dgm:dir/>
          <dgm:animOne val="branch"/>
          <dgm:animLvl val="lvl"/>
        </dgm:presLayoutVars>
      </dgm:prSet>
      <dgm:spPr/>
    </dgm:pt>
    <dgm:pt modelId="{9D485889-111C-45D4-B956-146653E6F517}" type="pres">
      <dgm:prSet presAssocID="{A8755236-8FD3-4D3C-ABCC-AC195CCBAE48}" presName="thickLine" presStyleLbl="alignNode1" presStyleIdx="0" presStyleCnt="3"/>
      <dgm:spPr/>
    </dgm:pt>
    <dgm:pt modelId="{0AD94A4B-3CA4-4956-8C27-0E2DF8F91377}" type="pres">
      <dgm:prSet presAssocID="{A8755236-8FD3-4D3C-ABCC-AC195CCBAE48}" presName="horz1" presStyleCnt="0"/>
      <dgm:spPr/>
    </dgm:pt>
    <dgm:pt modelId="{5DCB546D-86D9-48A6-AA7E-1AAB59B4B5BF}" type="pres">
      <dgm:prSet presAssocID="{A8755236-8FD3-4D3C-ABCC-AC195CCBAE48}" presName="tx1" presStyleLbl="revTx" presStyleIdx="0" presStyleCnt="3"/>
      <dgm:spPr/>
    </dgm:pt>
    <dgm:pt modelId="{8FF236D4-1482-43F4-ADF4-02581054C794}" type="pres">
      <dgm:prSet presAssocID="{A8755236-8FD3-4D3C-ABCC-AC195CCBAE48}" presName="vert1" presStyleCnt="0"/>
      <dgm:spPr/>
    </dgm:pt>
    <dgm:pt modelId="{695A7F5E-6063-4087-8C92-22D78AF2518F}" type="pres">
      <dgm:prSet presAssocID="{3965197C-9413-495F-B7DB-8A0C3A2FA25D}" presName="thickLine" presStyleLbl="alignNode1" presStyleIdx="1" presStyleCnt="3"/>
      <dgm:spPr/>
    </dgm:pt>
    <dgm:pt modelId="{A1C83E20-6500-4F83-A6D5-221D7CF47D6E}" type="pres">
      <dgm:prSet presAssocID="{3965197C-9413-495F-B7DB-8A0C3A2FA25D}" presName="horz1" presStyleCnt="0"/>
      <dgm:spPr/>
    </dgm:pt>
    <dgm:pt modelId="{07281905-4F20-4BA6-9A2E-98E5925B41B4}" type="pres">
      <dgm:prSet presAssocID="{3965197C-9413-495F-B7DB-8A0C3A2FA25D}" presName="tx1" presStyleLbl="revTx" presStyleIdx="1" presStyleCnt="3"/>
      <dgm:spPr/>
    </dgm:pt>
    <dgm:pt modelId="{90BAF33B-C0D9-4FAD-9430-4C475E5B0198}" type="pres">
      <dgm:prSet presAssocID="{3965197C-9413-495F-B7DB-8A0C3A2FA25D}" presName="vert1" presStyleCnt="0"/>
      <dgm:spPr/>
    </dgm:pt>
    <dgm:pt modelId="{F83A8A4E-74B9-4DB2-9366-8C49C249882A}" type="pres">
      <dgm:prSet presAssocID="{EEF3C652-CBB9-4F0E-94AA-D5F8A86FA3D9}" presName="thickLine" presStyleLbl="alignNode1" presStyleIdx="2" presStyleCnt="3"/>
      <dgm:spPr/>
    </dgm:pt>
    <dgm:pt modelId="{1293371E-28E1-489D-B68C-D7661371A562}" type="pres">
      <dgm:prSet presAssocID="{EEF3C652-CBB9-4F0E-94AA-D5F8A86FA3D9}" presName="horz1" presStyleCnt="0"/>
      <dgm:spPr/>
    </dgm:pt>
    <dgm:pt modelId="{E569D11C-95E9-4A1B-8393-474C589B6347}" type="pres">
      <dgm:prSet presAssocID="{EEF3C652-CBB9-4F0E-94AA-D5F8A86FA3D9}" presName="tx1" presStyleLbl="revTx" presStyleIdx="2" presStyleCnt="3"/>
      <dgm:spPr/>
    </dgm:pt>
    <dgm:pt modelId="{70993D33-D268-4668-9E44-380DB1F60351}" type="pres">
      <dgm:prSet presAssocID="{EEF3C652-CBB9-4F0E-94AA-D5F8A86FA3D9}" presName="vert1" presStyleCnt="0"/>
      <dgm:spPr/>
    </dgm:pt>
  </dgm:ptLst>
  <dgm:cxnLst>
    <dgm:cxn modelId="{50E4F329-3E74-4EF2-949C-CB716DA226D4}" type="presOf" srcId="{A8755236-8FD3-4D3C-ABCC-AC195CCBAE48}" destId="{5DCB546D-86D9-48A6-AA7E-1AAB59B4B5BF}" srcOrd="0" destOrd="0" presId="urn:microsoft.com/office/officeart/2008/layout/LinedList"/>
    <dgm:cxn modelId="{C1F3054E-EA27-4C16-A039-45215CD3A8B5}" type="presOf" srcId="{5B734AAC-EA71-42BC-A2A4-A0AD32398CC8}" destId="{C3FAB2A2-24E2-4C34-A994-0D617C4E1746}" srcOrd="0" destOrd="0" presId="urn:microsoft.com/office/officeart/2008/layout/LinedList"/>
    <dgm:cxn modelId="{7CB0BD6E-5D28-499F-AED6-20E645CFBA5B}" type="presOf" srcId="{EEF3C652-CBB9-4F0E-94AA-D5F8A86FA3D9}" destId="{E569D11C-95E9-4A1B-8393-474C589B6347}" srcOrd="0" destOrd="0" presId="urn:microsoft.com/office/officeart/2008/layout/LinedList"/>
    <dgm:cxn modelId="{E3333150-1031-4571-8F49-6603E115E3C5}" srcId="{5B734AAC-EA71-42BC-A2A4-A0AD32398CC8}" destId="{3965197C-9413-495F-B7DB-8A0C3A2FA25D}" srcOrd="1" destOrd="0" parTransId="{CC99BAF9-851B-43A9-891D-1B024D79BEE5}" sibTransId="{14190C76-9388-42DE-A689-6E2670E750B0}"/>
    <dgm:cxn modelId="{EA16CC73-F3FF-4AF7-B018-A23C359E7961}" type="presOf" srcId="{3965197C-9413-495F-B7DB-8A0C3A2FA25D}" destId="{07281905-4F20-4BA6-9A2E-98E5925B41B4}" srcOrd="0" destOrd="0" presId="urn:microsoft.com/office/officeart/2008/layout/LinedList"/>
    <dgm:cxn modelId="{8066D579-C78C-4898-8A08-D1D9B80B50DA}" srcId="{5B734AAC-EA71-42BC-A2A4-A0AD32398CC8}" destId="{EEF3C652-CBB9-4F0E-94AA-D5F8A86FA3D9}" srcOrd="2" destOrd="0" parTransId="{90BC055F-3D4E-47A9-B367-6645A928F5D7}" sibTransId="{0A7076F9-FC8E-47BD-A200-A1FF8A24CECC}"/>
    <dgm:cxn modelId="{E16338B6-6289-4E00-AB4C-4B28E36D1C1B}" srcId="{5B734AAC-EA71-42BC-A2A4-A0AD32398CC8}" destId="{A8755236-8FD3-4D3C-ABCC-AC195CCBAE48}" srcOrd="0" destOrd="0" parTransId="{E6244F4C-F8FD-4E2D-8C8E-003E27F95A6E}" sibTransId="{EAA10838-7373-4D06-B1EE-654EB83BE232}"/>
    <dgm:cxn modelId="{71F79104-C478-4462-93C2-80D4306E3D87}" type="presParOf" srcId="{C3FAB2A2-24E2-4C34-A994-0D617C4E1746}" destId="{9D485889-111C-45D4-B956-146653E6F517}" srcOrd="0" destOrd="0" presId="urn:microsoft.com/office/officeart/2008/layout/LinedList"/>
    <dgm:cxn modelId="{DBE0D806-5CF9-41A9-B09B-9230E7B9E76C}" type="presParOf" srcId="{C3FAB2A2-24E2-4C34-A994-0D617C4E1746}" destId="{0AD94A4B-3CA4-4956-8C27-0E2DF8F91377}" srcOrd="1" destOrd="0" presId="urn:microsoft.com/office/officeart/2008/layout/LinedList"/>
    <dgm:cxn modelId="{D53544FD-4262-4200-814E-4FEBE8C78941}" type="presParOf" srcId="{0AD94A4B-3CA4-4956-8C27-0E2DF8F91377}" destId="{5DCB546D-86D9-48A6-AA7E-1AAB59B4B5BF}" srcOrd="0" destOrd="0" presId="urn:microsoft.com/office/officeart/2008/layout/LinedList"/>
    <dgm:cxn modelId="{A5004F9A-63A8-467F-A604-04F254B8D628}" type="presParOf" srcId="{0AD94A4B-3CA4-4956-8C27-0E2DF8F91377}" destId="{8FF236D4-1482-43F4-ADF4-02581054C794}" srcOrd="1" destOrd="0" presId="urn:microsoft.com/office/officeart/2008/layout/LinedList"/>
    <dgm:cxn modelId="{0DB2C5AA-BCEB-4C4C-825E-5830DB63E1CF}" type="presParOf" srcId="{C3FAB2A2-24E2-4C34-A994-0D617C4E1746}" destId="{695A7F5E-6063-4087-8C92-22D78AF2518F}" srcOrd="2" destOrd="0" presId="urn:microsoft.com/office/officeart/2008/layout/LinedList"/>
    <dgm:cxn modelId="{5A2D1F56-9041-4F4E-9E82-7F3827E1A33D}" type="presParOf" srcId="{C3FAB2A2-24E2-4C34-A994-0D617C4E1746}" destId="{A1C83E20-6500-4F83-A6D5-221D7CF47D6E}" srcOrd="3" destOrd="0" presId="urn:microsoft.com/office/officeart/2008/layout/LinedList"/>
    <dgm:cxn modelId="{FF6F583F-F931-4B45-9FB9-1E80E9964419}" type="presParOf" srcId="{A1C83E20-6500-4F83-A6D5-221D7CF47D6E}" destId="{07281905-4F20-4BA6-9A2E-98E5925B41B4}" srcOrd="0" destOrd="0" presId="urn:microsoft.com/office/officeart/2008/layout/LinedList"/>
    <dgm:cxn modelId="{C67800DC-2819-422E-BDB7-1F817E115D9E}" type="presParOf" srcId="{A1C83E20-6500-4F83-A6D5-221D7CF47D6E}" destId="{90BAF33B-C0D9-4FAD-9430-4C475E5B0198}" srcOrd="1" destOrd="0" presId="urn:microsoft.com/office/officeart/2008/layout/LinedList"/>
    <dgm:cxn modelId="{A7134A9D-A985-4F50-9C57-5A37307E1B40}" type="presParOf" srcId="{C3FAB2A2-24E2-4C34-A994-0D617C4E1746}" destId="{F83A8A4E-74B9-4DB2-9366-8C49C249882A}" srcOrd="4" destOrd="0" presId="urn:microsoft.com/office/officeart/2008/layout/LinedList"/>
    <dgm:cxn modelId="{8F013284-B232-4820-B6F3-06AEB78DF564}" type="presParOf" srcId="{C3FAB2A2-24E2-4C34-A994-0D617C4E1746}" destId="{1293371E-28E1-489D-B68C-D7661371A562}" srcOrd="5" destOrd="0" presId="urn:microsoft.com/office/officeart/2008/layout/LinedList"/>
    <dgm:cxn modelId="{887CD960-26F1-4A39-8D3D-55D557E6FAEA}" type="presParOf" srcId="{1293371E-28E1-489D-B68C-D7661371A562}" destId="{E569D11C-95E9-4A1B-8393-474C589B6347}" srcOrd="0" destOrd="0" presId="urn:microsoft.com/office/officeart/2008/layout/LinedList"/>
    <dgm:cxn modelId="{20526287-9293-4403-A8EB-A6D733E5F914}" type="presParOf" srcId="{1293371E-28E1-489D-B68C-D7661371A562}" destId="{70993D33-D268-4668-9E44-380DB1F6035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BBE82C-080F-47D6-B746-DF21A2A4B9F0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5385C5-89DD-45E9-914D-4D891DA982BA}">
      <dgm:prSet/>
      <dgm:spPr/>
      <dgm:t>
        <a:bodyPr/>
        <a:lstStyle/>
        <a:p>
          <a:r>
            <a:rPr lang="en-US"/>
            <a:t>Run</a:t>
          </a:r>
        </a:p>
      </dgm:t>
    </dgm:pt>
    <dgm:pt modelId="{610EF83C-E4CA-4326-A65A-9481F261E316}" type="parTrans" cxnId="{0F043725-1F8C-4218-80FC-36EB0D6672B9}">
      <dgm:prSet/>
      <dgm:spPr/>
      <dgm:t>
        <a:bodyPr/>
        <a:lstStyle/>
        <a:p>
          <a:endParaRPr lang="en-US"/>
        </a:p>
      </dgm:t>
    </dgm:pt>
    <dgm:pt modelId="{882D7D3E-21A0-4770-A657-6661457B5B89}" type="sibTrans" cxnId="{0F043725-1F8C-4218-80FC-36EB0D6672B9}">
      <dgm:prSet/>
      <dgm:spPr/>
      <dgm:t>
        <a:bodyPr/>
        <a:lstStyle/>
        <a:p>
          <a:endParaRPr lang="en-US"/>
        </a:p>
      </dgm:t>
    </dgm:pt>
    <dgm:pt modelId="{66BD70C9-6B3C-4FA6-A9A7-7D293563A769}">
      <dgm:prSet/>
      <dgm:spPr/>
      <dgm:t>
        <a:bodyPr/>
        <a:lstStyle/>
        <a:p>
          <a:r>
            <a:rPr lang="en-US"/>
            <a:t>Run tests in parallel to reduce execution time</a:t>
          </a:r>
        </a:p>
      </dgm:t>
    </dgm:pt>
    <dgm:pt modelId="{F4C69A1B-4D32-434A-9A37-46A686BF8596}" type="parTrans" cxnId="{76D3A97A-CF9D-4DDA-AA42-361A04152E6C}">
      <dgm:prSet/>
      <dgm:spPr/>
      <dgm:t>
        <a:bodyPr/>
        <a:lstStyle/>
        <a:p>
          <a:endParaRPr lang="en-US"/>
        </a:p>
      </dgm:t>
    </dgm:pt>
    <dgm:pt modelId="{A96E64C2-9C42-4778-8765-77C8F28D1C0A}" type="sibTrans" cxnId="{76D3A97A-CF9D-4DDA-AA42-361A04152E6C}">
      <dgm:prSet/>
      <dgm:spPr/>
      <dgm:t>
        <a:bodyPr/>
        <a:lstStyle/>
        <a:p>
          <a:endParaRPr lang="en-US"/>
        </a:p>
      </dgm:t>
    </dgm:pt>
    <dgm:pt modelId="{9725F604-A0F0-4BB0-ABE8-B7E213F4AF3F}">
      <dgm:prSet/>
      <dgm:spPr/>
      <dgm:t>
        <a:bodyPr/>
        <a:lstStyle/>
        <a:p>
          <a:r>
            <a:rPr lang="en-US"/>
            <a:t>Test across</a:t>
          </a:r>
        </a:p>
      </dgm:t>
    </dgm:pt>
    <dgm:pt modelId="{E3D4ABAF-DDAA-4E97-9DCC-D2803B804434}" type="parTrans" cxnId="{987D7659-DAAD-4DE7-95D8-D1B2DA8C3B9F}">
      <dgm:prSet/>
      <dgm:spPr/>
      <dgm:t>
        <a:bodyPr/>
        <a:lstStyle/>
        <a:p>
          <a:endParaRPr lang="en-US"/>
        </a:p>
      </dgm:t>
    </dgm:pt>
    <dgm:pt modelId="{0F3B8A37-0F88-435A-9CBC-AEF1952E5383}" type="sibTrans" cxnId="{987D7659-DAAD-4DE7-95D8-D1B2DA8C3B9F}">
      <dgm:prSet/>
      <dgm:spPr/>
      <dgm:t>
        <a:bodyPr/>
        <a:lstStyle/>
        <a:p>
          <a:endParaRPr lang="en-US"/>
        </a:p>
      </dgm:t>
    </dgm:pt>
    <dgm:pt modelId="{CCB932D4-30F4-4F45-A5C1-F35E1DE2DDF4}">
      <dgm:prSet/>
      <dgm:spPr/>
      <dgm:t>
        <a:bodyPr/>
        <a:lstStyle/>
        <a:p>
          <a:r>
            <a:rPr lang="en-US"/>
            <a:t>Test across multiple OS/browser combinations</a:t>
          </a:r>
        </a:p>
      </dgm:t>
    </dgm:pt>
    <dgm:pt modelId="{1E8AC94F-F535-4350-B978-D8E9FE390DAC}" type="parTrans" cxnId="{9115A7E5-C98F-4416-BBB8-CBFA15994C67}">
      <dgm:prSet/>
      <dgm:spPr/>
      <dgm:t>
        <a:bodyPr/>
        <a:lstStyle/>
        <a:p>
          <a:endParaRPr lang="en-US"/>
        </a:p>
      </dgm:t>
    </dgm:pt>
    <dgm:pt modelId="{65509D05-15D1-4515-83C2-11BB3EB31F80}" type="sibTrans" cxnId="{9115A7E5-C98F-4416-BBB8-CBFA15994C67}">
      <dgm:prSet/>
      <dgm:spPr/>
      <dgm:t>
        <a:bodyPr/>
        <a:lstStyle/>
        <a:p>
          <a:endParaRPr lang="en-US"/>
        </a:p>
      </dgm:t>
    </dgm:pt>
    <dgm:pt modelId="{6852A30B-6A82-45F7-9F5C-501017E8C62C}">
      <dgm:prSet/>
      <dgm:spPr/>
      <dgm:t>
        <a:bodyPr/>
        <a:lstStyle/>
        <a:p>
          <a:r>
            <a:rPr lang="en-US"/>
            <a:t>Improve</a:t>
          </a:r>
        </a:p>
      </dgm:t>
    </dgm:pt>
    <dgm:pt modelId="{9C147E89-C087-444B-A254-F32562F118DB}" type="parTrans" cxnId="{C60F0630-3D64-4490-9E4E-846B2AA44B06}">
      <dgm:prSet/>
      <dgm:spPr/>
      <dgm:t>
        <a:bodyPr/>
        <a:lstStyle/>
        <a:p>
          <a:endParaRPr lang="en-US"/>
        </a:p>
      </dgm:t>
    </dgm:pt>
    <dgm:pt modelId="{4677FF24-CC5F-4B55-BBAE-610DE725EF60}" type="sibTrans" cxnId="{C60F0630-3D64-4490-9E4E-846B2AA44B06}">
      <dgm:prSet/>
      <dgm:spPr/>
      <dgm:t>
        <a:bodyPr/>
        <a:lstStyle/>
        <a:p>
          <a:endParaRPr lang="en-US"/>
        </a:p>
      </dgm:t>
    </dgm:pt>
    <dgm:pt modelId="{8250F726-2897-4009-ABFA-CA4AEFAE37C4}">
      <dgm:prSet/>
      <dgm:spPr/>
      <dgm:t>
        <a:bodyPr/>
        <a:lstStyle/>
        <a:p>
          <a:r>
            <a:rPr lang="en-US"/>
            <a:t>Improve coverage for regression and compatibility testing</a:t>
          </a:r>
        </a:p>
      </dgm:t>
    </dgm:pt>
    <dgm:pt modelId="{14411EC9-9A01-42DC-8E3C-E4144125850F}" type="parTrans" cxnId="{30C961A8-6B64-4557-B9F8-4755C177E338}">
      <dgm:prSet/>
      <dgm:spPr/>
      <dgm:t>
        <a:bodyPr/>
        <a:lstStyle/>
        <a:p>
          <a:endParaRPr lang="en-US"/>
        </a:p>
      </dgm:t>
    </dgm:pt>
    <dgm:pt modelId="{E12E13E4-149D-4352-91A8-B9C2B326A0EB}" type="sibTrans" cxnId="{30C961A8-6B64-4557-B9F8-4755C177E338}">
      <dgm:prSet/>
      <dgm:spPr/>
      <dgm:t>
        <a:bodyPr/>
        <a:lstStyle/>
        <a:p>
          <a:endParaRPr lang="en-US"/>
        </a:p>
      </dgm:t>
    </dgm:pt>
    <dgm:pt modelId="{84C9A39A-A9B2-4A60-9B79-1B9E822CB1C6}">
      <dgm:prSet/>
      <dgm:spPr/>
      <dgm:t>
        <a:bodyPr/>
        <a:lstStyle/>
        <a:p>
          <a:r>
            <a:rPr lang="en-US"/>
            <a:t>Integrate</a:t>
          </a:r>
        </a:p>
      </dgm:t>
    </dgm:pt>
    <dgm:pt modelId="{41C2692A-521E-4F4A-B2F3-FED3B4B380A4}" type="parTrans" cxnId="{893F0B89-F8CC-4497-87FB-80B68398C809}">
      <dgm:prSet/>
      <dgm:spPr/>
      <dgm:t>
        <a:bodyPr/>
        <a:lstStyle/>
        <a:p>
          <a:endParaRPr lang="en-US"/>
        </a:p>
      </dgm:t>
    </dgm:pt>
    <dgm:pt modelId="{B32EB14F-CD6B-4335-9501-70C44EC09552}" type="sibTrans" cxnId="{893F0B89-F8CC-4497-87FB-80B68398C809}">
      <dgm:prSet/>
      <dgm:spPr/>
      <dgm:t>
        <a:bodyPr/>
        <a:lstStyle/>
        <a:p>
          <a:endParaRPr lang="en-US"/>
        </a:p>
      </dgm:t>
    </dgm:pt>
    <dgm:pt modelId="{B67B63AC-A031-48D6-97EE-028058793F39}">
      <dgm:prSet/>
      <dgm:spPr/>
      <dgm:t>
        <a:bodyPr/>
        <a:lstStyle/>
        <a:p>
          <a:r>
            <a:rPr lang="en-US"/>
            <a:t>Integrate easily with CI/CD pipelines</a:t>
          </a:r>
        </a:p>
      </dgm:t>
    </dgm:pt>
    <dgm:pt modelId="{CDB71EC3-87E4-42D4-88CC-3074A315592C}" type="parTrans" cxnId="{CD9FF4F0-93F8-4609-A22D-7380D66664E2}">
      <dgm:prSet/>
      <dgm:spPr/>
      <dgm:t>
        <a:bodyPr/>
        <a:lstStyle/>
        <a:p>
          <a:endParaRPr lang="en-US"/>
        </a:p>
      </dgm:t>
    </dgm:pt>
    <dgm:pt modelId="{8D970778-F7AF-4A2F-859F-ABA2C63B28B6}" type="sibTrans" cxnId="{CD9FF4F0-93F8-4609-A22D-7380D66664E2}">
      <dgm:prSet/>
      <dgm:spPr/>
      <dgm:t>
        <a:bodyPr/>
        <a:lstStyle/>
        <a:p>
          <a:endParaRPr lang="en-US"/>
        </a:p>
      </dgm:t>
    </dgm:pt>
    <dgm:pt modelId="{9AA2326C-EE42-4B37-8D6A-292FA60728C9}" type="pres">
      <dgm:prSet presAssocID="{56BBE82C-080F-47D6-B746-DF21A2A4B9F0}" presName="Name0" presStyleCnt="0">
        <dgm:presLayoutVars>
          <dgm:dir/>
          <dgm:animLvl val="lvl"/>
          <dgm:resizeHandles val="exact"/>
        </dgm:presLayoutVars>
      </dgm:prSet>
      <dgm:spPr/>
    </dgm:pt>
    <dgm:pt modelId="{A5D8B142-AF82-4879-8804-471F39DE4070}" type="pres">
      <dgm:prSet presAssocID="{705385C5-89DD-45E9-914D-4D891DA982BA}" presName="linNode" presStyleCnt="0"/>
      <dgm:spPr/>
    </dgm:pt>
    <dgm:pt modelId="{3B9F02DE-8EA0-4F66-B03C-E8E152695220}" type="pres">
      <dgm:prSet presAssocID="{705385C5-89DD-45E9-914D-4D891DA982BA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C32DE79E-CDA9-4B07-9EB3-CD315C92B450}" type="pres">
      <dgm:prSet presAssocID="{705385C5-89DD-45E9-914D-4D891DA982BA}" presName="descendantText" presStyleLbl="alignNode1" presStyleIdx="0" presStyleCnt="4">
        <dgm:presLayoutVars>
          <dgm:bulletEnabled/>
        </dgm:presLayoutVars>
      </dgm:prSet>
      <dgm:spPr/>
    </dgm:pt>
    <dgm:pt modelId="{AB1FB563-0DE0-46A5-921F-76A8AC0CCB48}" type="pres">
      <dgm:prSet presAssocID="{882D7D3E-21A0-4770-A657-6661457B5B89}" presName="sp" presStyleCnt="0"/>
      <dgm:spPr/>
    </dgm:pt>
    <dgm:pt modelId="{6818EF0C-B6D8-4F23-8712-EA4EA6422227}" type="pres">
      <dgm:prSet presAssocID="{9725F604-A0F0-4BB0-ABE8-B7E213F4AF3F}" presName="linNode" presStyleCnt="0"/>
      <dgm:spPr/>
    </dgm:pt>
    <dgm:pt modelId="{0B26E24C-4CBC-4B4E-B612-77467D1E26DB}" type="pres">
      <dgm:prSet presAssocID="{9725F604-A0F0-4BB0-ABE8-B7E213F4AF3F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F9C46BBF-8372-408E-84FB-43AA6A0D9B89}" type="pres">
      <dgm:prSet presAssocID="{9725F604-A0F0-4BB0-ABE8-B7E213F4AF3F}" presName="descendantText" presStyleLbl="alignNode1" presStyleIdx="1" presStyleCnt="4">
        <dgm:presLayoutVars>
          <dgm:bulletEnabled/>
        </dgm:presLayoutVars>
      </dgm:prSet>
      <dgm:spPr/>
    </dgm:pt>
    <dgm:pt modelId="{CD83B1F8-A2FD-4828-83A7-83AC15F4AB49}" type="pres">
      <dgm:prSet presAssocID="{0F3B8A37-0F88-435A-9CBC-AEF1952E5383}" presName="sp" presStyleCnt="0"/>
      <dgm:spPr/>
    </dgm:pt>
    <dgm:pt modelId="{0AC4F49B-2BC5-4C86-B930-FDBC7067F5D2}" type="pres">
      <dgm:prSet presAssocID="{6852A30B-6A82-45F7-9F5C-501017E8C62C}" presName="linNode" presStyleCnt="0"/>
      <dgm:spPr/>
    </dgm:pt>
    <dgm:pt modelId="{FF0D2785-02ED-4F93-8F52-9C030E05D093}" type="pres">
      <dgm:prSet presAssocID="{6852A30B-6A82-45F7-9F5C-501017E8C62C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150C0551-5CE7-4345-93E5-0544E64977E2}" type="pres">
      <dgm:prSet presAssocID="{6852A30B-6A82-45F7-9F5C-501017E8C62C}" presName="descendantText" presStyleLbl="alignNode1" presStyleIdx="2" presStyleCnt="4">
        <dgm:presLayoutVars>
          <dgm:bulletEnabled/>
        </dgm:presLayoutVars>
      </dgm:prSet>
      <dgm:spPr/>
    </dgm:pt>
    <dgm:pt modelId="{5CB11063-FB97-43A6-A643-B1424B1359B5}" type="pres">
      <dgm:prSet presAssocID="{4677FF24-CC5F-4B55-BBAE-610DE725EF60}" presName="sp" presStyleCnt="0"/>
      <dgm:spPr/>
    </dgm:pt>
    <dgm:pt modelId="{11C28490-E85C-40D2-B009-4F71C8BB28AD}" type="pres">
      <dgm:prSet presAssocID="{84C9A39A-A9B2-4A60-9B79-1B9E822CB1C6}" presName="linNode" presStyleCnt="0"/>
      <dgm:spPr/>
    </dgm:pt>
    <dgm:pt modelId="{E712382E-67C7-4C64-A592-36938738A688}" type="pres">
      <dgm:prSet presAssocID="{84C9A39A-A9B2-4A60-9B79-1B9E822CB1C6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28973527-3A54-460A-B530-AE467388E931}" type="pres">
      <dgm:prSet presAssocID="{84C9A39A-A9B2-4A60-9B79-1B9E822CB1C6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D09D8508-7E49-4691-AE6E-CA4600B634E6}" type="presOf" srcId="{B67B63AC-A031-48D6-97EE-028058793F39}" destId="{28973527-3A54-460A-B530-AE467388E931}" srcOrd="0" destOrd="0" presId="urn:microsoft.com/office/officeart/2016/7/layout/VerticalHollowActionList"/>
    <dgm:cxn modelId="{2EF3350F-B7DF-49A0-A540-E5F451D08241}" type="presOf" srcId="{66BD70C9-6B3C-4FA6-A9A7-7D293563A769}" destId="{C32DE79E-CDA9-4B07-9EB3-CD315C92B450}" srcOrd="0" destOrd="0" presId="urn:microsoft.com/office/officeart/2016/7/layout/VerticalHollowActionList"/>
    <dgm:cxn modelId="{63DB9D1F-BBF6-4226-96EE-9F00BA5DD51D}" type="presOf" srcId="{56BBE82C-080F-47D6-B746-DF21A2A4B9F0}" destId="{9AA2326C-EE42-4B37-8D6A-292FA60728C9}" srcOrd="0" destOrd="0" presId="urn:microsoft.com/office/officeart/2016/7/layout/VerticalHollowActionList"/>
    <dgm:cxn modelId="{0F043725-1F8C-4218-80FC-36EB0D6672B9}" srcId="{56BBE82C-080F-47D6-B746-DF21A2A4B9F0}" destId="{705385C5-89DD-45E9-914D-4D891DA982BA}" srcOrd="0" destOrd="0" parTransId="{610EF83C-E4CA-4326-A65A-9481F261E316}" sibTransId="{882D7D3E-21A0-4770-A657-6661457B5B89}"/>
    <dgm:cxn modelId="{C60F0630-3D64-4490-9E4E-846B2AA44B06}" srcId="{56BBE82C-080F-47D6-B746-DF21A2A4B9F0}" destId="{6852A30B-6A82-45F7-9F5C-501017E8C62C}" srcOrd="2" destOrd="0" parTransId="{9C147E89-C087-444B-A254-F32562F118DB}" sibTransId="{4677FF24-CC5F-4B55-BBAE-610DE725EF60}"/>
    <dgm:cxn modelId="{E228133B-4E5B-4F21-9239-D80567F710A8}" type="presOf" srcId="{8250F726-2897-4009-ABFA-CA4AEFAE37C4}" destId="{150C0551-5CE7-4345-93E5-0544E64977E2}" srcOrd="0" destOrd="0" presId="urn:microsoft.com/office/officeart/2016/7/layout/VerticalHollowActionList"/>
    <dgm:cxn modelId="{DBBE0C3F-C1BD-4AA1-88F0-FDB2B49786D4}" type="presOf" srcId="{9725F604-A0F0-4BB0-ABE8-B7E213F4AF3F}" destId="{0B26E24C-4CBC-4B4E-B612-77467D1E26DB}" srcOrd="0" destOrd="0" presId="urn:microsoft.com/office/officeart/2016/7/layout/VerticalHollowActionList"/>
    <dgm:cxn modelId="{3ABA3946-4FE3-4F81-8868-40CE41AA7D8E}" type="presOf" srcId="{84C9A39A-A9B2-4A60-9B79-1B9E822CB1C6}" destId="{E712382E-67C7-4C64-A592-36938738A688}" srcOrd="0" destOrd="0" presId="urn:microsoft.com/office/officeart/2016/7/layout/VerticalHollowActionList"/>
    <dgm:cxn modelId="{B9C5524B-F127-46A9-8D1C-C474920FBE4C}" type="presOf" srcId="{CCB932D4-30F4-4F45-A5C1-F35E1DE2DDF4}" destId="{F9C46BBF-8372-408E-84FB-43AA6A0D9B89}" srcOrd="0" destOrd="0" presId="urn:microsoft.com/office/officeart/2016/7/layout/VerticalHollowActionList"/>
    <dgm:cxn modelId="{987D7659-DAAD-4DE7-95D8-D1B2DA8C3B9F}" srcId="{56BBE82C-080F-47D6-B746-DF21A2A4B9F0}" destId="{9725F604-A0F0-4BB0-ABE8-B7E213F4AF3F}" srcOrd="1" destOrd="0" parTransId="{E3D4ABAF-DDAA-4E97-9DCC-D2803B804434}" sibTransId="{0F3B8A37-0F88-435A-9CBC-AEF1952E5383}"/>
    <dgm:cxn modelId="{76D3A97A-CF9D-4DDA-AA42-361A04152E6C}" srcId="{705385C5-89DD-45E9-914D-4D891DA982BA}" destId="{66BD70C9-6B3C-4FA6-A9A7-7D293563A769}" srcOrd="0" destOrd="0" parTransId="{F4C69A1B-4D32-434A-9A37-46A686BF8596}" sibTransId="{A96E64C2-9C42-4778-8765-77C8F28D1C0A}"/>
    <dgm:cxn modelId="{893F0B89-F8CC-4497-87FB-80B68398C809}" srcId="{56BBE82C-080F-47D6-B746-DF21A2A4B9F0}" destId="{84C9A39A-A9B2-4A60-9B79-1B9E822CB1C6}" srcOrd="3" destOrd="0" parTransId="{41C2692A-521E-4F4A-B2F3-FED3B4B380A4}" sibTransId="{B32EB14F-CD6B-4335-9501-70C44EC09552}"/>
    <dgm:cxn modelId="{643D03A8-CC17-4314-92E5-18E439AF16CD}" type="presOf" srcId="{6852A30B-6A82-45F7-9F5C-501017E8C62C}" destId="{FF0D2785-02ED-4F93-8F52-9C030E05D093}" srcOrd="0" destOrd="0" presId="urn:microsoft.com/office/officeart/2016/7/layout/VerticalHollowActionList"/>
    <dgm:cxn modelId="{30C961A8-6B64-4557-B9F8-4755C177E338}" srcId="{6852A30B-6A82-45F7-9F5C-501017E8C62C}" destId="{8250F726-2897-4009-ABFA-CA4AEFAE37C4}" srcOrd="0" destOrd="0" parTransId="{14411EC9-9A01-42DC-8E3C-E4144125850F}" sibTransId="{E12E13E4-149D-4352-91A8-B9C2B326A0EB}"/>
    <dgm:cxn modelId="{3ADADBC6-D47D-4148-8711-057C932AB2F6}" type="presOf" srcId="{705385C5-89DD-45E9-914D-4D891DA982BA}" destId="{3B9F02DE-8EA0-4F66-B03C-E8E152695220}" srcOrd="0" destOrd="0" presId="urn:microsoft.com/office/officeart/2016/7/layout/VerticalHollowActionList"/>
    <dgm:cxn modelId="{9115A7E5-C98F-4416-BBB8-CBFA15994C67}" srcId="{9725F604-A0F0-4BB0-ABE8-B7E213F4AF3F}" destId="{CCB932D4-30F4-4F45-A5C1-F35E1DE2DDF4}" srcOrd="0" destOrd="0" parTransId="{1E8AC94F-F535-4350-B978-D8E9FE390DAC}" sibTransId="{65509D05-15D1-4515-83C2-11BB3EB31F80}"/>
    <dgm:cxn modelId="{CD9FF4F0-93F8-4609-A22D-7380D66664E2}" srcId="{84C9A39A-A9B2-4A60-9B79-1B9E822CB1C6}" destId="{B67B63AC-A031-48D6-97EE-028058793F39}" srcOrd="0" destOrd="0" parTransId="{CDB71EC3-87E4-42D4-88CC-3074A315592C}" sibTransId="{8D970778-F7AF-4A2F-859F-ABA2C63B28B6}"/>
    <dgm:cxn modelId="{45490F57-0516-4380-8F8D-81EBEEFD9529}" type="presParOf" srcId="{9AA2326C-EE42-4B37-8D6A-292FA60728C9}" destId="{A5D8B142-AF82-4879-8804-471F39DE4070}" srcOrd="0" destOrd="0" presId="urn:microsoft.com/office/officeart/2016/7/layout/VerticalHollowActionList"/>
    <dgm:cxn modelId="{A1FF34EE-6378-46B5-8C62-791E0862990C}" type="presParOf" srcId="{A5D8B142-AF82-4879-8804-471F39DE4070}" destId="{3B9F02DE-8EA0-4F66-B03C-E8E152695220}" srcOrd="0" destOrd="0" presId="urn:microsoft.com/office/officeart/2016/7/layout/VerticalHollowActionList"/>
    <dgm:cxn modelId="{40D5E4F6-E377-477E-82A9-96B4386442EC}" type="presParOf" srcId="{A5D8B142-AF82-4879-8804-471F39DE4070}" destId="{C32DE79E-CDA9-4B07-9EB3-CD315C92B450}" srcOrd="1" destOrd="0" presId="urn:microsoft.com/office/officeart/2016/7/layout/VerticalHollowActionList"/>
    <dgm:cxn modelId="{50AB11BD-1E60-4444-A9FF-1F9132C9CF33}" type="presParOf" srcId="{9AA2326C-EE42-4B37-8D6A-292FA60728C9}" destId="{AB1FB563-0DE0-46A5-921F-76A8AC0CCB48}" srcOrd="1" destOrd="0" presId="urn:microsoft.com/office/officeart/2016/7/layout/VerticalHollowActionList"/>
    <dgm:cxn modelId="{3F586576-2C8F-4F35-90F0-FD724E117696}" type="presParOf" srcId="{9AA2326C-EE42-4B37-8D6A-292FA60728C9}" destId="{6818EF0C-B6D8-4F23-8712-EA4EA6422227}" srcOrd="2" destOrd="0" presId="urn:microsoft.com/office/officeart/2016/7/layout/VerticalHollowActionList"/>
    <dgm:cxn modelId="{6DF66DF1-091F-4BD1-B385-35BBF78A9C2A}" type="presParOf" srcId="{6818EF0C-B6D8-4F23-8712-EA4EA6422227}" destId="{0B26E24C-4CBC-4B4E-B612-77467D1E26DB}" srcOrd="0" destOrd="0" presId="urn:microsoft.com/office/officeart/2016/7/layout/VerticalHollowActionList"/>
    <dgm:cxn modelId="{919F0346-F541-43E4-9341-E3006EE6A4B0}" type="presParOf" srcId="{6818EF0C-B6D8-4F23-8712-EA4EA6422227}" destId="{F9C46BBF-8372-408E-84FB-43AA6A0D9B89}" srcOrd="1" destOrd="0" presId="urn:microsoft.com/office/officeart/2016/7/layout/VerticalHollowActionList"/>
    <dgm:cxn modelId="{C45D91DF-7206-4CFF-B69F-F270516E6669}" type="presParOf" srcId="{9AA2326C-EE42-4B37-8D6A-292FA60728C9}" destId="{CD83B1F8-A2FD-4828-83A7-83AC15F4AB49}" srcOrd="3" destOrd="0" presId="urn:microsoft.com/office/officeart/2016/7/layout/VerticalHollowActionList"/>
    <dgm:cxn modelId="{35658DFA-DDAB-4B43-AC77-B02B10198A2B}" type="presParOf" srcId="{9AA2326C-EE42-4B37-8D6A-292FA60728C9}" destId="{0AC4F49B-2BC5-4C86-B930-FDBC7067F5D2}" srcOrd="4" destOrd="0" presId="urn:microsoft.com/office/officeart/2016/7/layout/VerticalHollowActionList"/>
    <dgm:cxn modelId="{62CCA824-6B44-4DA5-8AEC-682245B8366B}" type="presParOf" srcId="{0AC4F49B-2BC5-4C86-B930-FDBC7067F5D2}" destId="{FF0D2785-02ED-4F93-8F52-9C030E05D093}" srcOrd="0" destOrd="0" presId="urn:microsoft.com/office/officeart/2016/7/layout/VerticalHollowActionList"/>
    <dgm:cxn modelId="{3999596B-80E5-4CA7-A003-B54A268710FE}" type="presParOf" srcId="{0AC4F49B-2BC5-4C86-B930-FDBC7067F5D2}" destId="{150C0551-5CE7-4345-93E5-0544E64977E2}" srcOrd="1" destOrd="0" presId="urn:microsoft.com/office/officeart/2016/7/layout/VerticalHollowActionList"/>
    <dgm:cxn modelId="{669FC90F-591E-4883-824C-81E135342910}" type="presParOf" srcId="{9AA2326C-EE42-4B37-8D6A-292FA60728C9}" destId="{5CB11063-FB97-43A6-A643-B1424B1359B5}" srcOrd="5" destOrd="0" presId="urn:microsoft.com/office/officeart/2016/7/layout/VerticalHollowActionList"/>
    <dgm:cxn modelId="{15DA6ADA-AD47-49BE-90AB-9B428AF52674}" type="presParOf" srcId="{9AA2326C-EE42-4B37-8D6A-292FA60728C9}" destId="{11C28490-E85C-40D2-B009-4F71C8BB28AD}" srcOrd="6" destOrd="0" presId="urn:microsoft.com/office/officeart/2016/7/layout/VerticalHollowActionList"/>
    <dgm:cxn modelId="{CAF9E3FE-A960-4AA4-ABB5-5B64564D65D8}" type="presParOf" srcId="{11C28490-E85C-40D2-B009-4F71C8BB28AD}" destId="{E712382E-67C7-4C64-A592-36938738A688}" srcOrd="0" destOrd="0" presId="urn:microsoft.com/office/officeart/2016/7/layout/VerticalHollowActionList"/>
    <dgm:cxn modelId="{C9830B1B-F8A8-4EAB-802D-3D99B5409545}" type="presParOf" srcId="{11C28490-E85C-40D2-B009-4F71C8BB28AD}" destId="{28973527-3A54-460A-B530-AE467388E931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85889-111C-45D4-B956-146653E6F517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B546D-86D9-48A6-AA7E-1AAB59B4B5BF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tool that allows you to run Selenium tests in parallel across multiple machines and browsers</a:t>
          </a:r>
          <a:endParaRPr lang="en-US" sz="3900" kern="1200" dirty="0"/>
        </a:p>
      </dsp:txBody>
      <dsp:txXfrm>
        <a:off x="0" y="2124"/>
        <a:ext cx="10515600" cy="1449029"/>
      </dsp:txXfrm>
    </dsp:sp>
    <dsp:sp modelId="{695A7F5E-6063-4087-8C92-22D78AF2518F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81905-4F20-4BA6-9A2E-98E5925B41B4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uses a hub-and-node architecture to distribute test execution</a:t>
          </a:r>
          <a:endParaRPr lang="en-US" sz="3900" kern="1200"/>
        </a:p>
      </dsp:txBody>
      <dsp:txXfrm>
        <a:off x="0" y="1451154"/>
        <a:ext cx="10515600" cy="1449029"/>
      </dsp:txXfrm>
    </dsp:sp>
    <dsp:sp modelId="{F83A8A4E-74B9-4DB2-9366-8C49C249882A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69D11C-95E9-4A1B-8393-474C589B6347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/>
            <a:t>Ideal for cross-browser and cross-platform testing</a:t>
          </a:r>
          <a:endParaRPr lang="en-US" sz="3900" kern="1200"/>
        </a:p>
      </dsp:txBody>
      <dsp:txXfrm>
        <a:off x="0" y="2900183"/>
        <a:ext cx="10515600" cy="1449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DE79E-CDA9-4B07-9EB3-CD315C92B450}">
      <dsp:nvSpPr>
        <dsp:cNvPr id="0" name=""/>
        <dsp:cNvSpPr/>
      </dsp:nvSpPr>
      <dsp:spPr>
        <a:xfrm>
          <a:off x="2103120" y="2007"/>
          <a:ext cx="8412480" cy="10400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Run tests in parallel to reduce execution time</a:t>
          </a:r>
        </a:p>
      </dsp:txBody>
      <dsp:txXfrm>
        <a:off x="2103120" y="2007"/>
        <a:ext cx="8412480" cy="1040029"/>
      </dsp:txXfrm>
    </dsp:sp>
    <dsp:sp modelId="{3B9F02DE-8EA0-4F66-B03C-E8E152695220}">
      <dsp:nvSpPr>
        <dsp:cNvPr id="0" name=""/>
        <dsp:cNvSpPr/>
      </dsp:nvSpPr>
      <dsp:spPr>
        <a:xfrm>
          <a:off x="0" y="2007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Run</a:t>
          </a:r>
        </a:p>
      </dsp:txBody>
      <dsp:txXfrm>
        <a:off x="0" y="2007"/>
        <a:ext cx="2103120" cy="1040029"/>
      </dsp:txXfrm>
    </dsp:sp>
    <dsp:sp modelId="{F9C46BBF-8372-408E-84FB-43AA6A0D9B89}">
      <dsp:nvSpPr>
        <dsp:cNvPr id="0" name=""/>
        <dsp:cNvSpPr/>
      </dsp:nvSpPr>
      <dsp:spPr>
        <a:xfrm>
          <a:off x="2103120" y="1104438"/>
          <a:ext cx="8412480" cy="1040029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Test across multiple OS/browser combinations</a:t>
          </a:r>
        </a:p>
      </dsp:txBody>
      <dsp:txXfrm>
        <a:off x="2103120" y="1104438"/>
        <a:ext cx="8412480" cy="1040029"/>
      </dsp:txXfrm>
    </dsp:sp>
    <dsp:sp modelId="{0B26E24C-4CBC-4B4E-B612-77467D1E26DB}">
      <dsp:nvSpPr>
        <dsp:cNvPr id="0" name=""/>
        <dsp:cNvSpPr/>
      </dsp:nvSpPr>
      <dsp:spPr>
        <a:xfrm>
          <a:off x="0" y="1104438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Test across</a:t>
          </a:r>
        </a:p>
      </dsp:txBody>
      <dsp:txXfrm>
        <a:off x="0" y="1104438"/>
        <a:ext cx="2103120" cy="1040029"/>
      </dsp:txXfrm>
    </dsp:sp>
    <dsp:sp modelId="{150C0551-5CE7-4345-93E5-0544E64977E2}">
      <dsp:nvSpPr>
        <dsp:cNvPr id="0" name=""/>
        <dsp:cNvSpPr/>
      </dsp:nvSpPr>
      <dsp:spPr>
        <a:xfrm>
          <a:off x="2103120" y="2206869"/>
          <a:ext cx="8412480" cy="1040029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Improve coverage for regression and compatibility testing</a:t>
          </a:r>
        </a:p>
      </dsp:txBody>
      <dsp:txXfrm>
        <a:off x="2103120" y="2206869"/>
        <a:ext cx="8412480" cy="1040029"/>
      </dsp:txXfrm>
    </dsp:sp>
    <dsp:sp modelId="{FF0D2785-02ED-4F93-8F52-9C030E05D093}">
      <dsp:nvSpPr>
        <dsp:cNvPr id="0" name=""/>
        <dsp:cNvSpPr/>
      </dsp:nvSpPr>
      <dsp:spPr>
        <a:xfrm>
          <a:off x="0" y="2206869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Improve</a:t>
          </a:r>
        </a:p>
      </dsp:txBody>
      <dsp:txXfrm>
        <a:off x="0" y="2206869"/>
        <a:ext cx="2103120" cy="1040029"/>
      </dsp:txXfrm>
    </dsp:sp>
    <dsp:sp modelId="{28973527-3A54-460A-B530-AE467388E931}">
      <dsp:nvSpPr>
        <dsp:cNvPr id="0" name=""/>
        <dsp:cNvSpPr/>
      </dsp:nvSpPr>
      <dsp:spPr>
        <a:xfrm>
          <a:off x="2103120" y="3309300"/>
          <a:ext cx="8412480" cy="104002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Integrate easily with CI/CD pipelines</a:t>
          </a:r>
        </a:p>
      </dsp:txBody>
      <dsp:txXfrm>
        <a:off x="2103120" y="3309300"/>
        <a:ext cx="8412480" cy="1040029"/>
      </dsp:txXfrm>
    </dsp:sp>
    <dsp:sp modelId="{E712382E-67C7-4C64-A592-36938738A688}">
      <dsp:nvSpPr>
        <dsp:cNvPr id="0" name=""/>
        <dsp:cNvSpPr/>
      </dsp:nvSpPr>
      <dsp:spPr>
        <a:xfrm>
          <a:off x="0" y="3309300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Integrate</a:t>
          </a:r>
        </a:p>
      </dsp:txBody>
      <dsp:txXfrm>
        <a:off x="0" y="3309300"/>
        <a:ext cx="2103120" cy="1040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4D79-49AC-DCE7-D7BD-773BA9D9B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6B91E-13C9-E9C7-CFBA-6E131397B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E55A-F290-D93F-9E3B-A9D60F4C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23243-CDBA-2A93-4604-F790166D8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3866-8DE7-40BE-8E6F-E5AB3CED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03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D14B-25AE-4FAB-B254-38B59C0A6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5FC6-9B33-0B78-A322-BEF92DC25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58DFA-AA8E-FA5A-0F92-92D4D9FC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B7CC1-37ED-79EF-315B-62BA35D8D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EFB0B-4F57-8266-F371-9490D000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61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87BB-7618-50D4-B023-7154BFB7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DD364-72D3-7EC9-B010-C5BC4DB9C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A0063-EDF1-6B7A-1714-257F1FA9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CB7EB-248D-C933-07B6-DEF01B05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CE116-031B-C0CC-DEB2-043AE500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76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4678-40A1-574C-8CB5-EC12F865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04059-D161-756C-B6C4-965294AA6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7C27E-BDBD-E37A-AE4C-E09713E1E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2B257-1809-11B6-2E83-5C9EF83E3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FF5B2-C376-AE89-AF34-ED415753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C328E-2D2A-ED89-EA9E-C73AD539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74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95BA-708F-300F-62A0-76923E6E1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8B8F-DA36-4FDB-6D84-37E45796E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CAF0F-644A-F441-AA98-400B6EEF8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F882C5-B168-AC32-6294-E9C33A90D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09FA2-C822-20E9-9340-6E31F5175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F982C-09D5-083E-6116-3F1959EC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86444-05B0-796B-E156-A1C7BDE7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65DCD-625F-ED36-4C48-A6B31321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33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1C201-3272-9CC1-3E14-D68D086DE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679C0-E8A4-AC9C-5367-58B3B688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60AC1-2306-045E-35F5-7E17AF214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2C817-E100-7B24-D9F6-8BE1DDEB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798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127F7-1C8F-294B-40A0-FE137B64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622E3-1B20-809A-32D4-F2FD9D635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C591B-A8D7-E14C-37F6-6045DF92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73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15031-7575-3EA0-F9D6-6EA1B001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2D8B8-D47D-CCA1-19D1-165EE2F8D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7DAEB-B590-1AFA-7748-87BA8432B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7CBBF-EB39-5ED6-A83E-45685CF37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21593-D0ED-DCA5-F278-3A6F7A18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0B7BD-6EDB-8669-46EB-AAFCBF7F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46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43CD-244E-4F2C-74C9-1BDA3F9C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D235E-B1FE-05DE-1F4A-35C520C0D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D9057-B3DE-DDED-7B2F-0A6FB0863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0E803-F789-B593-FCC3-2200826A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EB353-FD5B-B58E-1132-C934FF8B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A0D18-796E-496D-3338-58AC129D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62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4C42-2410-CC7B-8797-0669F587C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6245E-A23B-D222-6551-75ACA3FDD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16F79-1C58-1729-4E2A-947ABCB1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6117B-9A3F-9A69-F939-0463B56C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DD972-C437-7582-D75E-A70D096B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811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119D5-08B2-66D9-1471-A46DA77F6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0E202-214D-483F-CEEB-04108F53D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A42FC-1AC4-9F70-E76E-3FCABF10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8FFBF-2527-06D2-54D2-365F914C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BD63A-AB81-3C57-6AA8-C7AEF927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51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0045D-692E-F0AF-50C3-01FCFBAC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D8476-A240-4E74-1E16-D18D18E5D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5099E-E4E4-4EEC-71FD-34D89FE98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578F0-9DB1-42EC-BF15-CF27A7105F6B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31C99-64A4-B5EA-8F97-C3ED1F282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E7228-227F-637E-F8E1-1DBEE022A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8C843-D7A3-4F06-AE8E-F0EBD1A6B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80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36B245-3D60-01CD-7EF5-84F1C1C91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78" y="643467"/>
            <a:ext cx="10511443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5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92424D-BB5A-BBBA-F6CA-511997DE5A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27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53DC2-AD2F-6342-7627-BC4DB006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Selenium Grid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296771-AF2D-A445-DEB1-232A8E2FF8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8875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055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303DB-1832-BB6D-D044-D3EC72F06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/>
              <a:t>Selenium Grid Architecture</a:t>
            </a:r>
            <a:endParaRPr lang="en-IN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29B44-146B-322C-E38D-5E4D598FB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2400" dirty="0"/>
              <a:t>Hub communicates with nodes via RemoteWebDriver</a:t>
            </a:r>
          </a:p>
          <a:p>
            <a:r>
              <a:rPr lang="en-GB" sz="2400" dirty="0"/>
              <a:t>Nodes register themselves with the hub using a configuration file or command-line flags.</a:t>
            </a:r>
            <a:endParaRPr lang="en-IN" sz="2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0FD931-3299-F9DB-54B8-3C46114C6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163870"/>
              </p:ext>
            </p:extLst>
          </p:nvPr>
        </p:nvGraphicFramePr>
        <p:xfrm>
          <a:off x="5911532" y="2728091"/>
          <a:ext cx="5150278" cy="3226574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902672">
                  <a:extLst>
                    <a:ext uri="{9D8B030D-6E8A-4147-A177-3AD203B41FA5}">
                      <a16:colId xmlns:a16="http://schemas.microsoft.com/office/drawing/2014/main" val="2185286483"/>
                    </a:ext>
                  </a:extLst>
                </a:gridCol>
                <a:gridCol w="3247606">
                  <a:extLst>
                    <a:ext uri="{9D8B030D-6E8A-4147-A177-3AD203B41FA5}">
                      <a16:colId xmlns:a16="http://schemas.microsoft.com/office/drawing/2014/main" val="604353713"/>
                    </a:ext>
                  </a:extLst>
                </a:gridCol>
              </a:tblGrid>
              <a:tr h="72039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Component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7856" marR="10569" marT="152197" marB="15219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Role</a:t>
                      </a:r>
                      <a:endParaRPr lang="en-IN" sz="23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7856" marR="10569" marT="152197" marB="15219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682074"/>
                  </a:ext>
                </a:extLst>
              </a:tr>
              <a:tr h="10755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Hub</a:t>
                      </a:r>
                      <a:endParaRPr lang="en-IN" sz="23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7856" marR="10569" marT="152197" marB="15219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Central controller that receives test requests</a:t>
                      </a:r>
                      <a:endParaRPr lang="en-GB" sz="2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7856" marR="10569" marT="152197" marB="15219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477632"/>
                  </a:ext>
                </a:extLst>
              </a:tr>
              <a:tr h="143065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Node</a:t>
                      </a:r>
                      <a:endParaRPr lang="en-IN" sz="23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7856" marR="10569" marT="152197" marB="15219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Remote machine that executes tests on a specific browser/OS</a:t>
                      </a:r>
                      <a:endParaRPr lang="en-GB" sz="23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7856" marR="10569" marT="152197" marB="15219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8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78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7B4993-2F81-48D6-E3A1-56A408AA4E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27F91-91F5-5D3F-F835-901D7E1F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Why Use Selenium Grid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EAB99D-2823-E0EB-5BE6-AED90C8D3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4005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6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C5DFD-5D61-9B42-0247-FF3ACF5D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/>
              <a:t>Example Use Case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6FD85E-35A1-A35D-29D5-A086ABFED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b="1"/>
              <a:t>Scenario:</a:t>
            </a:r>
            <a:r>
              <a:rPr lang="en-GB" sz="2400"/>
              <a:t> You want to run the same test on Chrome (Windows), Firefox (Linux), and Safari (macOS).</a:t>
            </a:r>
          </a:p>
          <a:p>
            <a:pPr marL="0" indent="0">
              <a:buNone/>
            </a:pPr>
            <a:r>
              <a:rPr lang="en-GB" sz="2400" b="1"/>
              <a:t>Solution:</a:t>
            </a:r>
            <a:endParaRPr lang="en-GB" sz="2400"/>
          </a:p>
          <a:p>
            <a:r>
              <a:rPr lang="en-GB" sz="2400"/>
              <a:t>Set up one hub</a:t>
            </a:r>
          </a:p>
          <a:p>
            <a:r>
              <a:rPr lang="en-GB" sz="2400"/>
              <a:t>Register three nodes with different browser/OS configurations</a:t>
            </a:r>
          </a:p>
          <a:p>
            <a:r>
              <a:rPr lang="en-GB" sz="2400"/>
              <a:t>Use RemoteWebDriver to send tests to the hub</a:t>
            </a:r>
          </a:p>
          <a:p>
            <a:pPr marL="0" indent="0">
              <a:buNone/>
            </a:pP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941615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28D4-6C3B-0E0B-97E4-3C8EC0AE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2" y="0"/>
            <a:ext cx="10515600" cy="1325563"/>
          </a:xfrm>
        </p:spPr>
        <p:txBody>
          <a:bodyPr/>
          <a:lstStyle/>
          <a:p>
            <a:r>
              <a:rPr lang="en-GB" dirty="0"/>
              <a:t>How to setup Selenium Grid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1CF9B-2018-5984-CBF4-466EFDE8B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45028"/>
            <a:ext cx="12039600" cy="581297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Download Selenium Server JAR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java -jar selenium-server-4.x.x.jar hub</a:t>
            </a:r>
          </a:p>
          <a:p>
            <a:endParaRPr lang="en-IN" dirty="0"/>
          </a:p>
          <a:p>
            <a:r>
              <a:rPr lang="en-IN" dirty="0"/>
              <a:t>Start Nodes</a:t>
            </a:r>
          </a:p>
          <a:p>
            <a:pPr marL="0" indent="0">
              <a:buNone/>
            </a:pPr>
            <a:r>
              <a:rPr lang="en-IN" i="1" dirty="0">
                <a:highlight>
                  <a:srgbClr val="FFFF00"/>
                </a:highlight>
              </a:rPr>
              <a:t>java -jar selenium-server-4.x.x.jar node --hub http://localhost:4444</a:t>
            </a:r>
          </a:p>
          <a:p>
            <a:endParaRPr lang="en-IN" i="1" dirty="0"/>
          </a:p>
          <a:p>
            <a:r>
              <a:rPr lang="en-IN" dirty="0"/>
              <a:t>Configure Node Capabilities (Optional)</a:t>
            </a:r>
          </a:p>
          <a:p>
            <a:pPr marL="0" indent="0">
              <a:buNone/>
            </a:pPr>
            <a:r>
              <a:rPr lang="en-GB" dirty="0"/>
              <a:t>Use JSON config or command-line flags to specify browser, platform, max sessions</a:t>
            </a:r>
            <a:endParaRPr lang="en-IN" dirty="0"/>
          </a:p>
          <a:p>
            <a:r>
              <a:rPr lang="en-IN" dirty="0"/>
              <a:t>Write Test Using RemoteWebDriver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WebDriver driver = new RemoteWebDriver(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new URL("http://localhost:4444/</a:t>
            </a:r>
            <a:r>
              <a:rPr lang="en-GB" i="1" dirty="0" err="1">
                <a:highlight>
                  <a:srgbClr val="FFFF00"/>
                </a:highlight>
              </a:rPr>
              <a:t>wd</a:t>
            </a:r>
            <a:r>
              <a:rPr lang="en-GB" i="1" dirty="0">
                <a:highlight>
                  <a:srgbClr val="FFFF00"/>
                </a:highlight>
              </a:rPr>
              <a:t>/hub"),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  new ChromeOptions()</a:t>
            </a:r>
          </a:p>
          <a:p>
            <a:pPr marL="0" indent="0">
              <a:buNone/>
            </a:pPr>
            <a:r>
              <a:rPr lang="en-GB" i="1" dirty="0">
                <a:highlight>
                  <a:srgbClr val="FFFF00"/>
                </a:highlight>
              </a:rPr>
              <a:t>);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5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251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Calibri</vt:lpstr>
      <vt:lpstr>Office Theme</vt:lpstr>
      <vt:lpstr>PowerPoint Presentation</vt:lpstr>
      <vt:lpstr>Selenium Grid</vt:lpstr>
      <vt:lpstr>Selenium Grid Architecture</vt:lpstr>
      <vt:lpstr>Why Use Selenium Grid</vt:lpstr>
      <vt:lpstr>Example Use Case</vt:lpstr>
      <vt:lpstr>How to setup Selenium Grid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Kalyanakumar, Arun (Cognizant)</dc:creator>
  <cp:lastModifiedBy>Kalyanakumar, Arun (Cognizant)</cp:lastModifiedBy>
  <cp:revision>19</cp:revision>
  <dcterms:created xsi:type="dcterms:W3CDTF">2025-08-18T09:38:30Z</dcterms:created>
  <dcterms:modified xsi:type="dcterms:W3CDTF">2025-09-25T04:32:07Z</dcterms:modified>
</cp:coreProperties>
</file>