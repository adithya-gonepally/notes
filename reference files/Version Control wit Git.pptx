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3E8AA0-866D-468D-AC09-01AEBAF3CBA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7CB4FB3-41F8-48DB-9FC2-95C4FB672EC8}">
      <dgm:prSet/>
      <dgm:spPr/>
      <dgm:t>
        <a:bodyPr/>
        <a:lstStyle/>
        <a:p>
          <a:r>
            <a:rPr lang="en-GB"/>
            <a:t>A system that records changes to files over time</a:t>
          </a:r>
          <a:endParaRPr lang="en-US"/>
        </a:p>
      </dgm:t>
    </dgm:pt>
    <dgm:pt modelId="{BE8B6856-629D-46E4-888E-6318F49124BC}" type="parTrans" cxnId="{52E76641-D6F8-4958-929A-E14AD770C8DB}">
      <dgm:prSet/>
      <dgm:spPr/>
      <dgm:t>
        <a:bodyPr/>
        <a:lstStyle/>
        <a:p>
          <a:endParaRPr lang="en-US"/>
        </a:p>
      </dgm:t>
    </dgm:pt>
    <dgm:pt modelId="{F839EC68-F293-49DF-9DE8-72151D663303}" type="sibTrans" cxnId="{52E76641-D6F8-4958-929A-E14AD770C8DB}">
      <dgm:prSet/>
      <dgm:spPr/>
      <dgm:t>
        <a:bodyPr/>
        <a:lstStyle/>
        <a:p>
          <a:endParaRPr lang="en-US"/>
        </a:p>
      </dgm:t>
    </dgm:pt>
    <dgm:pt modelId="{2B528FF6-D1E2-4059-BC7C-376C3E6066FF}">
      <dgm:prSet/>
      <dgm:spPr/>
      <dgm:t>
        <a:bodyPr/>
        <a:lstStyle/>
        <a:p>
          <a:r>
            <a:rPr lang="en-GB"/>
            <a:t>Allows you to recall specific versions later</a:t>
          </a:r>
          <a:endParaRPr lang="en-US"/>
        </a:p>
      </dgm:t>
    </dgm:pt>
    <dgm:pt modelId="{A3461163-45D4-4023-81FE-C1C635A773C1}" type="parTrans" cxnId="{CC8C9AAD-0494-4D7F-BAB7-4AF3225FDD87}">
      <dgm:prSet/>
      <dgm:spPr/>
      <dgm:t>
        <a:bodyPr/>
        <a:lstStyle/>
        <a:p>
          <a:endParaRPr lang="en-US"/>
        </a:p>
      </dgm:t>
    </dgm:pt>
    <dgm:pt modelId="{E9E7A5E9-F840-4AFE-B34F-BFE9695C1752}" type="sibTrans" cxnId="{CC8C9AAD-0494-4D7F-BAB7-4AF3225FDD87}">
      <dgm:prSet/>
      <dgm:spPr/>
      <dgm:t>
        <a:bodyPr/>
        <a:lstStyle/>
        <a:p>
          <a:endParaRPr lang="en-US"/>
        </a:p>
      </dgm:t>
    </dgm:pt>
    <dgm:pt modelId="{5CDA9729-3894-4BD9-8C06-D51ED78A6C28}">
      <dgm:prSet/>
      <dgm:spPr/>
      <dgm:t>
        <a:bodyPr/>
        <a:lstStyle/>
        <a:p>
          <a:r>
            <a:rPr lang="en-GB"/>
            <a:t>Tracks who made changes, when, and why</a:t>
          </a:r>
          <a:endParaRPr lang="en-US"/>
        </a:p>
      </dgm:t>
    </dgm:pt>
    <dgm:pt modelId="{F815409B-04F8-4F01-854D-716F65248145}" type="parTrans" cxnId="{B718F5E6-25E6-40E2-860C-834D28010877}">
      <dgm:prSet/>
      <dgm:spPr/>
      <dgm:t>
        <a:bodyPr/>
        <a:lstStyle/>
        <a:p>
          <a:endParaRPr lang="en-US"/>
        </a:p>
      </dgm:t>
    </dgm:pt>
    <dgm:pt modelId="{E3C0240F-1146-46D2-91D9-C757B1E624E2}" type="sibTrans" cxnId="{B718F5E6-25E6-40E2-860C-834D28010877}">
      <dgm:prSet/>
      <dgm:spPr/>
      <dgm:t>
        <a:bodyPr/>
        <a:lstStyle/>
        <a:p>
          <a:endParaRPr lang="en-US"/>
        </a:p>
      </dgm:t>
    </dgm:pt>
    <dgm:pt modelId="{97F3B7FB-597B-4D0B-9163-C990B8F433B4}">
      <dgm:prSet/>
      <dgm:spPr/>
      <dgm:t>
        <a:bodyPr/>
        <a:lstStyle/>
        <a:p>
          <a:r>
            <a:rPr lang="en-GB"/>
            <a:t>Commonly used in software development, documentation, and content management</a:t>
          </a:r>
          <a:endParaRPr lang="en-US"/>
        </a:p>
      </dgm:t>
    </dgm:pt>
    <dgm:pt modelId="{DB861EFA-4993-4758-8F08-CAC46BF5EDC8}" type="parTrans" cxnId="{9B86C8AE-4A52-4462-A0FE-5FDADAFAF3BB}">
      <dgm:prSet/>
      <dgm:spPr/>
      <dgm:t>
        <a:bodyPr/>
        <a:lstStyle/>
        <a:p>
          <a:endParaRPr lang="en-US"/>
        </a:p>
      </dgm:t>
    </dgm:pt>
    <dgm:pt modelId="{87B0E40E-F19D-47A3-B388-E5F548112BDB}" type="sibTrans" cxnId="{9B86C8AE-4A52-4462-A0FE-5FDADAFAF3BB}">
      <dgm:prSet/>
      <dgm:spPr/>
      <dgm:t>
        <a:bodyPr/>
        <a:lstStyle/>
        <a:p>
          <a:endParaRPr lang="en-US"/>
        </a:p>
      </dgm:t>
    </dgm:pt>
    <dgm:pt modelId="{9A11CC3E-0CAA-4E49-B873-D688724F9BDB}" type="pres">
      <dgm:prSet presAssocID="{CC3E8AA0-866D-468D-AC09-01AEBAF3CBAA}" presName="linear" presStyleCnt="0">
        <dgm:presLayoutVars>
          <dgm:animLvl val="lvl"/>
          <dgm:resizeHandles val="exact"/>
        </dgm:presLayoutVars>
      </dgm:prSet>
      <dgm:spPr/>
    </dgm:pt>
    <dgm:pt modelId="{771F2B93-9DAF-49BC-9FA0-4799CB75AEAD}" type="pres">
      <dgm:prSet presAssocID="{37CB4FB3-41F8-48DB-9FC2-95C4FB672EC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BEB0EE3-E968-469B-9FFA-41D4A8FD8B48}" type="pres">
      <dgm:prSet presAssocID="{F839EC68-F293-49DF-9DE8-72151D663303}" presName="spacer" presStyleCnt="0"/>
      <dgm:spPr/>
    </dgm:pt>
    <dgm:pt modelId="{3764321A-B93B-408F-BD09-33945443634C}" type="pres">
      <dgm:prSet presAssocID="{2B528FF6-D1E2-4059-BC7C-376C3E6066F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855E7A6-F331-4C30-B6DB-644D04C8CA1E}" type="pres">
      <dgm:prSet presAssocID="{E9E7A5E9-F840-4AFE-B34F-BFE9695C1752}" presName="spacer" presStyleCnt="0"/>
      <dgm:spPr/>
    </dgm:pt>
    <dgm:pt modelId="{49AFE5D1-C9FC-445B-B9C6-D9C6131A32D5}" type="pres">
      <dgm:prSet presAssocID="{5CDA9729-3894-4BD9-8C06-D51ED78A6C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0E1AA0F-F36E-47E2-8E9A-A3E320A6D204}" type="pres">
      <dgm:prSet presAssocID="{E3C0240F-1146-46D2-91D9-C757B1E624E2}" presName="spacer" presStyleCnt="0"/>
      <dgm:spPr/>
    </dgm:pt>
    <dgm:pt modelId="{A9FED695-D708-4333-BA82-156FF00AE8E1}" type="pres">
      <dgm:prSet presAssocID="{97F3B7FB-597B-4D0B-9163-C990B8F433B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7E66717-1869-4F51-A221-B661F590954E}" type="presOf" srcId="{2B528FF6-D1E2-4059-BC7C-376C3E6066FF}" destId="{3764321A-B93B-408F-BD09-33945443634C}" srcOrd="0" destOrd="0" presId="urn:microsoft.com/office/officeart/2005/8/layout/vList2"/>
    <dgm:cxn modelId="{0C53D530-B901-4A1E-A610-FF4104F4AC06}" type="presOf" srcId="{37CB4FB3-41F8-48DB-9FC2-95C4FB672EC8}" destId="{771F2B93-9DAF-49BC-9FA0-4799CB75AEAD}" srcOrd="0" destOrd="0" presId="urn:microsoft.com/office/officeart/2005/8/layout/vList2"/>
    <dgm:cxn modelId="{52E76641-D6F8-4958-929A-E14AD770C8DB}" srcId="{CC3E8AA0-866D-468D-AC09-01AEBAF3CBAA}" destId="{37CB4FB3-41F8-48DB-9FC2-95C4FB672EC8}" srcOrd="0" destOrd="0" parTransId="{BE8B6856-629D-46E4-888E-6318F49124BC}" sibTransId="{F839EC68-F293-49DF-9DE8-72151D663303}"/>
    <dgm:cxn modelId="{41D4D050-FE1C-43C0-9A53-07C3BD52A4BF}" type="presOf" srcId="{5CDA9729-3894-4BD9-8C06-D51ED78A6C28}" destId="{49AFE5D1-C9FC-445B-B9C6-D9C6131A32D5}" srcOrd="0" destOrd="0" presId="urn:microsoft.com/office/officeart/2005/8/layout/vList2"/>
    <dgm:cxn modelId="{ADBC227B-8915-4865-82A5-C825824583B3}" type="presOf" srcId="{CC3E8AA0-866D-468D-AC09-01AEBAF3CBAA}" destId="{9A11CC3E-0CAA-4E49-B873-D688724F9BDB}" srcOrd="0" destOrd="0" presId="urn:microsoft.com/office/officeart/2005/8/layout/vList2"/>
    <dgm:cxn modelId="{4AEAC693-0D06-4650-AEF8-3D67BA785742}" type="presOf" srcId="{97F3B7FB-597B-4D0B-9163-C990B8F433B4}" destId="{A9FED695-D708-4333-BA82-156FF00AE8E1}" srcOrd="0" destOrd="0" presId="urn:microsoft.com/office/officeart/2005/8/layout/vList2"/>
    <dgm:cxn modelId="{CC8C9AAD-0494-4D7F-BAB7-4AF3225FDD87}" srcId="{CC3E8AA0-866D-468D-AC09-01AEBAF3CBAA}" destId="{2B528FF6-D1E2-4059-BC7C-376C3E6066FF}" srcOrd="1" destOrd="0" parTransId="{A3461163-45D4-4023-81FE-C1C635A773C1}" sibTransId="{E9E7A5E9-F840-4AFE-B34F-BFE9695C1752}"/>
    <dgm:cxn modelId="{9B86C8AE-4A52-4462-A0FE-5FDADAFAF3BB}" srcId="{CC3E8AA0-866D-468D-AC09-01AEBAF3CBAA}" destId="{97F3B7FB-597B-4D0B-9163-C990B8F433B4}" srcOrd="3" destOrd="0" parTransId="{DB861EFA-4993-4758-8F08-CAC46BF5EDC8}" sibTransId="{87B0E40E-F19D-47A3-B388-E5F548112BDB}"/>
    <dgm:cxn modelId="{B718F5E6-25E6-40E2-860C-834D28010877}" srcId="{CC3E8AA0-866D-468D-AC09-01AEBAF3CBAA}" destId="{5CDA9729-3894-4BD9-8C06-D51ED78A6C28}" srcOrd="2" destOrd="0" parTransId="{F815409B-04F8-4F01-854D-716F65248145}" sibTransId="{E3C0240F-1146-46D2-91D9-C757B1E624E2}"/>
    <dgm:cxn modelId="{99582B20-ADCE-443E-B666-E0FDBF3C900F}" type="presParOf" srcId="{9A11CC3E-0CAA-4E49-B873-D688724F9BDB}" destId="{771F2B93-9DAF-49BC-9FA0-4799CB75AEAD}" srcOrd="0" destOrd="0" presId="urn:microsoft.com/office/officeart/2005/8/layout/vList2"/>
    <dgm:cxn modelId="{2B230838-AFB4-4345-A7E1-5A33D8047A31}" type="presParOf" srcId="{9A11CC3E-0CAA-4E49-B873-D688724F9BDB}" destId="{CBEB0EE3-E968-469B-9FFA-41D4A8FD8B48}" srcOrd="1" destOrd="0" presId="urn:microsoft.com/office/officeart/2005/8/layout/vList2"/>
    <dgm:cxn modelId="{BAB0085B-A2BC-4E4E-9C52-72E4905A5DEC}" type="presParOf" srcId="{9A11CC3E-0CAA-4E49-B873-D688724F9BDB}" destId="{3764321A-B93B-408F-BD09-33945443634C}" srcOrd="2" destOrd="0" presId="urn:microsoft.com/office/officeart/2005/8/layout/vList2"/>
    <dgm:cxn modelId="{7778805E-7524-447F-8DCA-BA9ED9BA4205}" type="presParOf" srcId="{9A11CC3E-0CAA-4E49-B873-D688724F9BDB}" destId="{9855E7A6-F331-4C30-B6DB-644D04C8CA1E}" srcOrd="3" destOrd="0" presId="urn:microsoft.com/office/officeart/2005/8/layout/vList2"/>
    <dgm:cxn modelId="{EBC32033-148C-498E-83DD-68342BF673FA}" type="presParOf" srcId="{9A11CC3E-0CAA-4E49-B873-D688724F9BDB}" destId="{49AFE5D1-C9FC-445B-B9C6-D9C6131A32D5}" srcOrd="4" destOrd="0" presId="urn:microsoft.com/office/officeart/2005/8/layout/vList2"/>
    <dgm:cxn modelId="{B1A31A3A-3DA8-4529-B885-EE837DC2F085}" type="presParOf" srcId="{9A11CC3E-0CAA-4E49-B873-D688724F9BDB}" destId="{F0E1AA0F-F36E-47E2-8E9A-A3E320A6D204}" srcOrd="5" destOrd="0" presId="urn:microsoft.com/office/officeart/2005/8/layout/vList2"/>
    <dgm:cxn modelId="{96824BF3-038E-4014-8E88-503C26082EAA}" type="presParOf" srcId="{9A11CC3E-0CAA-4E49-B873-D688724F9BDB}" destId="{A9FED695-D708-4333-BA82-156FF00AE8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723964-0C08-462A-AA3E-6378D29466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68BF9B-4F7E-4D3F-A966-2A9F317EDBB8}">
      <dgm:prSet/>
      <dgm:spPr/>
      <dgm:t>
        <a:bodyPr/>
        <a:lstStyle/>
        <a:p>
          <a:r>
            <a:rPr lang="en-GB"/>
            <a:t>Tracks history of changes</a:t>
          </a:r>
          <a:endParaRPr lang="en-US"/>
        </a:p>
      </dgm:t>
    </dgm:pt>
    <dgm:pt modelId="{B082349A-3F55-47AD-B187-C0F8977825A0}" type="parTrans" cxnId="{D20FFC69-CA8F-471A-8280-8DA75D9AA892}">
      <dgm:prSet/>
      <dgm:spPr/>
      <dgm:t>
        <a:bodyPr/>
        <a:lstStyle/>
        <a:p>
          <a:endParaRPr lang="en-US"/>
        </a:p>
      </dgm:t>
    </dgm:pt>
    <dgm:pt modelId="{CC610EA5-BCA4-45F0-B273-9DB944FC08EF}" type="sibTrans" cxnId="{D20FFC69-CA8F-471A-8280-8DA75D9AA892}">
      <dgm:prSet/>
      <dgm:spPr/>
      <dgm:t>
        <a:bodyPr/>
        <a:lstStyle/>
        <a:p>
          <a:endParaRPr lang="en-US"/>
        </a:p>
      </dgm:t>
    </dgm:pt>
    <dgm:pt modelId="{817A4C78-4788-48C7-8D21-9FFCE682A06A}">
      <dgm:prSet/>
      <dgm:spPr/>
      <dgm:t>
        <a:bodyPr/>
        <a:lstStyle/>
        <a:p>
          <a:r>
            <a:rPr lang="en-GB"/>
            <a:t>Enables team collaboration</a:t>
          </a:r>
          <a:endParaRPr lang="en-US"/>
        </a:p>
      </dgm:t>
    </dgm:pt>
    <dgm:pt modelId="{C06D15E6-6395-4061-9A62-D20733DB01ED}" type="parTrans" cxnId="{EE706A61-C102-45BC-9E76-27381B66D4A7}">
      <dgm:prSet/>
      <dgm:spPr/>
      <dgm:t>
        <a:bodyPr/>
        <a:lstStyle/>
        <a:p>
          <a:endParaRPr lang="en-US"/>
        </a:p>
      </dgm:t>
    </dgm:pt>
    <dgm:pt modelId="{37069FE2-0B0D-4AC9-BE5C-889A14568F70}" type="sibTrans" cxnId="{EE706A61-C102-45BC-9E76-27381B66D4A7}">
      <dgm:prSet/>
      <dgm:spPr/>
      <dgm:t>
        <a:bodyPr/>
        <a:lstStyle/>
        <a:p>
          <a:endParaRPr lang="en-US"/>
        </a:p>
      </dgm:t>
    </dgm:pt>
    <dgm:pt modelId="{611F9DF2-E055-4950-9477-8F43325191C1}">
      <dgm:prSet/>
      <dgm:spPr/>
      <dgm:t>
        <a:bodyPr/>
        <a:lstStyle/>
        <a:p>
          <a:r>
            <a:rPr lang="en-GB"/>
            <a:t>Supports parallel development</a:t>
          </a:r>
          <a:endParaRPr lang="en-US"/>
        </a:p>
      </dgm:t>
    </dgm:pt>
    <dgm:pt modelId="{7848F007-824F-4946-8BD0-F8D35D0AF1C4}" type="parTrans" cxnId="{D5ADFA00-4CD8-4635-9AF3-19E8E2F4C89F}">
      <dgm:prSet/>
      <dgm:spPr/>
      <dgm:t>
        <a:bodyPr/>
        <a:lstStyle/>
        <a:p>
          <a:endParaRPr lang="en-US"/>
        </a:p>
      </dgm:t>
    </dgm:pt>
    <dgm:pt modelId="{8A718C4D-8FD0-409A-B301-725DC7B23AF9}" type="sibTrans" cxnId="{D5ADFA00-4CD8-4635-9AF3-19E8E2F4C89F}">
      <dgm:prSet/>
      <dgm:spPr/>
      <dgm:t>
        <a:bodyPr/>
        <a:lstStyle/>
        <a:p>
          <a:endParaRPr lang="en-US"/>
        </a:p>
      </dgm:t>
    </dgm:pt>
    <dgm:pt modelId="{D0A7B3F0-616B-4C2E-A397-63C8366B078C}">
      <dgm:prSet/>
      <dgm:spPr/>
      <dgm:t>
        <a:bodyPr/>
        <a:lstStyle/>
        <a:p>
          <a:r>
            <a:rPr lang="en-GB"/>
            <a:t>Facilitates rollback and recovery</a:t>
          </a:r>
          <a:endParaRPr lang="en-US"/>
        </a:p>
      </dgm:t>
    </dgm:pt>
    <dgm:pt modelId="{907F2DDD-2A76-4A06-A292-4107A7F7D690}" type="parTrans" cxnId="{9BE39AFA-695A-490B-9167-F3CB8BD76363}">
      <dgm:prSet/>
      <dgm:spPr/>
      <dgm:t>
        <a:bodyPr/>
        <a:lstStyle/>
        <a:p>
          <a:endParaRPr lang="en-US"/>
        </a:p>
      </dgm:t>
    </dgm:pt>
    <dgm:pt modelId="{6722453A-2752-4C28-AAC4-EBAE23B929CC}" type="sibTrans" cxnId="{9BE39AFA-695A-490B-9167-F3CB8BD76363}">
      <dgm:prSet/>
      <dgm:spPr/>
      <dgm:t>
        <a:bodyPr/>
        <a:lstStyle/>
        <a:p>
          <a:endParaRPr lang="en-US"/>
        </a:p>
      </dgm:t>
    </dgm:pt>
    <dgm:pt modelId="{F990FB5F-5521-49E1-AF3B-84BD97BB1D20}">
      <dgm:prSet/>
      <dgm:spPr/>
      <dgm:t>
        <a:bodyPr/>
        <a:lstStyle/>
        <a:p>
          <a:r>
            <a:rPr lang="en-GB"/>
            <a:t>Ensures accountability and traceability</a:t>
          </a:r>
          <a:endParaRPr lang="en-US"/>
        </a:p>
      </dgm:t>
    </dgm:pt>
    <dgm:pt modelId="{36E4D173-48AC-464A-A857-BF0CF0598E6A}" type="parTrans" cxnId="{61DF3672-9237-4911-A1EA-2A595E5C4A83}">
      <dgm:prSet/>
      <dgm:spPr/>
      <dgm:t>
        <a:bodyPr/>
        <a:lstStyle/>
        <a:p>
          <a:endParaRPr lang="en-US"/>
        </a:p>
      </dgm:t>
    </dgm:pt>
    <dgm:pt modelId="{D7D8225F-F9AD-4CDA-9809-7475E1E82A17}" type="sibTrans" cxnId="{61DF3672-9237-4911-A1EA-2A595E5C4A83}">
      <dgm:prSet/>
      <dgm:spPr/>
      <dgm:t>
        <a:bodyPr/>
        <a:lstStyle/>
        <a:p>
          <a:endParaRPr lang="en-US"/>
        </a:p>
      </dgm:t>
    </dgm:pt>
    <dgm:pt modelId="{E8E1C764-0C8D-4385-AB3A-541561CECAFC}" type="pres">
      <dgm:prSet presAssocID="{EB723964-0C08-462A-AA3E-6378D2946653}" presName="linear" presStyleCnt="0">
        <dgm:presLayoutVars>
          <dgm:animLvl val="lvl"/>
          <dgm:resizeHandles val="exact"/>
        </dgm:presLayoutVars>
      </dgm:prSet>
      <dgm:spPr/>
    </dgm:pt>
    <dgm:pt modelId="{64CE725E-0008-4D67-8579-C8A5B6AC88EE}" type="pres">
      <dgm:prSet presAssocID="{FC68BF9B-4F7E-4D3F-A966-2A9F317EDBB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5912FE3-1747-4BA9-B3C5-618A0F1D180D}" type="pres">
      <dgm:prSet presAssocID="{CC610EA5-BCA4-45F0-B273-9DB944FC08EF}" presName="spacer" presStyleCnt="0"/>
      <dgm:spPr/>
    </dgm:pt>
    <dgm:pt modelId="{95A80EAA-9089-45DE-ADB6-1FFDF7CC8A9F}" type="pres">
      <dgm:prSet presAssocID="{817A4C78-4788-48C7-8D21-9FFCE682A06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99D4811-D979-45ED-BDF7-36A947701BDF}" type="pres">
      <dgm:prSet presAssocID="{37069FE2-0B0D-4AC9-BE5C-889A14568F70}" presName="spacer" presStyleCnt="0"/>
      <dgm:spPr/>
    </dgm:pt>
    <dgm:pt modelId="{12944A02-E729-455F-A5C4-3C0E41D508CB}" type="pres">
      <dgm:prSet presAssocID="{611F9DF2-E055-4950-9477-8F43325191C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FCAB5C6-DB1A-4A16-915F-0174970E4C58}" type="pres">
      <dgm:prSet presAssocID="{8A718C4D-8FD0-409A-B301-725DC7B23AF9}" presName="spacer" presStyleCnt="0"/>
      <dgm:spPr/>
    </dgm:pt>
    <dgm:pt modelId="{510838BC-47E2-4718-B434-20926C5EE33E}" type="pres">
      <dgm:prSet presAssocID="{D0A7B3F0-616B-4C2E-A397-63C8366B078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239EAE1-61B0-41EC-B504-1F2CC84A36EF}" type="pres">
      <dgm:prSet presAssocID="{6722453A-2752-4C28-AAC4-EBAE23B929CC}" presName="spacer" presStyleCnt="0"/>
      <dgm:spPr/>
    </dgm:pt>
    <dgm:pt modelId="{5592872D-5F6F-4A03-9C40-B1F604639FD7}" type="pres">
      <dgm:prSet presAssocID="{F990FB5F-5521-49E1-AF3B-84BD97BB1D2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5ADFA00-4CD8-4635-9AF3-19E8E2F4C89F}" srcId="{EB723964-0C08-462A-AA3E-6378D2946653}" destId="{611F9DF2-E055-4950-9477-8F43325191C1}" srcOrd="2" destOrd="0" parTransId="{7848F007-824F-4946-8BD0-F8D35D0AF1C4}" sibTransId="{8A718C4D-8FD0-409A-B301-725DC7B23AF9}"/>
    <dgm:cxn modelId="{31683233-90F1-4537-B969-1C7FAD88C743}" type="presOf" srcId="{611F9DF2-E055-4950-9477-8F43325191C1}" destId="{12944A02-E729-455F-A5C4-3C0E41D508CB}" srcOrd="0" destOrd="0" presId="urn:microsoft.com/office/officeart/2005/8/layout/vList2"/>
    <dgm:cxn modelId="{12C4DE3F-A9C2-49C4-ADB8-2B97F2E34C44}" type="presOf" srcId="{D0A7B3F0-616B-4C2E-A397-63C8366B078C}" destId="{510838BC-47E2-4718-B434-20926C5EE33E}" srcOrd="0" destOrd="0" presId="urn:microsoft.com/office/officeart/2005/8/layout/vList2"/>
    <dgm:cxn modelId="{EE706A61-C102-45BC-9E76-27381B66D4A7}" srcId="{EB723964-0C08-462A-AA3E-6378D2946653}" destId="{817A4C78-4788-48C7-8D21-9FFCE682A06A}" srcOrd="1" destOrd="0" parTransId="{C06D15E6-6395-4061-9A62-D20733DB01ED}" sibTransId="{37069FE2-0B0D-4AC9-BE5C-889A14568F70}"/>
    <dgm:cxn modelId="{D20FFC69-CA8F-471A-8280-8DA75D9AA892}" srcId="{EB723964-0C08-462A-AA3E-6378D2946653}" destId="{FC68BF9B-4F7E-4D3F-A966-2A9F317EDBB8}" srcOrd="0" destOrd="0" parTransId="{B082349A-3F55-47AD-B187-C0F8977825A0}" sibTransId="{CC610EA5-BCA4-45F0-B273-9DB944FC08EF}"/>
    <dgm:cxn modelId="{61DF3672-9237-4911-A1EA-2A595E5C4A83}" srcId="{EB723964-0C08-462A-AA3E-6378D2946653}" destId="{F990FB5F-5521-49E1-AF3B-84BD97BB1D20}" srcOrd="4" destOrd="0" parTransId="{36E4D173-48AC-464A-A857-BF0CF0598E6A}" sibTransId="{D7D8225F-F9AD-4CDA-9809-7475E1E82A17}"/>
    <dgm:cxn modelId="{2EDD3E89-2EB4-452D-A0F6-C9960EADB29E}" type="presOf" srcId="{817A4C78-4788-48C7-8D21-9FFCE682A06A}" destId="{95A80EAA-9089-45DE-ADB6-1FFDF7CC8A9F}" srcOrd="0" destOrd="0" presId="urn:microsoft.com/office/officeart/2005/8/layout/vList2"/>
    <dgm:cxn modelId="{FABAAE9C-A756-4CDF-B791-B720E8FA9325}" type="presOf" srcId="{F990FB5F-5521-49E1-AF3B-84BD97BB1D20}" destId="{5592872D-5F6F-4A03-9C40-B1F604639FD7}" srcOrd="0" destOrd="0" presId="urn:microsoft.com/office/officeart/2005/8/layout/vList2"/>
    <dgm:cxn modelId="{ED4BD4A7-4F63-4A05-9CE0-95442C949634}" type="presOf" srcId="{FC68BF9B-4F7E-4D3F-A966-2A9F317EDBB8}" destId="{64CE725E-0008-4D67-8579-C8A5B6AC88EE}" srcOrd="0" destOrd="0" presId="urn:microsoft.com/office/officeart/2005/8/layout/vList2"/>
    <dgm:cxn modelId="{DB67ADF5-C74D-4F17-BD49-F73F063CAAE5}" type="presOf" srcId="{EB723964-0C08-462A-AA3E-6378D2946653}" destId="{E8E1C764-0C8D-4385-AB3A-541561CECAFC}" srcOrd="0" destOrd="0" presId="urn:microsoft.com/office/officeart/2005/8/layout/vList2"/>
    <dgm:cxn modelId="{9BE39AFA-695A-490B-9167-F3CB8BD76363}" srcId="{EB723964-0C08-462A-AA3E-6378D2946653}" destId="{D0A7B3F0-616B-4C2E-A397-63C8366B078C}" srcOrd="3" destOrd="0" parTransId="{907F2DDD-2A76-4A06-A292-4107A7F7D690}" sibTransId="{6722453A-2752-4C28-AAC4-EBAE23B929CC}"/>
    <dgm:cxn modelId="{DADAD48A-6A56-4B0F-9B7D-835B87A43B6D}" type="presParOf" srcId="{E8E1C764-0C8D-4385-AB3A-541561CECAFC}" destId="{64CE725E-0008-4D67-8579-C8A5B6AC88EE}" srcOrd="0" destOrd="0" presId="urn:microsoft.com/office/officeart/2005/8/layout/vList2"/>
    <dgm:cxn modelId="{111E3A88-90FE-43C3-B7C0-32F5ECC2B5D9}" type="presParOf" srcId="{E8E1C764-0C8D-4385-AB3A-541561CECAFC}" destId="{85912FE3-1747-4BA9-B3C5-618A0F1D180D}" srcOrd="1" destOrd="0" presId="urn:microsoft.com/office/officeart/2005/8/layout/vList2"/>
    <dgm:cxn modelId="{4BC911F1-47EC-417E-8C50-8188953E1C95}" type="presParOf" srcId="{E8E1C764-0C8D-4385-AB3A-541561CECAFC}" destId="{95A80EAA-9089-45DE-ADB6-1FFDF7CC8A9F}" srcOrd="2" destOrd="0" presId="urn:microsoft.com/office/officeart/2005/8/layout/vList2"/>
    <dgm:cxn modelId="{F6F9E57D-3B6A-4ED2-BD4B-56E61727281C}" type="presParOf" srcId="{E8E1C764-0C8D-4385-AB3A-541561CECAFC}" destId="{D99D4811-D979-45ED-BDF7-36A947701BDF}" srcOrd="3" destOrd="0" presId="urn:microsoft.com/office/officeart/2005/8/layout/vList2"/>
    <dgm:cxn modelId="{30CDEEE9-236E-4DBD-ADE6-9BF3B4C77E6C}" type="presParOf" srcId="{E8E1C764-0C8D-4385-AB3A-541561CECAFC}" destId="{12944A02-E729-455F-A5C4-3C0E41D508CB}" srcOrd="4" destOrd="0" presId="urn:microsoft.com/office/officeart/2005/8/layout/vList2"/>
    <dgm:cxn modelId="{ECB44412-3D74-4A3A-9A26-2F9A16A17698}" type="presParOf" srcId="{E8E1C764-0C8D-4385-AB3A-541561CECAFC}" destId="{BFCAB5C6-DB1A-4A16-915F-0174970E4C58}" srcOrd="5" destOrd="0" presId="urn:microsoft.com/office/officeart/2005/8/layout/vList2"/>
    <dgm:cxn modelId="{F078696C-0D9A-4468-A1B6-3573FF42136C}" type="presParOf" srcId="{E8E1C764-0C8D-4385-AB3A-541561CECAFC}" destId="{510838BC-47E2-4718-B434-20926C5EE33E}" srcOrd="6" destOrd="0" presId="urn:microsoft.com/office/officeart/2005/8/layout/vList2"/>
    <dgm:cxn modelId="{53E5B4CD-32E5-466F-9410-4D7DF9DFA99B}" type="presParOf" srcId="{E8E1C764-0C8D-4385-AB3A-541561CECAFC}" destId="{0239EAE1-61B0-41EC-B504-1F2CC84A36EF}" srcOrd="7" destOrd="0" presId="urn:microsoft.com/office/officeart/2005/8/layout/vList2"/>
    <dgm:cxn modelId="{AEF028A5-968B-40A9-9449-FB679C8AAB46}" type="presParOf" srcId="{E8E1C764-0C8D-4385-AB3A-541561CECAFC}" destId="{5592872D-5F6F-4A03-9C40-B1F604639FD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767DED-BF99-43B3-8D68-DDC447B211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A4BA7B-B1D4-44A8-901B-139B97C501D8}">
      <dgm:prSet/>
      <dgm:spPr/>
      <dgm:t>
        <a:bodyPr/>
        <a:lstStyle/>
        <a:p>
          <a:r>
            <a:rPr lang="en-IN" b="1"/>
            <a:t>Git</a:t>
          </a:r>
          <a:r>
            <a:rPr lang="en-IN"/>
            <a:t> – Most widely used, distributed</a:t>
          </a:r>
          <a:endParaRPr lang="en-US"/>
        </a:p>
      </dgm:t>
    </dgm:pt>
    <dgm:pt modelId="{1E7957C4-C07C-4A7B-9F42-34C38F02781F}" type="parTrans" cxnId="{42308898-4742-4886-83B6-08AC9B9DCD32}">
      <dgm:prSet/>
      <dgm:spPr/>
      <dgm:t>
        <a:bodyPr/>
        <a:lstStyle/>
        <a:p>
          <a:endParaRPr lang="en-US"/>
        </a:p>
      </dgm:t>
    </dgm:pt>
    <dgm:pt modelId="{6A9E7FB0-D4C3-4F4D-84AC-DB197DCF3C19}" type="sibTrans" cxnId="{42308898-4742-4886-83B6-08AC9B9DCD32}">
      <dgm:prSet/>
      <dgm:spPr/>
      <dgm:t>
        <a:bodyPr/>
        <a:lstStyle/>
        <a:p>
          <a:endParaRPr lang="en-US"/>
        </a:p>
      </dgm:t>
    </dgm:pt>
    <dgm:pt modelId="{8B14D1C6-5E2D-484F-ACEC-0BFC73ABB49F}">
      <dgm:prSet/>
      <dgm:spPr/>
      <dgm:t>
        <a:bodyPr/>
        <a:lstStyle/>
        <a:p>
          <a:r>
            <a:rPr lang="en-IN" b="1"/>
            <a:t>GitHub</a:t>
          </a:r>
          <a:r>
            <a:rPr lang="en-IN"/>
            <a:t> – Cloud-based Git hosting</a:t>
          </a:r>
          <a:endParaRPr lang="en-US"/>
        </a:p>
      </dgm:t>
    </dgm:pt>
    <dgm:pt modelId="{BB2A7268-231E-4F5E-AD01-EE81F4A39FC2}" type="parTrans" cxnId="{A7444047-CB28-4C8A-A88E-DEFE1288A3BD}">
      <dgm:prSet/>
      <dgm:spPr/>
      <dgm:t>
        <a:bodyPr/>
        <a:lstStyle/>
        <a:p>
          <a:endParaRPr lang="en-US"/>
        </a:p>
      </dgm:t>
    </dgm:pt>
    <dgm:pt modelId="{E7B6D5C5-02D5-4364-94CB-3D0751F84A5B}" type="sibTrans" cxnId="{A7444047-CB28-4C8A-A88E-DEFE1288A3BD}">
      <dgm:prSet/>
      <dgm:spPr/>
      <dgm:t>
        <a:bodyPr/>
        <a:lstStyle/>
        <a:p>
          <a:endParaRPr lang="en-US"/>
        </a:p>
      </dgm:t>
    </dgm:pt>
    <dgm:pt modelId="{82DFAAB3-7AF0-4370-8AD6-1AAFFE31521C}">
      <dgm:prSet/>
      <dgm:spPr/>
      <dgm:t>
        <a:bodyPr/>
        <a:lstStyle/>
        <a:p>
          <a:r>
            <a:rPr lang="en-IN" b="1"/>
            <a:t>Bitbucket</a:t>
          </a:r>
          <a:r>
            <a:rPr lang="en-IN"/>
            <a:t> – Git + Mercurial support</a:t>
          </a:r>
          <a:endParaRPr lang="en-US"/>
        </a:p>
      </dgm:t>
    </dgm:pt>
    <dgm:pt modelId="{8484B506-B16E-4844-BA23-3FE8FC80BF50}" type="parTrans" cxnId="{0CFC7CEC-A4EF-4DCE-85E8-1F844DF89DAD}">
      <dgm:prSet/>
      <dgm:spPr/>
      <dgm:t>
        <a:bodyPr/>
        <a:lstStyle/>
        <a:p>
          <a:endParaRPr lang="en-US"/>
        </a:p>
      </dgm:t>
    </dgm:pt>
    <dgm:pt modelId="{05185E91-58B4-41DE-A941-F2A9EA2B3F7B}" type="sibTrans" cxnId="{0CFC7CEC-A4EF-4DCE-85E8-1F844DF89DAD}">
      <dgm:prSet/>
      <dgm:spPr/>
      <dgm:t>
        <a:bodyPr/>
        <a:lstStyle/>
        <a:p>
          <a:endParaRPr lang="en-US"/>
        </a:p>
      </dgm:t>
    </dgm:pt>
    <dgm:pt modelId="{B7CF2F7D-7E82-49D5-9DC7-57434EA69AE1}">
      <dgm:prSet/>
      <dgm:spPr/>
      <dgm:t>
        <a:bodyPr/>
        <a:lstStyle/>
        <a:p>
          <a:r>
            <a:rPr lang="en-IN" b="1"/>
            <a:t>GitLab</a:t>
          </a:r>
          <a:r>
            <a:rPr lang="en-IN"/>
            <a:t> – Git hosting + CI/CD</a:t>
          </a:r>
          <a:endParaRPr lang="en-US"/>
        </a:p>
      </dgm:t>
    </dgm:pt>
    <dgm:pt modelId="{01A3705B-AAD2-4B90-B06C-6C7A31B1DF07}" type="parTrans" cxnId="{5730E92C-D9DC-459C-B3FF-2FB34EB941DB}">
      <dgm:prSet/>
      <dgm:spPr/>
      <dgm:t>
        <a:bodyPr/>
        <a:lstStyle/>
        <a:p>
          <a:endParaRPr lang="en-US"/>
        </a:p>
      </dgm:t>
    </dgm:pt>
    <dgm:pt modelId="{B94D693A-86FA-46F9-BF74-781BF1EAFDBA}" type="sibTrans" cxnId="{5730E92C-D9DC-459C-B3FF-2FB34EB941DB}">
      <dgm:prSet/>
      <dgm:spPr/>
      <dgm:t>
        <a:bodyPr/>
        <a:lstStyle/>
        <a:p>
          <a:endParaRPr lang="en-US"/>
        </a:p>
      </dgm:t>
    </dgm:pt>
    <dgm:pt modelId="{75CC5B98-DBC4-4FB2-A18C-8B44C6F8ED21}">
      <dgm:prSet/>
      <dgm:spPr/>
      <dgm:t>
        <a:bodyPr/>
        <a:lstStyle/>
        <a:p>
          <a:r>
            <a:rPr lang="en-IN" b="1"/>
            <a:t>Subversion (SVN)</a:t>
          </a:r>
          <a:r>
            <a:rPr lang="en-IN"/>
            <a:t> – Centralized system</a:t>
          </a:r>
          <a:endParaRPr lang="en-US"/>
        </a:p>
      </dgm:t>
    </dgm:pt>
    <dgm:pt modelId="{5963292B-CAE9-4814-A7A8-0AF28EE04C2E}" type="parTrans" cxnId="{16693AF8-8221-45EF-93AC-0FEAC809887B}">
      <dgm:prSet/>
      <dgm:spPr/>
      <dgm:t>
        <a:bodyPr/>
        <a:lstStyle/>
        <a:p>
          <a:endParaRPr lang="en-US"/>
        </a:p>
      </dgm:t>
    </dgm:pt>
    <dgm:pt modelId="{A60C75FF-6356-48A8-B3B5-2F3FD5FDBA71}" type="sibTrans" cxnId="{16693AF8-8221-45EF-93AC-0FEAC809887B}">
      <dgm:prSet/>
      <dgm:spPr/>
      <dgm:t>
        <a:bodyPr/>
        <a:lstStyle/>
        <a:p>
          <a:endParaRPr lang="en-US"/>
        </a:p>
      </dgm:t>
    </dgm:pt>
    <dgm:pt modelId="{B4B860E2-16AA-42F3-914E-1E944CC9697A}" type="pres">
      <dgm:prSet presAssocID="{BC767DED-BF99-43B3-8D68-DDC447B2110C}" presName="linear" presStyleCnt="0">
        <dgm:presLayoutVars>
          <dgm:animLvl val="lvl"/>
          <dgm:resizeHandles val="exact"/>
        </dgm:presLayoutVars>
      </dgm:prSet>
      <dgm:spPr/>
    </dgm:pt>
    <dgm:pt modelId="{8F360DB4-5379-41E3-A024-EF1DD43F379B}" type="pres">
      <dgm:prSet presAssocID="{E3A4BA7B-B1D4-44A8-901B-139B97C501D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A78FCDE-CA0A-4F47-8731-53B066EC355D}" type="pres">
      <dgm:prSet presAssocID="{6A9E7FB0-D4C3-4F4D-84AC-DB197DCF3C19}" presName="spacer" presStyleCnt="0"/>
      <dgm:spPr/>
    </dgm:pt>
    <dgm:pt modelId="{BA756326-E04E-4E8B-8A50-7B36F71E9A65}" type="pres">
      <dgm:prSet presAssocID="{8B14D1C6-5E2D-484F-ACEC-0BFC73ABB49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4D2994B-7818-44EF-8AE0-2246DF63998A}" type="pres">
      <dgm:prSet presAssocID="{E7B6D5C5-02D5-4364-94CB-3D0751F84A5B}" presName="spacer" presStyleCnt="0"/>
      <dgm:spPr/>
    </dgm:pt>
    <dgm:pt modelId="{4E27838D-DF9D-4020-A631-6749929D1D67}" type="pres">
      <dgm:prSet presAssocID="{82DFAAB3-7AF0-4370-8AD6-1AAFFE31521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05BD8AA-789B-4305-AD1D-37D24C43883A}" type="pres">
      <dgm:prSet presAssocID="{05185E91-58B4-41DE-A941-F2A9EA2B3F7B}" presName="spacer" presStyleCnt="0"/>
      <dgm:spPr/>
    </dgm:pt>
    <dgm:pt modelId="{CFD19A65-4847-43E8-A344-3613F18A8C05}" type="pres">
      <dgm:prSet presAssocID="{B7CF2F7D-7E82-49D5-9DC7-57434EA69AE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0074F3C-E762-44D6-ADF8-2CC029D9A168}" type="pres">
      <dgm:prSet presAssocID="{B94D693A-86FA-46F9-BF74-781BF1EAFDBA}" presName="spacer" presStyleCnt="0"/>
      <dgm:spPr/>
    </dgm:pt>
    <dgm:pt modelId="{890640E4-5C1B-4AE8-91FD-48BBF01B45D6}" type="pres">
      <dgm:prSet presAssocID="{75CC5B98-DBC4-4FB2-A18C-8B44C6F8ED2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730E92C-D9DC-459C-B3FF-2FB34EB941DB}" srcId="{BC767DED-BF99-43B3-8D68-DDC447B2110C}" destId="{B7CF2F7D-7E82-49D5-9DC7-57434EA69AE1}" srcOrd="3" destOrd="0" parTransId="{01A3705B-AAD2-4B90-B06C-6C7A31B1DF07}" sibTransId="{B94D693A-86FA-46F9-BF74-781BF1EAFDBA}"/>
    <dgm:cxn modelId="{E5C02438-127A-45C5-8132-FB94B75ACBCE}" type="presOf" srcId="{75CC5B98-DBC4-4FB2-A18C-8B44C6F8ED21}" destId="{890640E4-5C1B-4AE8-91FD-48BBF01B45D6}" srcOrd="0" destOrd="0" presId="urn:microsoft.com/office/officeart/2005/8/layout/vList2"/>
    <dgm:cxn modelId="{A7444047-CB28-4C8A-A88E-DEFE1288A3BD}" srcId="{BC767DED-BF99-43B3-8D68-DDC447B2110C}" destId="{8B14D1C6-5E2D-484F-ACEC-0BFC73ABB49F}" srcOrd="1" destOrd="0" parTransId="{BB2A7268-231E-4F5E-AD01-EE81F4A39FC2}" sibTransId="{E7B6D5C5-02D5-4364-94CB-3D0751F84A5B}"/>
    <dgm:cxn modelId="{31A1956A-064F-4665-867D-E2D40E32B7F9}" type="presOf" srcId="{E3A4BA7B-B1D4-44A8-901B-139B97C501D8}" destId="{8F360DB4-5379-41E3-A024-EF1DD43F379B}" srcOrd="0" destOrd="0" presId="urn:microsoft.com/office/officeart/2005/8/layout/vList2"/>
    <dgm:cxn modelId="{8FC75085-EA89-4CCC-9F63-F355CC6F5817}" type="presOf" srcId="{82DFAAB3-7AF0-4370-8AD6-1AAFFE31521C}" destId="{4E27838D-DF9D-4020-A631-6749929D1D67}" srcOrd="0" destOrd="0" presId="urn:microsoft.com/office/officeart/2005/8/layout/vList2"/>
    <dgm:cxn modelId="{8DB40A8A-2448-40D9-8082-A71CB5C640CF}" type="presOf" srcId="{B7CF2F7D-7E82-49D5-9DC7-57434EA69AE1}" destId="{CFD19A65-4847-43E8-A344-3613F18A8C05}" srcOrd="0" destOrd="0" presId="urn:microsoft.com/office/officeart/2005/8/layout/vList2"/>
    <dgm:cxn modelId="{42308898-4742-4886-83B6-08AC9B9DCD32}" srcId="{BC767DED-BF99-43B3-8D68-DDC447B2110C}" destId="{E3A4BA7B-B1D4-44A8-901B-139B97C501D8}" srcOrd="0" destOrd="0" parTransId="{1E7957C4-C07C-4A7B-9F42-34C38F02781F}" sibTransId="{6A9E7FB0-D4C3-4F4D-84AC-DB197DCF3C19}"/>
    <dgm:cxn modelId="{19ECC0DA-AE3D-4150-89BE-16AE47B2F51A}" type="presOf" srcId="{8B14D1C6-5E2D-484F-ACEC-0BFC73ABB49F}" destId="{BA756326-E04E-4E8B-8A50-7B36F71E9A65}" srcOrd="0" destOrd="0" presId="urn:microsoft.com/office/officeart/2005/8/layout/vList2"/>
    <dgm:cxn modelId="{0CFC7CEC-A4EF-4DCE-85E8-1F844DF89DAD}" srcId="{BC767DED-BF99-43B3-8D68-DDC447B2110C}" destId="{82DFAAB3-7AF0-4370-8AD6-1AAFFE31521C}" srcOrd="2" destOrd="0" parTransId="{8484B506-B16E-4844-BA23-3FE8FC80BF50}" sibTransId="{05185E91-58B4-41DE-A941-F2A9EA2B3F7B}"/>
    <dgm:cxn modelId="{16693AF8-8221-45EF-93AC-0FEAC809887B}" srcId="{BC767DED-BF99-43B3-8D68-DDC447B2110C}" destId="{75CC5B98-DBC4-4FB2-A18C-8B44C6F8ED21}" srcOrd="4" destOrd="0" parTransId="{5963292B-CAE9-4814-A7A8-0AF28EE04C2E}" sibTransId="{A60C75FF-6356-48A8-B3B5-2F3FD5FDBA71}"/>
    <dgm:cxn modelId="{BCDA3CFB-8E7F-46B5-8889-EF87B92932FA}" type="presOf" srcId="{BC767DED-BF99-43B3-8D68-DDC447B2110C}" destId="{B4B860E2-16AA-42F3-914E-1E944CC9697A}" srcOrd="0" destOrd="0" presId="urn:microsoft.com/office/officeart/2005/8/layout/vList2"/>
    <dgm:cxn modelId="{1A2E19B6-3951-4945-B9A3-DB23B3D270C3}" type="presParOf" srcId="{B4B860E2-16AA-42F3-914E-1E944CC9697A}" destId="{8F360DB4-5379-41E3-A024-EF1DD43F379B}" srcOrd="0" destOrd="0" presId="urn:microsoft.com/office/officeart/2005/8/layout/vList2"/>
    <dgm:cxn modelId="{DB28C4C9-613B-451B-A66C-8DFCA975D6D7}" type="presParOf" srcId="{B4B860E2-16AA-42F3-914E-1E944CC9697A}" destId="{6A78FCDE-CA0A-4F47-8731-53B066EC355D}" srcOrd="1" destOrd="0" presId="urn:microsoft.com/office/officeart/2005/8/layout/vList2"/>
    <dgm:cxn modelId="{250953FB-24D2-430F-A51C-275B5AD09E6A}" type="presParOf" srcId="{B4B860E2-16AA-42F3-914E-1E944CC9697A}" destId="{BA756326-E04E-4E8B-8A50-7B36F71E9A65}" srcOrd="2" destOrd="0" presId="urn:microsoft.com/office/officeart/2005/8/layout/vList2"/>
    <dgm:cxn modelId="{275E526E-6204-418F-AABA-E321BC81F373}" type="presParOf" srcId="{B4B860E2-16AA-42F3-914E-1E944CC9697A}" destId="{04D2994B-7818-44EF-8AE0-2246DF63998A}" srcOrd="3" destOrd="0" presId="urn:microsoft.com/office/officeart/2005/8/layout/vList2"/>
    <dgm:cxn modelId="{369BEE3A-DF1F-4564-9707-B455499FEDB0}" type="presParOf" srcId="{B4B860E2-16AA-42F3-914E-1E944CC9697A}" destId="{4E27838D-DF9D-4020-A631-6749929D1D67}" srcOrd="4" destOrd="0" presId="urn:microsoft.com/office/officeart/2005/8/layout/vList2"/>
    <dgm:cxn modelId="{3C8C81C0-5E1A-4E04-8CD5-1F910A60F738}" type="presParOf" srcId="{B4B860E2-16AA-42F3-914E-1E944CC9697A}" destId="{D05BD8AA-789B-4305-AD1D-37D24C43883A}" srcOrd="5" destOrd="0" presId="urn:microsoft.com/office/officeart/2005/8/layout/vList2"/>
    <dgm:cxn modelId="{588E939B-1743-422D-96B5-90405B9BE863}" type="presParOf" srcId="{B4B860E2-16AA-42F3-914E-1E944CC9697A}" destId="{CFD19A65-4847-43E8-A344-3613F18A8C05}" srcOrd="6" destOrd="0" presId="urn:microsoft.com/office/officeart/2005/8/layout/vList2"/>
    <dgm:cxn modelId="{8D0410B7-048A-45F2-A9E0-A295323F4C5D}" type="presParOf" srcId="{B4B860E2-16AA-42F3-914E-1E944CC9697A}" destId="{20074F3C-E762-44D6-ADF8-2CC029D9A168}" srcOrd="7" destOrd="0" presId="urn:microsoft.com/office/officeart/2005/8/layout/vList2"/>
    <dgm:cxn modelId="{4722FE33-1C20-4E00-9EAA-F1D92D575D54}" type="presParOf" srcId="{B4B860E2-16AA-42F3-914E-1E944CC9697A}" destId="{890640E4-5C1B-4AE8-91FD-48BBF01B45D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AF1FC4-AF8C-4B56-B958-1D1599F2C891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5B47829-7397-46E6-B695-D68BB53992FC}">
      <dgm:prSet/>
      <dgm:spPr/>
      <dgm:t>
        <a:bodyPr/>
        <a:lstStyle/>
        <a:p>
          <a:r>
            <a:rPr lang="en-GB"/>
            <a:t>Git is a </a:t>
          </a:r>
          <a:r>
            <a:rPr lang="en-GB" b="1"/>
            <a:t>distributed version control system</a:t>
          </a:r>
          <a:endParaRPr lang="en-US"/>
        </a:p>
      </dgm:t>
    </dgm:pt>
    <dgm:pt modelId="{A4DE7DE2-FF38-4B50-91F2-2A86AD81181D}" type="parTrans" cxnId="{CEBEFAD2-726C-4CDD-AD8C-27E74234F180}">
      <dgm:prSet/>
      <dgm:spPr/>
      <dgm:t>
        <a:bodyPr/>
        <a:lstStyle/>
        <a:p>
          <a:endParaRPr lang="en-US"/>
        </a:p>
      </dgm:t>
    </dgm:pt>
    <dgm:pt modelId="{7A1AD8C8-9406-4BE9-9CBF-32AD46D719A3}" type="sibTrans" cxnId="{CEBEFAD2-726C-4CDD-AD8C-27E74234F180}">
      <dgm:prSet/>
      <dgm:spPr/>
      <dgm:t>
        <a:bodyPr/>
        <a:lstStyle/>
        <a:p>
          <a:endParaRPr lang="en-US"/>
        </a:p>
      </dgm:t>
    </dgm:pt>
    <dgm:pt modelId="{CF7BF7A1-530B-47DE-AE9A-7DF88D105746}">
      <dgm:prSet/>
      <dgm:spPr/>
      <dgm:t>
        <a:bodyPr/>
        <a:lstStyle/>
        <a:p>
          <a:r>
            <a:rPr lang="en-GB"/>
            <a:t>Tracks changes in source code during software development</a:t>
          </a:r>
          <a:endParaRPr lang="en-US"/>
        </a:p>
      </dgm:t>
    </dgm:pt>
    <dgm:pt modelId="{06FF6B69-ECDA-4C0D-ABF4-0E69737A89D7}" type="parTrans" cxnId="{8CCA2BBB-F085-497C-927E-FEC3C7DAAF87}">
      <dgm:prSet/>
      <dgm:spPr/>
      <dgm:t>
        <a:bodyPr/>
        <a:lstStyle/>
        <a:p>
          <a:endParaRPr lang="en-US"/>
        </a:p>
      </dgm:t>
    </dgm:pt>
    <dgm:pt modelId="{31EDE076-1B38-466B-B8DE-C1FE5630B45F}" type="sibTrans" cxnId="{8CCA2BBB-F085-497C-927E-FEC3C7DAAF87}">
      <dgm:prSet/>
      <dgm:spPr/>
      <dgm:t>
        <a:bodyPr/>
        <a:lstStyle/>
        <a:p>
          <a:endParaRPr lang="en-US"/>
        </a:p>
      </dgm:t>
    </dgm:pt>
    <dgm:pt modelId="{40A8B33B-ECA4-4FFF-B8A1-BE91B5EF8DEE}">
      <dgm:prSet/>
      <dgm:spPr/>
      <dgm:t>
        <a:bodyPr/>
        <a:lstStyle/>
        <a:p>
          <a:r>
            <a:rPr lang="en-GB"/>
            <a:t>Allows multiple developers to collaborate efficiently</a:t>
          </a:r>
          <a:endParaRPr lang="en-US"/>
        </a:p>
      </dgm:t>
    </dgm:pt>
    <dgm:pt modelId="{7FC98B99-4AD0-4E04-864A-47ACBA03EAD9}" type="parTrans" cxnId="{897D690A-99F8-4612-84EA-EEE04B29FCD2}">
      <dgm:prSet/>
      <dgm:spPr/>
      <dgm:t>
        <a:bodyPr/>
        <a:lstStyle/>
        <a:p>
          <a:endParaRPr lang="en-US"/>
        </a:p>
      </dgm:t>
    </dgm:pt>
    <dgm:pt modelId="{D4E076C5-70AB-48B5-951A-2C965A1A8702}" type="sibTrans" cxnId="{897D690A-99F8-4612-84EA-EEE04B29FCD2}">
      <dgm:prSet/>
      <dgm:spPr/>
      <dgm:t>
        <a:bodyPr/>
        <a:lstStyle/>
        <a:p>
          <a:endParaRPr lang="en-US"/>
        </a:p>
      </dgm:t>
    </dgm:pt>
    <dgm:pt modelId="{73116C22-20A6-4CEF-BFD2-FF169EDD2A9A}">
      <dgm:prSet/>
      <dgm:spPr/>
      <dgm:t>
        <a:bodyPr/>
        <a:lstStyle/>
        <a:p>
          <a:r>
            <a:rPr lang="en-GB"/>
            <a:t>Created by Linus Torvalds in 2005</a:t>
          </a:r>
          <a:endParaRPr lang="en-US"/>
        </a:p>
      </dgm:t>
    </dgm:pt>
    <dgm:pt modelId="{D943F2F2-A339-4301-A523-A69DB6A927CD}" type="parTrans" cxnId="{434308FB-75FC-4C79-B45D-0204D61C0DE6}">
      <dgm:prSet/>
      <dgm:spPr/>
      <dgm:t>
        <a:bodyPr/>
        <a:lstStyle/>
        <a:p>
          <a:endParaRPr lang="en-US"/>
        </a:p>
      </dgm:t>
    </dgm:pt>
    <dgm:pt modelId="{BC6706FA-4911-475C-B3AF-10DB5BCC1930}" type="sibTrans" cxnId="{434308FB-75FC-4C79-B45D-0204D61C0DE6}">
      <dgm:prSet/>
      <dgm:spPr/>
      <dgm:t>
        <a:bodyPr/>
        <a:lstStyle/>
        <a:p>
          <a:endParaRPr lang="en-US"/>
        </a:p>
      </dgm:t>
    </dgm:pt>
    <dgm:pt modelId="{A90F383D-A799-4114-BEEE-81AEDC656733}" type="pres">
      <dgm:prSet presAssocID="{40AF1FC4-AF8C-4B56-B958-1D1599F2C891}" presName="vert0" presStyleCnt="0">
        <dgm:presLayoutVars>
          <dgm:dir/>
          <dgm:animOne val="branch"/>
          <dgm:animLvl val="lvl"/>
        </dgm:presLayoutVars>
      </dgm:prSet>
      <dgm:spPr/>
    </dgm:pt>
    <dgm:pt modelId="{380249AE-4D9C-4662-9D06-7232014429D6}" type="pres">
      <dgm:prSet presAssocID="{D5B47829-7397-46E6-B695-D68BB53992FC}" presName="thickLine" presStyleLbl="alignNode1" presStyleIdx="0" presStyleCnt="4"/>
      <dgm:spPr/>
    </dgm:pt>
    <dgm:pt modelId="{E2C83E75-1223-4DC0-A01D-63F16458722B}" type="pres">
      <dgm:prSet presAssocID="{D5B47829-7397-46E6-B695-D68BB53992FC}" presName="horz1" presStyleCnt="0"/>
      <dgm:spPr/>
    </dgm:pt>
    <dgm:pt modelId="{A39012D6-CFAE-442F-A00F-AE26B89C30ED}" type="pres">
      <dgm:prSet presAssocID="{D5B47829-7397-46E6-B695-D68BB53992FC}" presName="tx1" presStyleLbl="revTx" presStyleIdx="0" presStyleCnt="4"/>
      <dgm:spPr/>
    </dgm:pt>
    <dgm:pt modelId="{B85AC8D3-D543-43BE-BD23-FCA22FDE62D1}" type="pres">
      <dgm:prSet presAssocID="{D5B47829-7397-46E6-B695-D68BB53992FC}" presName="vert1" presStyleCnt="0"/>
      <dgm:spPr/>
    </dgm:pt>
    <dgm:pt modelId="{C38BB26B-6106-40D1-9315-172584244FD8}" type="pres">
      <dgm:prSet presAssocID="{CF7BF7A1-530B-47DE-AE9A-7DF88D105746}" presName="thickLine" presStyleLbl="alignNode1" presStyleIdx="1" presStyleCnt="4"/>
      <dgm:spPr/>
    </dgm:pt>
    <dgm:pt modelId="{6BC25B9C-469D-4CA4-8DD0-2F87AA143FDB}" type="pres">
      <dgm:prSet presAssocID="{CF7BF7A1-530B-47DE-AE9A-7DF88D105746}" presName="horz1" presStyleCnt="0"/>
      <dgm:spPr/>
    </dgm:pt>
    <dgm:pt modelId="{2699D926-50CD-4868-9A3E-869EC0CCF8DC}" type="pres">
      <dgm:prSet presAssocID="{CF7BF7A1-530B-47DE-AE9A-7DF88D105746}" presName="tx1" presStyleLbl="revTx" presStyleIdx="1" presStyleCnt="4"/>
      <dgm:spPr/>
    </dgm:pt>
    <dgm:pt modelId="{6D279902-34EB-43DE-95DE-935FDA8CA571}" type="pres">
      <dgm:prSet presAssocID="{CF7BF7A1-530B-47DE-AE9A-7DF88D105746}" presName="vert1" presStyleCnt="0"/>
      <dgm:spPr/>
    </dgm:pt>
    <dgm:pt modelId="{906D5090-0018-4D58-9954-D8005CCF905E}" type="pres">
      <dgm:prSet presAssocID="{40A8B33B-ECA4-4FFF-B8A1-BE91B5EF8DEE}" presName="thickLine" presStyleLbl="alignNode1" presStyleIdx="2" presStyleCnt="4"/>
      <dgm:spPr/>
    </dgm:pt>
    <dgm:pt modelId="{DFA378CF-174F-487E-B89E-0E52603A65B5}" type="pres">
      <dgm:prSet presAssocID="{40A8B33B-ECA4-4FFF-B8A1-BE91B5EF8DEE}" presName="horz1" presStyleCnt="0"/>
      <dgm:spPr/>
    </dgm:pt>
    <dgm:pt modelId="{74D47F48-B58A-49B3-9ADF-CCE78A292B04}" type="pres">
      <dgm:prSet presAssocID="{40A8B33B-ECA4-4FFF-B8A1-BE91B5EF8DEE}" presName="tx1" presStyleLbl="revTx" presStyleIdx="2" presStyleCnt="4"/>
      <dgm:spPr/>
    </dgm:pt>
    <dgm:pt modelId="{73731A58-6842-43D3-BA82-7696EB263378}" type="pres">
      <dgm:prSet presAssocID="{40A8B33B-ECA4-4FFF-B8A1-BE91B5EF8DEE}" presName="vert1" presStyleCnt="0"/>
      <dgm:spPr/>
    </dgm:pt>
    <dgm:pt modelId="{655C08D5-C7A3-414C-A08B-A657D21D9134}" type="pres">
      <dgm:prSet presAssocID="{73116C22-20A6-4CEF-BFD2-FF169EDD2A9A}" presName="thickLine" presStyleLbl="alignNode1" presStyleIdx="3" presStyleCnt="4"/>
      <dgm:spPr/>
    </dgm:pt>
    <dgm:pt modelId="{090C3E5F-14A2-424D-AEA5-04FDC5AE8F19}" type="pres">
      <dgm:prSet presAssocID="{73116C22-20A6-4CEF-BFD2-FF169EDD2A9A}" presName="horz1" presStyleCnt="0"/>
      <dgm:spPr/>
    </dgm:pt>
    <dgm:pt modelId="{FD963C15-E441-4476-9D3B-C4C2751ADF65}" type="pres">
      <dgm:prSet presAssocID="{73116C22-20A6-4CEF-BFD2-FF169EDD2A9A}" presName="tx1" presStyleLbl="revTx" presStyleIdx="3" presStyleCnt="4"/>
      <dgm:spPr/>
    </dgm:pt>
    <dgm:pt modelId="{44001DED-DD8A-4655-9819-4E7755CAF9E6}" type="pres">
      <dgm:prSet presAssocID="{73116C22-20A6-4CEF-BFD2-FF169EDD2A9A}" presName="vert1" presStyleCnt="0"/>
      <dgm:spPr/>
    </dgm:pt>
  </dgm:ptLst>
  <dgm:cxnLst>
    <dgm:cxn modelId="{897D690A-99F8-4612-84EA-EEE04B29FCD2}" srcId="{40AF1FC4-AF8C-4B56-B958-1D1599F2C891}" destId="{40A8B33B-ECA4-4FFF-B8A1-BE91B5EF8DEE}" srcOrd="2" destOrd="0" parTransId="{7FC98B99-4AD0-4E04-864A-47ACBA03EAD9}" sibTransId="{D4E076C5-70AB-48B5-951A-2C965A1A8702}"/>
    <dgm:cxn modelId="{DB2F4F27-2275-41D3-B0BD-24E45ADF3676}" type="presOf" srcId="{40AF1FC4-AF8C-4B56-B958-1D1599F2C891}" destId="{A90F383D-A799-4114-BEEE-81AEDC656733}" srcOrd="0" destOrd="0" presId="urn:microsoft.com/office/officeart/2008/layout/LinedList"/>
    <dgm:cxn modelId="{E9010063-3304-42A2-BD25-46573EBA0ED4}" type="presOf" srcId="{D5B47829-7397-46E6-B695-D68BB53992FC}" destId="{A39012D6-CFAE-442F-A00F-AE26B89C30ED}" srcOrd="0" destOrd="0" presId="urn:microsoft.com/office/officeart/2008/layout/LinedList"/>
    <dgm:cxn modelId="{67ACE869-8A56-4378-83E0-B98BD4957B40}" type="presOf" srcId="{40A8B33B-ECA4-4FFF-B8A1-BE91B5EF8DEE}" destId="{74D47F48-B58A-49B3-9ADF-CCE78A292B04}" srcOrd="0" destOrd="0" presId="urn:microsoft.com/office/officeart/2008/layout/LinedList"/>
    <dgm:cxn modelId="{6AF649A1-34D5-416B-886C-E84454FFFAD4}" type="presOf" srcId="{73116C22-20A6-4CEF-BFD2-FF169EDD2A9A}" destId="{FD963C15-E441-4476-9D3B-C4C2751ADF65}" srcOrd="0" destOrd="0" presId="urn:microsoft.com/office/officeart/2008/layout/LinedList"/>
    <dgm:cxn modelId="{757BA7AE-1DC7-40FD-BAF5-0AD85AEE252A}" type="presOf" srcId="{CF7BF7A1-530B-47DE-AE9A-7DF88D105746}" destId="{2699D926-50CD-4868-9A3E-869EC0CCF8DC}" srcOrd="0" destOrd="0" presId="urn:microsoft.com/office/officeart/2008/layout/LinedList"/>
    <dgm:cxn modelId="{8CCA2BBB-F085-497C-927E-FEC3C7DAAF87}" srcId="{40AF1FC4-AF8C-4B56-B958-1D1599F2C891}" destId="{CF7BF7A1-530B-47DE-AE9A-7DF88D105746}" srcOrd="1" destOrd="0" parTransId="{06FF6B69-ECDA-4C0D-ABF4-0E69737A89D7}" sibTransId="{31EDE076-1B38-466B-B8DE-C1FE5630B45F}"/>
    <dgm:cxn modelId="{CEBEFAD2-726C-4CDD-AD8C-27E74234F180}" srcId="{40AF1FC4-AF8C-4B56-B958-1D1599F2C891}" destId="{D5B47829-7397-46E6-B695-D68BB53992FC}" srcOrd="0" destOrd="0" parTransId="{A4DE7DE2-FF38-4B50-91F2-2A86AD81181D}" sibTransId="{7A1AD8C8-9406-4BE9-9CBF-32AD46D719A3}"/>
    <dgm:cxn modelId="{434308FB-75FC-4C79-B45D-0204D61C0DE6}" srcId="{40AF1FC4-AF8C-4B56-B958-1D1599F2C891}" destId="{73116C22-20A6-4CEF-BFD2-FF169EDD2A9A}" srcOrd="3" destOrd="0" parTransId="{D943F2F2-A339-4301-A523-A69DB6A927CD}" sibTransId="{BC6706FA-4911-475C-B3AF-10DB5BCC1930}"/>
    <dgm:cxn modelId="{E9572753-157C-487A-A7DB-65438867FAFC}" type="presParOf" srcId="{A90F383D-A799-4114-BEEE-81AEDC656733}" destId="{380249AE-4D9C-4662-9D06-7232014429D6}" srcOrd="0" destOrd="0" presId="urn:microsoft.com/office/officeart/2008/layout/LinedList"/>
    <dgm:cxn modelId="{62E4F1DC-0A08-4224-A198-DD450E149C10}" type="presParOf" srcId="{A90F383D-A799-4114-BEEE-81AEDC656733}" destId="{E2C83E75-1223-4DC0-A01D-63F16458722B}" srcOrd="1" destOrd="0" presId="urn:microsoft.com/office/officeart/2008/layout/LinedList"/>
    <dgm:cxn modelId="{90DE8638-019C-4AA2-9B88-7B052ACFBE9A}" type="presParOf" srcId="{E2C83E75-1223-4DC0-A01D-63F16458722B}" destId="{A39012D6-CFAE-442F-A00F-AE26B89C30ED}" srcOrd="0" destOrd="0" presId="urn:microsoft.com/office/officeart/2008/layout/LinedList"/>
    <dgm:cxn modelId="{FC28A897-FD88-42B8-B803-7A38604F7B34}" type="presParOf" srcId="{E2C83E75-1223-4DC0-A01D-63F16458722B}" destId="{B85AC8D3-D543-43BE-BD23-FCA22FDE62D1}" srcOrd="1" destOrd="0" presId="urn:microsoft.com/office/officeart/2008/layout/LinedList"/>
    <dgm:cxn modelId="{1400E845-6A6A-4E6B-A469-9737869D9933}" type="presParOf" srcId="{A90F383D-A799-4114-BEEE-81AEDC656733}" destId="{C38BB26B-6106-40D1-9315-172584244FD8}" srcOrd="2" destOrd="0" presId="urn:microsoft.com/office/officeart/2008/layout/LinedList"/>
    <dgm:cxn modelId="{E49345C9-78FD-49F3-AB01-0FB5AB5FA0B2}" type="presParOf" srcId="{A90F383D-A799-4114-BEEE-81AEDC656733}" destId="{6BC25B9C-469D-4CA4-8DD0-2F87AA143FDB}" srcOrd="3" destOrd="0" presId="urn:microsoft.com/office/officeart/2008/layout/LinedList"/>
    <dgm:cxn modelId="{ED635D98-600D-49B2-96A2-C7000CB4440C}" type="presParOf" srcId="{6BC25B9C-469D-4CA4-8DD0-2F87AA143FDB}" destId="{2699D926-50CD-4868-9A3E-869EC0CCF8DC}" srcOrd="0" destOrd="0" presId="urn:microsoft.com/office/officeart/2008/layout/LinedList"/>
    <dgm:cxn modelId="{B1CCBA1E-2052-476F-84BF-6A81624A6A34}" type="presParOf" srcId="{6BC25B9C-469D-4CA4-8DD0-2F87AA143FDB}" destId="{6D279902-34EB-43DE-95DE-935FDA8CA571}" srcOrd="1" destOrd="0" presId="urn:microsoft.com/office/officeart/2008/layout/LinedList"/>
    <dgm:cxn modelId="{272BDA97-EB9C-47A7-9DBB-A580D43C4CE2}" type="presParOf" srcId="{A90F383D-A799-4114-BEEE-81AEDC656733}" destId="{906D5090-0018-4D58-9954-D8005CCF905E}" srcOrd="4" destOrd="0" presId="urn:microsoft.com/office/officeart/2008/layout/LinedList"/>
    <dgm:cxn modelId="{6F6DAB45-9881-4061-834E-1EF7E820FD64}" type="presParOf" srcId="{A90F383D-A799-4114-BEEE-81AEDC656733}" destId="{DFA378CF-174F-487E-B89E-0E52603A65B5}" srcOrd="5" destOrd="0" presId="urn:microsoft.com/office/officeart/2008/layout/LinedList"/>
    <dgm:cxn modelId="{5229304B-238D-442A-ACE8-8F3C590F8CC2}" type="presParOf" srcId="{DFA378CF-174F-487E-B89E-0E52603A65B5}" destId="{74D47F48-B58A-49B3-9ADF-CCE78A292B04}" srcOrd="0" destOrd="0" presId="urn:microsoft.com/office/officeart/2008/layout/LinedList"/>
    <dgm:cxn modelId="{81042BC3-7ACC-45E5-B3EF-AB94C5F66C32}" type="presParOf" srcId="{DFA378CF-174F-487E-B89E-0E52603A65B5}" destId="{73731A58-6842-43D3-BA82-7696EB263378}" srcOrd="1" destOrd="0" presId="urn:microsoft.com/office/officeart/2008/layout/LinedList"/>
    <dgm:cxn modelId="{1D750A87-C690-4C10-B497-84724ADFABEE}" type="presParOf" srcId="{A90F383D-A799-4114-BEEE-81AEDC656733}" destId="{655C08D5-C7A3-414C-A08B-A657D21D9134}" srcOrd="6" destOrd="0" presId="urn:microsoft.com/office/officeart/2008/layout/LinedList"/>
    <dgm:cxn modelId="{49E10A52-AB8E-44F8-8469-7AECAA2E2FC3}" type="presParOf" srcId="{A90F383D-A799-4114-BEEE-81AEDC656733}" destId="{090C3E5F-14A2-424D-AEA5-04FDC5AE8F19}" srcOrd="7" destOrd="0" presId="urn:microsoft.com/office/officeart/2008/layout/LinedList"/>
    <dgm:cxn modelId="{31D07156-FAA6-44B8-900D-AB4A62B521D8}" type="presParOf" srcId="{090C3E5F-14A2-424D-AEA5-04FDC5AE8F19}" destId="{FD963C15-E441-4476-9D3B-C4C2751ADF65}" srcOrd="0" destOrd="0" presId="urn:microsoft.com/office/officeart/2008/layout/LinedList"/>
    <dgm:cxn modelId="{A6D53D9A-4393-4960-A671-0CC58DAD00B3}" type="presParOf" srcId="{090C3E5F-14A2-424D-AEA5-04FDC5AE8F19}" destId="{44001DED-DD8A-4655-9819-4E7755CAF9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C7E2F2-0818-4F4B-9C3C-BC8E129683F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01EB03-89A9-4EFC-989E-2782AE581D78}">
      <dgm:prSet/>
      <dgm:spPr/>
      <dgm:t>
        <a:bodyPr/>
        <a:lstStyle/>
        <a:p>
          <a:r>
            <a:rPr lang="en-US" b="0" i="0" baseline="0"/>
            <a:t>Distributed architecture</a:t>
          </a:r>
          <a:endParaRPr lang="en-US"/>
        </a:p>
      </dgm:t>
    </dgm:pt>
    <dgm:pt modelId="{03B4FCFD-78C5-4B69-8CD8-B9E71FD094C5}" type="parTrans" cxnId="{8EDA07DD-6FA4-4937-B0CD-939BFA2650AC}">
      <dgm:prSet/>
      <dgm:spPr/>
      <dgm:t>
        <a:bodyPr/>
        <a:lstStyle/>
        <a:p>
          <a:endParaRPr lang="en-US"/>
        </a:p>
      </dgm:t>
    </dgm:pt>
    <dgm:pt modelId="{A3877242-202B-4D00-AB00-9F4B6CDFB809}" type="sibTrans" cxnId="{8EDA07DD-6FA4-4937-B0CD-939BFA2650AC}">
      <dgm:prSet/>
      <dgm:spPr/>
      <dgm:t>
        <a:bodyPr/>
        <a:lstStyle/>
        <a:p>
          <a:endParaRPr lang="en-US"/>
        </a:p>
      </dgm:t>
    </dgm:pt>
    <dgm:pt modelId="{4906907D-CC82-4B82-876A-9FE4309452F4}">
      <dgm:prSet/>
      <dgm:spPr/>
      <dgm:t>
        <a:bodyPr/>
        <a:lstStyle/>
        <a:p>
          <a:r>
            <a:rPr lang="en-US" b="0" i="0" baseline="0" dirty="0"/>
            <a:t> Full history tracking</a:t>
          </a:r>
          <a:endParaRPr lang="en-US" dirty="0"/>
        </a:p>
      </dgm:t>
    </dgm:pt>
    <dgm:pt modelId="{F69D98AE-2954-4295-B13B-7E533CE1A639}" type="parTrans" cxnId="{38995A41-BDFE-4B75-AE57-24E9A911A89E}">
      <dgm:prSet/>
      <dgm:spPr/>
      <dgm:t>
        <a:bodyPr/>
        <a:lstStyle/>
        <a:p>
          <a:endParaRPr lang="en-US"/>
        </a:p>
      </dgm:t>
    </dgm:pt>
    <dgm:pt modelId="{D712740B-E4DB-4965-B9B6-75EA0705C13E}" type="sibTrans" cxnId="{38995A41-BDFE-4B75-AE57-24E9A911A89E}">
      <dgm:prSet/>
      <dgm:spPr/>
      <dgm:t>
        <a:bodyPr/>
        <a:lstStyle/>
        <a:p>
          <a:endParaRPr lang="en-US"/>
        </a:p>
      </dgm:t>
    </dgm:pt>
    <dgm:pt modelId="{5ECE11A0-DDB5-434D-A0DF-1DCC83449984}">
      <dgm:prSet/>
      <dgm:spPr/>
      <dgm:t>
        <a:bodyPr/>
        <a:lstStyle/>
        <a:p>
          <a:r>
            <a:rPr lang="en-US" b="0" i="0" baseline="0" dirty="0"/>
            <a:t> Branching and merging</a:t>
          </a:r>
          <a:endParaRPr lang="en-US" dirty="0"/>
        </a:p>
      </dgm:t>
    </dgm:pt>
    <dgm:pt modelId="{4D925744-62D2-4120-BEF5-3E4B39E29AFF}" type="parTrans" cxnId="{357D9792-845A-48B5-87CD-B4B802BCD568}">
      <dgm:prSet/>
      <dgm:spPr/>
      <dgm:t>
        <a:bodyPr/>
        <a:lstStyle/>
        <a:p>
          <a:endParaRPr lang="en-US"/>
        </a:p>
      </dgm:t>
    </dgm:pt>
    <dgm:pt modelId="{CE8478B9-7EFD-496D-9286-F1FCBD17823E}" type="sibTrans" cxnId="{357D9792-845A-48B5-87CD-B4B802BCD568}">
      <dgm:prSet/>
      <dgm:spPr/>
      <dgm:t>
        <a:bodyPr/>
        <a:lstStyle/>
        <a:p>
          <a:endParaRPr lang="en-US"/>
        </a:p>
      </dgm:t>
    </dgm:pt>
    <dgm:pt modelId="{38806C6E-4262-401A-86C6-6FAB93928C16}">
      <dgm:prSet/>
      <dgm:spPr/>
      <dgm:t>
        <a:bodyPr/>
        <a:lstStyle/>
        <a:p>
          <a:r>
            <a:rPr lang="en-US" b="0" i="0" baseline="0" dirty="0"/>
            <a:t> Fast performance</a:t>
          </a:r>
          <a:endParaRPr lang="en-US" dirty="0"/>
        </a:p>
      </dgm:t>
    </dgm:pt>
    <dgm:pt modelId="{8EF607BA-1A60-49C6-8879-C5733361B744}" type="parTrans" cxnId="{2E2D97F8-867C-41EE-A481-6BA8FCC0F7F1}">
      <dgm:prSet/>
      <dgm:spPr/>
      <dgm:t>
        <a:bodyPr/>
        <a:lstStyle/>
        <a:p>
          <a:endParaRPr lang="en-US"/>
        </a:p>
      </dgm:t>
    </dgm:pt>
    <dgm:pt modelId="{C9F313D5-A208-4A5F-AE8F-94E82BEBA9D0}" type="sibTrans" cxnId="{2E2D97F8-867C-41EE-A481-6BA8FCC0F7F1}">
      <dgm:prSet/>
      <dgm:spPr/>
      <dgm:t>
        <a:bodyPr/>
        <a:lstStyle/>
        <a:p>
          <a:endParaRPr lang="en-US"/>
        </a:p>
      </dgm:t>
    </dgm:pt>
    <dgm:pt modelId="{6750DA0D-4517-4F9A-88BD-E53910E738D7}">
      <dgm:prSet/>
      <dgm:spPr/>
      <dgm:t>
        <a:bodyPr/>
        <a:lstStyle/>
        <a:p>
          <a:r>
            <a:rPr lang="en-US" b="0" i="0" baseline="0" dirty="0"/>
            <a:t> Secure and reliable</a:t>
          </a:r>
          <a:endParaRPr lang="en-US" dirty="0"/>
        </a:p>
      </dgm:t>
    </dgm:pt>
    <dgm:pt modelId="{596FF84B-C01B-41DC-A87D-1699B5BFEB5D}" type="parTrans" cxnId="{58A0CADC-B55F-448D-9DAD-EC2C011A87BE}">
      <dgm:prSet/>
      <dgm:spPr/>
      <dgm:t>
        <a:bodyPr/>
        <a:lstStyle/>
        <a:p>
          <a:endParaRPr lang="en-US"/>
        </a:p>
      </dgm:t>
    </dgm:pt>
    <dgm:pt modelId="{655FBEA4-4C40-4451-BAF4-8141C969EA1C}" type="sibTrans" cxnId="{58A0CADC-B55F-448D-9DAD-EC2C011A87BE}">
      <dgm:prSet/>
      <dgm:spPr/>
      <dgm:t>
        <a:bodyPr/>
        <a:lstStyle/>
        <a:p>
          <a:endParaRPr lang="en-US"/>
        </a:p>
      </dgm:t>
    </dgm:pt>
    <dgm:pt modelId="{DB127775-3332-4010-9489-65A37E2628D2}" type="pres">
      <dgm:prSet presAssocID="{79C7E2F2-0818-4F4B-9C3C-BC8E129683FF}" presName="linear" presStyleCnt="0">
        <dgm:presLayoutVars>
          <dgm:animLvl val="lvl"/>
          <dgm:resizeHandles val="exact"/>
        </dgm:presLayoutVars>
      </dgm:prSet>
      <dgm:spPr/>
    </dgm:pt>
    <dgm:pt modelId="{7471EE42-F273-4815-83AC-C34E8D484D8C}" type="pres">
      <dgm:prSet presAssocID="{6301EB03-89A9-4EFC-989E-2782AE581D7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4B2A99F-C076-4272-880E-1D07E7891352}" type="pres">
      <dgm:prSet presAssocID="{A3877242-202B-4D00-AB00-9F4B6CDFB809}" presName="spacer" presStyleCnt="0"/>
      <dgm:spPr/>
    </dgm:pt>
    <dgm:pt modelId="{18D3E82E-FD48-4876-8668-54B9E5936F77}" type="pres">
      <dgm:prSet presAssocID="{4906907D-CC82-4B82-876A-9FE4309452F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C0E4E06-CA08-4112-A200-541BEF3385E1}" type="pres">
      <dgm:prSet presAssocID="{D712740B-E4DB-4965-B9B6-75EA0705C13E}" presName="spacer" presStyleCnt="0"/>
      <dgm:spPr/>
    </dgm:pt>
    <dgm:pt modelId="{02E9787D-3628-4E4A-9A2A-A9765ACBE333}" type="pres">
      <dgm:prSet presAssocID="{5ECE11A0-DDB5-434D-A0DF-1DCC8344998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4BC7432-A4D4-4D26-A499-6665D7A86B61}" type="pres">
      <dgm:prSet presAssocID="{CE8478B9-7EFD-496D-9286-F1FCBD17823E}" presName="spacer" presStyleCnt="0"/>
      <dgm:spPr/>
    </dgm:pt>
    <dgm:pt modelId="{A951ACB6-6876-4FF6-9030-909558DE0C76}" type="pres">
      <dgm:prSet presAssocID="{38806C6E-4262-401A-86C6-6FAB93928C1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A4D6292-A6F4-414C-A4D9-A263FDC88642}" type="pres">
      <dgm:prSet presAssocID="{C9F313D5-A208-4A5F-AE8F-94E82BEBA9D0}" presName="spacer" presStyleCnt="0"/>
      <dgm:spPr/>
    </dgm:pt>
    <dgm:pt modelId="{5D0F4E3F-F896-4040-B23B-16FDB8E9E111}" type="pres">
      <dgm:prSet presAssocID="{6750DA0D-4517-4F9A-88BD-E53910E738D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1AE251C-CC5C-475E-BB61-E67A5328FA92}" type="presOf" srcId="{6301EB03-89A9-4EFC-989E-2782AE581D78}" destId="{7471EE42-F273-4815-83AC-C34E8D484D8C}" srcOrd="0" destOrd="0" presId="urn:microsoft.com/office/officeart/2005/8/layout/vList2"/>
    <dgm:cxn modelId="{B16E6E32-6398-48DC-9E18-5E360342AF5A}" type="presOf" srcId="{4906907D-CC82-4B82-876A-9FE4309452F4}" destId="{18D3E82E-FD48-4876-8668-54B9E5936F77}" srcOrd="0" destOrd="0" presId="urn:microsoft.com/office/officeart/2005/8/layout/vList2"/>
    <dgm:cxn modelId="{CE131D39-5863-41B4-A404-F90EC18A5B1E}" type="presOf" srcId="{38806C6E-4262-401A-86C6-6FAB93928C16}" destId="{A951ACB6-6876-4FF6-9030-909558DE0C76}" srcOrd="0" destOrd="0" presId="urn:microsoft.com/office/officeart/2005/8/layout/vList2"/>
    <dgm:cxn modelId="{38995A41-BDFE-4B75-AE57-24E9A911A89E}" srcId="{79C7E2F2-0818-4F4B-9C3C-BC8E129683FF}" destId="{4906907D-CC82-4B82-876A-9FE4309452F4}" srcOrd="1" destOrd="0" parTransId="{F69D98AE-2954-4295-B13B-7E533CE1A639}" sibTransId="{D712740B-E4DB-4965-B9B6-75EA0705C13E}"/>
    <dgm:cxn modelId="{AC7F727E-7462-4B53-BE48-A019D90CAF19}" type="presOf" srcId="{79C7E2F2-0818-4F4B-9C3C-BC8E129683FF}" destId="{DB127775-3332-4010-9489-65A37E2628D2}" srcOrd="0" destOrd="0" presId="urn:microsoft.com/office/officeart/2005/8/layout/vList2"/>
    <dgm:cxn modelId="{357D9792-845A-48B5-87CD-B4B802BCD568}" srcId="{79C7E2F2-0818-4F4B-9C3C-BC8E129683FF}" destId="{5ECE11A0-DDB5-434D-A0DF-1DCC83449984}" srcOrd="2" destOrd="0" parTransId="{4D925744-62D2-4120-BEF5-3E4B39E29AFF}" sibTransId="{CE8478B9-7EFD-496D-9286-F1FCBD17823E}"/>
    <dgm:cxn modelId="{EF50A2AC-554E-430C-B1D5-F02EA761CCB3}" type="presOf" srcId="{5ECE11A0-DDB5-434D-A0DF-1DCC83449984}" destId="{02E9787D-3628-4E4A-9A2A-A9765ACBE333}" srcOrd="0" destOrd="0" presId="urn:microsoft.com/office/officeart/2005/8/layout/vList2"/>
    <dgm:cxn modelId="{A2573BCE-200B-40E4-96E1-5BDEA66AF976}" type="presOf" srcId="{6750DA0D-4517-4F9A-88BD-E53910E738D7}" destId="{5D0F4E3F-F896-4040-B23B-16FDB8E9E111}" srcOrd="0" destOrd="0" presId="urn:microsoft.com/office/officeart/2005/8/layout/vList2"/>
    <dgm:cxn modelId="{58A0CADC-B55F-448D-9DAD-EC2C011A87BE}" srcId="{79C7E2F2-0818-4F4B-9C3C-BC8E129683FF}" destId="{6750DA0D-4517-4F9A-88BD-E53910E738D7}" srcOrd="4" destOrd="0" parTransId="{596FF84B-C01B-41DC-A87D-1699B5BFEB5D}" sibTransId="{655FBEA4-4C40-4451-BAF4-8141C969EA1C}"/>
    <dgm:cxn modelId="{8EDA07DD-6FA4-4937-B0CD-939BFA2650AC}" srcId="{79C7E2F2-0818-4F4B-9C3C-BC8E129683FF}" destId="{6301EB03-89A9-4EFC-989E-2782AE581D78}" srcOrd="0" destOrd="0" parTransId="{03B4FCFD-78C5-4B69-8CD8-B9E71FD094C5}" sibTransId="{A3877242-202B-4D00-AB00-9F4B6CDFB809}"/>
    <dgm:cxn modelId="{2E2D97F8-867C-41EE-A481-6BA8FCC0F7F1}" srcId="{79C7E2F2-0818-4F4B-9C3C-BC8E129683FF}" destId="{38806C6E-4262-401A-86C6-6FAB93928C16}" srcOrd="3" destOrd="0" parTransId="{8EF607BA-1A60-49C6-8879-C5733361B744}" sibTransId="{C9F313D5-A208-4A5F-AE8F-94E82BEBA9D0}"/>
    <dgm:cxn modelId="{91A59874-2135-4253-AD42-496B40B804C8}" type="presParOf" srcId="{DB127775-3332-4010-9489-65A37E2628D2}" destId="{7471EE42-F273-4815-83AC-C34E8D484D8C}" srcOrd="0" destOrd="0" presId="urn:microsoft.com/office/officeart/2005/8/layout/vList2"/>
    <dgm:cxn modelId="{ECCD8A13-8EFF-4AFD-8502-837750A01B48}" type="presParOf" srcId="{DB127775-3332-4010-9489-65A37E2628D2}" destId="{E4B2A99F-C076-4272-880E-1D07E7891352}" srcOrd="1" destOrd="0" presId="urn:microsoft.com/office/officeart/2005/8/layout/vList2"/>
    <dgm:cxn modelId="{234BC793-7B8C-40D5-80B7-8613020B1BF4}" type="presParOf" srcId="{DB127775-3332-4010-9489-65A37E2628D2}" destId="{18D3E82E-FD48-4876-8668-54B9E5936F77}" srcOrd="2" destOrd="0" presId="urn:microsoft.com/office/officeart/2005/8/layout/vList2"/>
    <dgm:cxn modelId="{50F76CCF-F4E8-421C-A3B9-731243D621DB}" type="presParOf" srcId="{DB127775-3332-4010-9489-65A37E2628D2}" destId="{EC0E4E06-CA08-4112-A200-541BEF3385E1}" srcOrd="3" destOrd="0" presId="urn:microsoft.com/office/officeart/2005/8/layout/vList2"/>
    <dgm:cxn modelId="{9B012FD0-9575-4977-8C82-C7F62302DB72}" type="presParOf" srcId="{DB127775-3332-4010-9489-65A37E2628D2}" destId="{02E9787D-3628-4E4A-9A2A-A9765ACBE333}" srcOrd="4" destOrd="0" presId="urn:microsoft.com/office/officeart/2005/8/layout/vList2"/>
    <dgm:cxn modelId="{BED27FE0-48BA-4858-83CF-810C5914ADA6}" type="presParOf" srcId="{DB127775-3332-4010-9489-65A37E2628D2}" destId="{64BC7432-A4D4-4D26-A499-6665D7A86B61}" srcOrd="5" destOrd="0" presId="urn:microsoft.com/office/officeart/2005/8/layout/vList2"/>
    <dgm:cxn modelId="{6CBBA834-75E4-411C-B478-25E07E084077}" type="presParOf" srcId="{DB127775-3332-4010-9489-65A37E2628D2}" destId="{A951ACB6-6876-4FF6-9030-909558DE0C76}" srcOrd="6" destOrd="0" presId="urn:microsoft.com/office/officeart/2005/8/layout/vList2"/>
    <dgm:cxn modelId="{652B238D-991B-4717-92E4-104EBCA51B9C}" type="presParOf" srcId="{DB127775-3332-4010-9489-65A37E2628D2}" destId="{3A4D6292-A6F4-414C-A4D9-A263FDC88642}" srcOrd="7" destOrd="0" presId="urn:microsoft.com/office/officeart/2005/8/layout/vList2"/>
    <dgm:cxn modelId="{AA9F6255-C4C4-4297-85A8-F7E5DBF7F707}" type="presParOf" srcId="{DB127775-3332-4010-9489-65A37E2628D2}" destId="{5D0F4E3F-F896-4040-B23B-16FDB8E9E11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6A8144E-5589-4087-9DFE-A7850532614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5C891E-68BA-4843-9EE5-F136FC31A5A3}">
      <dgm:prSet/>
      <dgm:spPr/>
      <dgm:t>
        <a:bodyPr/>
        <a:lstStyle/>
        <a:p>
          <a:r>
            <a:rPr lang="en-GB"/>
            <a:t>A branch is an independent line of development</a:t>
          </a:r>
          <a:endParaRPr lang="en-US"/>
        </a:p>
      </dgm:t>
    </dgm:pt>
    <dgm:pt modelId="{A6EA988E-FDF8-45D4-91DB-F6CC59872D2C}" type="parTrans" cxnId="{45F49227-D0C7-4E5D-A631-D8B340C3D803}">
      <dgm:prSet/>
      <dgm:spPr/>
      <dgm:t>
        <a:bodyPr/>
        <a:lstStyle/>
        <a:p>
          <a:endParaRPr lang="en-US"/>
        </a:p>
      </dgm:t>
    </dgm:pt>
    <dgm:pt modelId="{4B68148D-0D47-4FE3-9D12-CB7903200433}" type="sibTrans" cxnId="{45F49227-D0C7-4E5D-A631-D8B340C3D803}">
      <dgm:prSet/>
      <dgm:spPr/>
      <dgm:t>
        <a:bodyPr/>
        <a:lstStyle/>
        <a:p>
          <a:endParaRPr lang="en-US"/>
        </a:p>
      </dgm:t>
    </dgm:pt>
    <dgm:pt modelId="{C3BE9F25-AFAB-4C16-AEFE-F243715E604E}">
      <dgm:prSet/>
      <dgm:spPr/>
      <dgm:t>
        <a:bodyPr/>
        <a:lstStyle/>
        <a:p>
          <a:r>
            <a:rPr lang="en-GB"/>
            <a:t>Allows multiple features or fixes to be developed in parallel</a:t>
          </a:r>
          <a:endParaRPr lang="en-US"/>
        </a:p>
      </dgm:t>
    </dgm:pt>
    <dgm:pt modelId="{64F4D4F1-DD02-4999-8D87-524F33AA29A0}" type="parTrans" cxnId="{BAADFCE9-4BB9-4F6C-B2F8-5C599AEDDA9D}">
      <dgm:prSet/>
      <dgm:spPr/>
      <dgm:t>
        <a:bodyPr/>
        <a:lstStyle/>
        <a:p>
          <a:endParaRPr lang="en-US"/>
        </a:p>
      </dgm:t>
    </dgm:pt>
    <dgm:pt modelId="{15AE1E55-3FD9-40DB-9DB1-9C3D3607F6D3}" type="sibTrans" cxnId="{BAADFCE9-4BB9-4F6C-B2F8-5C599AEDDA9D}">
      <dgm:prSet/>
      <dgm:spPr/>
      <dgm:t>
        <a:bodyPr/>
        <a:lstStyle/>
        <a:p>
          <a:endParaRPr lang="en-US"/>
        </a:p>
      </dgm:t>
    </dgm:pt>
    <dgm:pt modelId="{E5372690-FE01-40F0-A578-2CC749C66DBE}">
      <dgm:prSet/>
      <dgm:spPr/>
      <dgm:t>
        <a:bodyPr/>
        <a:lstStyle/>
        <a:p>
          <a:r>
            <a:rPr lang="en-GB"/>
            <a:t>The main branch is typically the production-ready code</a:t>
          </a:r>
          <a:endParaRPr lang="en-US"/>
        </a:p>
      </dgm:t>
    </dgm:pt>
    <dgm:pt modelId="{5524BE23-2E58-4F6A-94CC-A6F485EDAC2D}" type="parTrans" cxnId="{CCEFF221-D3A4-4F7F-8F09-A855466A1811}">
      <dgm:prSet/>
      <dgm:spPr/>
      <dgm:t>
        <a:bodyPr/>
        <a:lstStyle/>
        <a:p>
          <a:endParaRPr lang="en-US"/>
        </a:p>
      </dgm:t>
    </dgm:pt>
    <dgm:pt modelId="{ECF2ACF6-DB12-44CC-8615-A94B8FDFDE0B}" type="sibTrans" cxnId="{CCEFF221-D3A4-4F7F-8F09-A855466A1811}">
      <dgm:prSet/>
      <dgm:spPr/>
      <dgm:t>
        <a:bodyPr/>
        <a:lstStyle/>
        <a:p>
          <a:endParaRPr lang="en-US"/>
        </a:p>
      </dgm:t>
    </dgm:pt>
    <dgm:pt modelId="{603E16FF-E398-451B-A233-537548D6ABE3}">
      <dgm:prSet/>
      <dgm:spPr/>
      <dgm:t>
        <a:bodyPr/>
        <a:lstStyle/>
        <a:p>
          <a:r>
            <a:rPr lang="en-GB"/>
            <a:t>Branches are lightweight and fast in Git</a:t>
          </a:r>
          <a:endParaRPr lang="en-US"/>
        </a:p>
      </dgm:t>
    </dgm:pt>
    <dgm:pt modelId="{695EE39D-2200-4562-A93E-D6ECB9444F7E}" type="parTrans" cxnId="{A6CE4BA7-D93C-45A9-BC65-9741C71ACF12}">
      <dgm:prSet/>
      <dgm:spPr/>
      <dgm:t>
        <a:bodyPr/>
        <a:lstStyle/>
        <a:p>
          <a:endParaRPr lang="en-US"/>
        </a:p>
      </dgm:t>
    </dgm:pt>
    <dgm:pt modelId="{2FA934F0-4217-4DED-BF3B-5EA84A771212}" type="sibTrans" cxnId="{A6CE4BA7-D93C-45A9-BC65-9741C71ACF12}">
      <dgm:prSet/>
      <dgm:spPr/>
      <dgm:t>
        <a:bodyPr/>
        <a:lstStyle/>
        <a:p>
          <a:endParaRPr lang="en-US"/>
        </a:p>
      </dgm:t>
    </dgm:pt>
    <dgm:pt modelId="{6D6314DA-BB2D-4DB7-B896-1ED0B1546D78}" type="pres">
      <dgm:prSet presAssocID="{36A8144E-5589-4087-9DFE-A7850532614B}" presName="linear" presStyleCnt="0">
        <dgm:presLayoutVars>
          <dgm:animLvl val="lvl"/>
          <dgm:resizeHandles val="exact"/>
        </dgm:presLayoutVars>
      </dgm:prSet>
      <dgm:spPr/>
    </dgm:pt>
    <dgm:pt modelId="{607DC1EA-DA43-4B14-AB10-5CFA5954941A}" type="pres">
      <dgm:prSet presAssocID="{B85C891E-68BA-4843-9EE5-F136FC31A5A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08B846-68C5-416C-9659-E16372ABEE22}" type="pres">
      <dgm:prSet presAssocID="{4B68148D-0D47-4FE3-9D12-CB7903200433}" presName="spacer" presStyleCnt="0"/>
      <dgm:spPr/>
    </dgm:pt>
    <dgm:pt modelId="{74E42064-1193-4575-847A-EE95ACF88C5C}" type="pres">
      <dgm:prSet presAssocID="{C3BE9F25-AFAB-4C16-AEFE-F243715E60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7074248-F1C8-4597-AF18-E9822961C317}" type="pres">
      <dgm:prSet presAssocID="{15AE1E55-3FD9-40DB-9DB1-9C3D3607F6D3}" presName="spacer" presStyleCnt="0"/>
      <dgm:spPr/>
    </dgm:pt>
    <dgm:pt modelId="{A21822E5-DFAD-4FD3-BE3D-EC9478A20364}" type="pres">
      <dgm:prSet presAssocID="{E5372690-FE01-40F0-A578-2CC749C66D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7FF0454-6388-4D2D-A688-2C3932EA2C13}" type="pres">
      <dgm:prSet presAssocID="{ECF2ACF6-DB12-44CC-8615-A94B8FDFDE0B}" presName="spacer" presStyleCnt="0"/>
      <dgm:spPr/>
    </dgm:pt>
    <dgm:pt modelId="{46892C45-B866-4D62-848F-12957A4CF2EF}" type="pres">
      <dgm:prSet presAssocID="{603E16FF-E398-451B-A233-537548D6ABE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CEFF221-D3A4-4F7F-8F09-A855466A1811}" srcId="{36A8144E-5589-4087-9DFE-A7850532614B}" destId="{E5372690-FE01-40F0-A578-2CC749C66DBE}" srcOrd="2" destOrd="0" parTransId="{5524BE23-2E58-4F6A-94CC-A6F485EDAC2D}" sibTransId="{ECF2ACF6-DB12-44CC-8615-A94B8FDFDE0B}"/>
    <dgm:cxn modelId="{45F49227-D0C7-4E5D-A631-D8B340C3D803}" srcId="{36A8144E-5589-4087-9DFE-A7850532614B}" destId="{B85C891E-68BA-4843-9EE5-F136FC31A5A3}" srcOrd="0" destOrd="0" parTransId="{A6EA988E-FDF8-45D4-91DB-F6CC59872D2C}" sibTransId="{4B68148D-0D47-4FE3-9D12-CB7903200433}"/>
    <dgm:cxn modelId="{D4BBF32B-8DF1-4FD5-AE46-FFF52C78F0B5}" type="presOf" srcId="{E5372690-FE01-40F0-A578-2CC749C66DBE}" destId="{A21822E5-DFAD-4FD3-BE3D-EC9478A20364}" srcOrd="0" destOrd="0" presId="urn:microsoft.com/office/officeart/2005/8/layout/vList2"/>
    <dgm:cxn modelId="{8A99C278-560F-4DA9-B7EC-58F491EF9327}" type="presOf" srcId="{603E16FF-E398-451B-A233-537548D6ABE3}" destId="{46892C45-B866-4D62-848F-12957A4CF2EF}" srcOrd="0" destOrd="0" presId="urn:microsoft.com/office/officeart/2005/8/layout/vList2"/>
    <dgm:cxn modelId="{A6CE4BA7-D93C-45A9-BC65-9741C71ACF12}" srcId="{36A8144E-5589-4087-9DFE-A7850532614B}" destId="{603E16FF-E398-451B-A233-537548D6ABE3}" srcOrd="3" destOrd="0" parTransId="{695EE39D-2200-4562-A93E-D6ECB9444F7E}" sibTransId="{2FA934F0-4217-4DED-BF3B-5EA84A771212}"/>
    <dgm:cxn modelId="{B3C07CBB-E46A-4E1B-86E8-BF3CE37464F4}" type="presOf" srcId="{C3BE9F25-AFAB-4C16-AEFE-F243715E604E}" destId="{74E42064-1193-4575-847A-EE95ACF88C5C}" srcOrd="0" destOrd="0" presId="urn:microsoft.com/office/officeart/2005/8/layout/vList2"/>
    <dgm:cxn modelId="{4AB1C9BE-F01D-4D10-9881-916A145BEC95}" type="presOf" srcId="{B85C891E-68BA-4843-9EE5-F136FC31A5A3}" destId="{607DC1EA-DA43-4B14-AB10-5CFA5954941A}" srcOrd="0" destOrd="0" presId="urn:microsoft.com/office/officeart/2005/8/layout/vList2"/>
    <dgm:cxn modelId="{BAADFCE9-4BB9-4F6C-B2F8-5C599AEDDA9D}" srcId="{36A8144E-5589-4087-9DFE-A7850532614B}" destId="{C3BE9F25-AFAB-4C16-AEFE-F243715E604E}" srcOrd="1" destOrd="0" parTransId="{64F4D4F1-DD02-4999-8D87-524F33AA29A0}" sibTransId="{15AE1E55-3FD9-40DB-9DB1-9C3D3607F6D3}"/>
    <dgm:cxn modelId="{3D9D83FA-4B94-4B7E-81D6-D0E8F54FBBC0}" type="presOf" srcId="{36A8144E-5589-4087-9DFE-A7850532614B}" destId="{6D6314DA-BB2D-4DB7-B896-1ED0B1546D78}" srcOrd="0" destOrd="0" presId="urn:microsoft.com/office/officeart/2005/8/layout/vList2"/>
    <dgm:cxn modelId="{6C175AD4-052C-4EFE-A7AF-B56F8613D4BE}" type="presParOf" srcId="{6D6314DA-BB2D-4DB7-B896-1ED0B1546D78}" destId="{607DC1EA-DA43-4B14-AB10-5CFA5954941A}" srcOrd="0" destOrd="0" presId="urn:microsoft.com/office/officeart/2005/8/layout/vList2"/>
    <dgm:cxn modelId="{6D3FB8D1-B39D-4603-8FA2-B3824806433D}" type="presParOf" srcId="{6D6314DA-BB2D-4DB7-B896-1ED0B1546D78}" destId="{AF08B846-68C5-416C-9659-E16372ABEE22}" srcOrd="1" destOrd="0" presId="urn:microsoft.com/office/officeart/2005/8/layout/vList2"/>
    <dgm:cxn modelId="{47E668AE-73DF-4ABF-B76F-95C3393DF87D}" type="presParOf" srcId="{6D6314DA-BB2D-4DB7-B896-1ED0B1546D78}" destId="{74E42064-1193-4575-847A-EE95ACF88C5C}" srcOrd="2" destOrd="0" presId="urn:microsoft.com/office/officeart/2005/8/layout/vList2"/>
    <dgm:cxn modelId="{9E1C0F04-8542-42AD-826E-A964B9ED1695}" type="presParOf" srcId="{6D6314DA-BB2D-4DB7-B896-1ED0B1546D78}" destId="{37074248-F1C8-4597-AF18-E9822961C317}" srcOrd="3" destOrd="0" presId="urn:microsoft.com/office/officeart/2005/8/layout/vList2"/>
    <dgm:cxn modelId="{EE21C101-DC8D-40C1-97F4-927995C8A12A}" type="presParOf" srcId="{6D6314DA-BB2D-4DB7-B896-1ED0B1546D78}" destId="{A21822E5-DFAD-4FD3-BE3D-EC9478A20364}" srcOrd="4" destOrd="0" presId="urn:microsoft.com/office/officeart/2005/8/layout/vList2"/>
    <dgm:cxn modelId="{26A77B18-4F6C-459D-8844-20AB50C8978B}" type="presParOf" srcId="{6D6314DA-BB2D-4DB7-B896-1ED0B1546D78}" destId="{67FF0454-6388-4D2D-A688-2C3932EA2C13}" srcOrd="5" destOrd="0" presId="urn:microsoft.com/office/officeart/2005/8/layout/vList2"/>
    <dgm:cxn modelId="{01FD05AA-7760-4EBD-9D7D-5C104844F9F6}" type="presParOf" srcId="{6D6314DA-BB2D-4DB7-B896-1ED0B1546D78}" destId="{46892C45-B866-4D62-848F-12957A4CF2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1F2B93-9DAF-49BC-9FA0-4799CB75AEAD}">
      <dsp:nvSpPr>
        <dsp:cNvPr id="0" name=""/>
        <dsp:cNvSpPr/>
      </dsp:nvSpPr>
      <dsp:spPr>
        <a:xfrm>
          <a:off x="0" y="462200"/>
          <a:ext cx="6666833" cy="10740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A system that records changes to files over time</a:t>
          </a:r>
          <a:endParaRPr lang="en-US" sz="2700" kern="1200"/>
        </a:p>
      </dsp:txBody>
      <dsp:txXfrm>
        <a:off x="52431" y="514631"/>
        <a:ext cx="6561971" cy="969198"/>
      </dsp:txXfrm>
    </dsp:sp>
    <dsp:sp modelId="{3764321A-B93B-408F-BD09-33945443634C}">
      <dsp:nvSpPr>
        <dsp:cNvPr id="0" name=""/>
        <dsp:cNvSpPr/>
      </dsp:nvSpPr>
      <dsp:spPr>
        <a:xfrm>
          <a:off x="0" y="1614020"/>
          <a:ext cx="6666833" cy="10740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Allows you to recall specific versions later</a:t>
          </a:r>
          <a:endParaRPr lang="en-US" sz="2700" kern="1200"/>
        </a:p>
      </dsp:txBody>
      <dsp:txXfrm>
        <a:off x="52431" y="1666451"/>
        <a:ext cx="6561971" cy="969198"/>
      </dsp:txXfrm>
    </dsp:sp>
    <dsp:sp modelId="{49AFE5D1-C9FC-445B-B9C6-D9C6131A32D5}">
      <dsp:nvSpPr>
        <dsp:cNvPr id="0" name=""/>
        <dsp:cNvSpPr/>
      </dsp:nvSpPr>
      <dsp:spPr>
        <a:xfrm>
          <a:off x="0" y="2765839"/>
          <a:ext cx="6666833" cy="10740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Tracks who made changes, when, and why</a:t>
          </a:r>
          <a:endParaRPr lang="en-US" sz="2700" kern="1200"/>
        </a:p>
      </dsp:txBody>
      <dsp:txXfrm>
        <a:off x="52431" y="2818270"/>
        <a:ext cx="6561971" cy="969198"/>
      </dsp:txXfrm>
    </dsp:sp>
    <dsp:sp modelId="{A9FED695-D708-4333-BA82-156FF00AE8E1}">
      <dsp:nvSpPr>
        <dsp:cNvPr id="0" name=""/>
        <dsp:cNvSpPr/>
      </dsp:nvSpPr>
      <dsp:spPr>
        <a:xfrm>
          <a:off x="0" y="3917660"/>
          <a:ext cx="6666833" cy="10740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Commonly used in software development, documentation, and content management</a:t>
          </a:r>
          <a:endParaRPr lang="en-US" sz="2700" kern="1200"/>
        </a:p>
      </dsp:txBody>
      <dsp:txXfrm>
        <a:off x="52431" y="3970091"/>
        <a:ext cx="6561971" cy="969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CE725E-0008-4D67-8579-C8A5B6AC88EE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Tracks history of changes</a:t>
          </a:r>
          <a:endParaRPr lang="en-US" sz="3200" kern="1200"/>
        </a:p>
      </dsp:txBody>
      <dsp:txXfrm>
        <a:off x="38381" y="64129"/>
        <a:ext cx="10438838" cy="709478"/>
      </dsp:txXfrm>
    </dsp:sp>
    <dsp:sp modelId="{95A80EAA-9089-45DE-ADB6-1FFDF7CC8A9F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Enables team collaboration</a:t>
          </a:r>
          <a:endParaRPr lang="en-US" sz="3200" kern="1200"/>
        </a:p>
      </dsp:txBody>
      <dsp:txXfrm>
        <a:off x="38381" y="942529"/>
        <a:ext cx="10438838" cy="709478"/>
      </dsp:txXfrm>
    </dsp:sp>
    <dsp:sp modelId="{12944A02-E729-455F-A5C4-3C0E41D508CB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Supports parallel development</a:t>
          </a:r>
          <a:endParaRPr lang="en-US" sz="3200" kern="1200"/>
        </a:p>
      </dsp:txBody>
      <dsp:txXfrm>
        <a:off x="38381" y="1820930"/>
        <a:ext cx="10438838" cy="709478"/>
      </dsp:txXfrm>
    </dsp:sp>
    <dsp:sp modelId="{510838BC-47E2-4718-B434-20926C5EE33E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Facilitates rollback and recovery</a:t>
          </a:r>
          <a:endParaRPr lang="en-US" sz="3200" kern="1200"/>
        </a:p>
      </dsp:txBody>
      <dsp:txXfrm>
        <a:off x="38381" y="2699330"/>
        <a:ext cx="10438838" cy="709478"/>
      </dsp:txXfrm>
    </dsp:sp>
    <dsp:sp modelId="{5592872D-5F6F-4A03-9C40-B1F604639FD7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Ensures accountability and traceability</a:t>
          </a:r>
          <a:endParaRPr lang="en-US" sz="3200" kern="1200"/>
        </a:p>
      </dsp:txBody>
      <dsp:txXfrm>
        <a:off x="38381" y="3577730"/>
        <a:ext cx="10438838" cy="709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60DB4-5379-41E3-A024-EF1DD43F379B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Git</a:t>
          </a:r>
          <a:r>
            <a:rPr lang="en-IN" sz="3200" kern="1200"/>
            <a:t> – Most widely used, distributed</a:t>
          </a:r>
          <a:endParaRPr lang="en-US" sz="3200" kern="1200"/>
        </a:p>
      </dsp:txBody>
      <dsp:txXfrm>
        <a:off x="38381" y="64129"/>
        <a:ext cx="10438838" cy="709478"/>
      </dsp:txXfrm>
    </dsp:sp>
    <dsp:sp modelId="{BA756326-E04E-4E8B-8A50-7B36F71E9A65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GitHub</a:t>
          </a:r>
          <a:r>
            <a:rPr lang="en-IN" sz="3200" kern="1200"/>
            <a:t> – Cloud-based Git hosting</a:t>
          </a:r>
          <a:endParaRPr lang="en-US" sz="3200" kern="1200"/>
        </a:p>
      </dsp:txBody>
      <dsp:txXfrm>
        <a:off x="38381" y="942529"/>
        <a:ext cx="10438838" cy="709478"/>
      </dsp:txXfrm>
    </dsp:sp>
    <dsp:sp modelId="{4E27838D-DF9D-4020-A631-6749929D1D67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Bitbucket</a:t>
          </a:r>
          <a:r>
            <a:rPr lang="en-IN" sz="3200" kern="1200"/>
            <a:t> – Git + Mercurial support</a:t>
          </a:r>
          <a:endParaRPr lang="en-US" sz="3200" kern="1200"/>
        </a:p>
      </dsp:txBody>
      <dsp:txXfrm>
        <a:off x="38381" y="1820930"/>
        <a:ext cx="10438838" cy="709478"/>
      </dsp:txXfrm>
    </dsp:sp>
    <dsp:sp modelId="{CFD19A65-4847-43E8-A344-3613F18A8C05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GitLab</a:t>
          </a:r>
          <a:r>
            <a:rPr lang="en-IN" sz="3200" kern="1200"/>
            <a:t> – Git hosting + CI/CD</a:t>
          </a:r>
          <a:endParaRPr lang="en-US" sz="3200" kern="1200"/>
        </a:p>
      </dsp:txBody>
      <dsp:txXfrm>
        <a:off x="38381" y="2699330"/>
        <a:ext cx="10438838" cy="709478"/>
      </dsp:txXfrm>
    </dsp:sp>
    <dsp:sp modelId="{890640E4-5C1B-4AE8-91FD-48BBF01B45D6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Subversion (SVN)</a:t>
          </a:r>
          <a:r>
            <a:rPr lang="en-IN" sz="3200" kern="1200"/>
            <a:t> – Centralized system</a:t>
          </a:r>
          <a:endParaRPr lang="en-US" sz="3200" kern="1200"/>
        </a:p>
      </dsp:txBody>
      <dsp:txXfrm>
        <a:off x="38381" y="3577730"/>
        <a:ext cx="10438838" cy="7094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249AE-4D9C-4662-9D06-7232014429D6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9012D6-CFAE-442F-A00F-AE26B89C30ED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Git is a </a:t>
          </a:r>
          <a:r>
            <a:rPr lang="en-GB" sz="3800" b="1" kern="1200"/>
            <a:t>distributed version control system</a:t>
          </a:r>
          <a:endParaRPr lang="en-US" sz="3800" kern="1200"/>
        </a:p>
      </dsp:txBody>
      <dsp:txXfrm>
        <a:off x="0" y="0"/>
        <a:ext cx="6666833" cy="1363480"/>
      </dsp:txXfrm>
    </dsp:sp>
    <dsp:sp modelId="{C38BB26B-6106-40D1-9315-172584244FD8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99D926-50CD-4868-9A3E-869EC0CCF8DC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Tracks changes in source code during software development</a:t>
          </a:r>
          <a:endParaRPr lang="en-US" sz="3800" kern="1200"/>
        </a:p>
      </dsp:txBody>
      <dsp:txXfrm>
        <a:off x="0" y="1363480"/>
        <a:ext cx="6666833" cy="1363480"/>
      </dsp:txXfrm>
    </dsp:sp>
    <dsp:sp modelId="{906D5090-0018-4D58-9954-D8005CCF905E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4D47F48-B58A-49B3-9ADF-CCE78A292B04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Allows multiple developers to collaborate efficiently</a:t>
          </a:r>
          <a:endParaRPr lang="en-US" sz="3800" kern="1200"/>
        </a:p>
      </dsp:txBody>
      <dsp:txXfrm>
        <a:off x="0" y="2726960"/>
        <a:ext cx="6666833" cy="1363480"/>
      </dsp:txXfrm>
    </dsp:sp>
    <dsp:sp modelId="{655C08D5-C7A3-414C-A08B-A657D21D9134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963C15-E441-4476-9D3B-C4C2751ADF65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Created by Linus Torvalds in 2005</a:t>
          </a:r>
          <a:endParaRPr lang="en-US" sz="3800" kern="1200"/>
        </a:p>
      </dsp:txBody>
      <dsp:txXfrm>
        <a:off x="0" y="4090440"/>
        <a:ext cx="6666833" cy="13634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71EE42-F273-4815-83AC-C34E8D484D8C}">
      <dsp:nvSpPr>
        <dsp:cNvPr id="0" name=""/>
        <dsp:cNvSpPr/>
      </dsp:nvSpPr>
      <dsp:spPr>
        <a:xfrm>
          <a:off x="0" y="39559"/>
          <a:ext cx="6666833" cy="98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Distributed architecture</a:t>
          </a:r>
          <a:endParaRPr lang="en-US" sz="4000" kern="1200"/>
        </a:p>
      </dsp:txBody>
      <dsp:txXfrm>
        <a:off x="47976" y="87535"/>
        <a:ext cx="6570881" cy="886848"/>
      </dsp:txXfrm>
    </dsp:sp>
    <dsp:sp modelId="{18D3E82E-FD48-4876-8668-54B9E5936F77}">
      <dsp:nvSpPr>
        <dsp:cNvPr id="0" name=""/>
        <dsp:cNvSpPr/>
      </dsp:nvSpPr>
      <dsp:spPr>
        <a:xfrm>
          <a:off x="0" y="1137559"/>
          <a:ext cx="6666833" cy="98280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 dirty="0"/>
            <a:t> Full history tracking</a:t>
          </a:r>
          <a:endParaRPr lang="en-US" sz="4000" kern="1200" dirty="0"/>
        </a:p>
      </dsp:txBody>
      <dsp:txXfrm>
        <a:off x="47976" y="1185535"/>
        <a:ext cx="6570881" cy="886848"/>
      </dsp:txXfrm>
    </dsp:sp>
    <dsp:sp modelId="{02E9787D-3628-4E4A-9A2A-A9765ACBE333}">
      <dsp:nvSpPr>
        <dsp:cNvPr id="0" name=""/>
        <dsp:cNvSpPr/>
      </dsp:nvSpPr>
      <dsp:spPr>
        <a:xfrm>
          <a:off x="0" y="2235560"/>
          <a:ext cx="6666833" cy="9828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 dirty="0"/>
            <a:t> Branching and merging</a:t>
          </a:r>
          <a:endParaRPr lang="en-US" sz="4000" kern="1200" dirty="0"/>
        </a:p>
      </dsp:txBody>
      <dsp:txXfrm>
        <a:off x="47976" y="2283536"/>
        <a:ext cx="6570881" cy="886848"/>
      </dsp:txXfrm>
    </dsp:sp>
    <dsp:sp modelId="{A951ACB6-6876-4FF6-9030-909558DE0C76}">
      <dsp:nvSpPr>
        <dsp:cNvPr id="0" name=""/>
        <dsp:cNvSpPr/>
      </dsp:nvSpPr>
      <dsp:spPr>
        <a:xfrm>
          <a:off x="0" y="3333560"/>
          <a:ext cx="6666833" cy="98280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 dirty="0"/>
            <a:t> Fast performance</a:t>
          </a:r>
          <a:endParaRPr lang="en-US" sz="4000" kern="1200" dirty="0"/>
        </a:p>
      </dsp:txBody>
      <dsp:txXfrm>
        <a:off x="47976" y="3381536"/>
        <a:ext cx="6570881" cy="886848"/>
      </dsp:txXfrm>
    </dsp:sp>
    <dsp:sp modelId="{5D0F4E3F-F896-4040-B23B-16FDB8E9E111}">
      <dsp:nvSpPr>
        <dsp:cNvPr id="0" name=""/>
        <dsp:cNvSpPr/>
      </dsp:nvSpPr>
      <dsp:spPr>
        <a:xfrm>
          <a:off x="0" y="4431560"/>
          <a:ext cx="6666833" cy="9828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 dirty="0"/>
            <a:t> Secure and reliable</a:t>
          </a:r>
          <a:endParaRPr lang="en-US" sz="4000" kern="1200" dirty="0"/>
        </a:p>
      </dsp:txBody>
      <dsp:txXfrm>
        <a:off x="47976" y="4479536"/>
        <a:ext cx="6570881" cy="8868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DC1EA-DA43-4B14-AB10-5CFA5954941A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A branch is an independent line of development</a:t>
          </a:r>
          <a:endParaRPr lang="en-US" sz="3200" kern="1200"/>
        </a:p>
      </dsp:txBody>
      <dsp:txXfrm>
        <a:off x="62141" y="104940"/>
        <a:ext cx="6542551" cy="1148678"/>
      </dsp:txXfrm>
    </dsp:sp>
    <dsp:sp modelId="{74E42064-1193-4575-847A-EE95ACF88C5C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Allows multiple features or fixes to be developed in parallel</a:t>
          </a:r>
          <a:endParaRPr lang="en-US" sz="3200" kern="1200"/>
        </a:p>
      </dsp:txBody>
      <dsp:txXfrm>
        <a:off x="62141" y="1470060"/>
        <a:ext cx="6542551" cy="1148678"/>
      </dsp:txXfrm>
    </dsp:sp>
    <dsp:sp modelId="{A21822E5-DFAD-4FD3-BE3D-EC9478A20364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The main branch is typically the production-ready code</a:t>
          </a:r>
          <a:endParaRPr lang="en-US" sz="3200" kern="1200"/>
        </a:p>
      </dsp:txBody>
      <dsp:txXfrm>
        <a:off x="62141" y="2835181"/>
        <a:ext cx="6542551" cy="1148678"/>
      </dsp:txXfrm>
    </dsp:sp>
    <dsp:sp modelId="{46892C45-B866-4D62-848F-12957A4CF2EF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Branches are lightweight and fast in Git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26FB-C1C3-C033-2727-4C1192979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507CE-E728-B905-E2F7-A93976E42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90A90-C806-56E0-9FC1-5AC88B43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34B24-3DC5-69DA-01AC-B5F52C4CB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6D0E6-163D-CCDC-581A-18808E79D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716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57D0-80CF-BDA2-2AF5-18F774EC6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F1107-3166-6925-7AA6-16CF9DF8D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ABBB6-B46F-4BB6-AD80-A2853ACC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7A1EC-7082-7654-965A-AC3A7815D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C3DD7-0157-8E9C-7015-37DAD07A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516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DA1C-A413-5800-715D-3DEEE8CF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FB946-8D48-B424-9B57-B465D8DE6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46E87-5CE1-9EF2-4EAA-F3A5FA84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CADEC-C498-D8B5-A33A-E9C20A81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730E8-350F-70AD-2D17-00853C06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042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0F434-41CA-1BBC-2565-0844CD4FD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D7E2D-366D-B762-4D4D-6F42452D9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EB8A1-147B-DF9C-875E-DEDCF0404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E6F4E-5774-8263-6DFD-4448BE21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1DFC3-3A11-B981-35EB-07804A63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9078D-E7BD-BDF6-099A-81531B02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112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077E-2B20-7CAD-5731-0264B804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6DEF0-61A3-5D2D-0F5B-124A8F386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1A693-EF5F-8DB5-C06B-A058777A8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1267D4-796C-4C24-55E6-EEB737028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B2C5E-7797-BA8B-AF8E-01AC5EBDA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630E63-6512-0244-D168-D97CCFFC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D9A83-5B1E-57F7-27F2-11D52976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91C461-859B-AFB2-6997-6AA9CC23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223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3041D-58A5-9399-85E1-A1A80AE6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C32EE-A2DC-205A-F84E-AF66755D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5F663-0714-4B13-B42D-7A632312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E5A04-5A8E-6BD4-54D2-4C7A20AA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88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7BDB1-A4C4-2CFD-E292-5FAC3DD8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C042A0-7B81-B7BD-F041-CC330B246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CEB11-547F-562E-8678-DFF262A4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108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F67F-38ED-138A-8A8C-4FC5DBC2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66230-751D-6B8B-9CF6-AB34C176C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CB6AD-5B46-42A9-2C8A-B178D9D1C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ECC8F-AAA1-A67F-B217-FD1BBDD4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8813A-4B98-28FD-1520-7E51C4196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1B344-70D8-4EB9-C1DA-66A4C6DB8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42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39E9D-4EF5-D438-8785-A8E284AE0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F0C13-3B69-CA1D-E42D-E4F7DDC7C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67B75-82F3-5D2A-E4EA-D9201CD5E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1C2B5-97E4-BE6D-99DC-03E869BD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2FB9E-5027-B9FB-7D16-DB00E9DD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26295-C0C6-6D1C-4635-59CF6AB19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147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57CC8-18C0-4D45-F78F-04C5F090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806F4-572D-422F-A696-A6E32E015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A6F51-74E1-43F5-B5A1-8DD16923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1782E-BD41-68C0-A219-4E4969DB1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93BBC-88C9-DBC5-9E85-CC4F2E4E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47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8AD913-D01F-DD78-4223-D1BB6FB13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1A23F-2913-EB8B-5837-B6DF98B50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CCC0F-EF9F-7BBD-AE28-451C18B6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6DC38-BF83-15A7-1A89-669AA30C2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A8DFE-32DE-CBC7-3C7E-D8DC1C3B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712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8E6134-BAD9-A0EB-AD0C-CD54D9FC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99664-F8D5-71CD-FFE5-175884A3F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6F123-80F9-0809-7436-59C5CB91F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94C9B-55F8-411C-98C7-3F61CD877740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3E007-DE3F-7EAD-97AB-B63AD0EF0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37D40-E9E3-07C9-F479-A07F4D687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6958F-08D9-4E48-8E2B-394CFF7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50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FD1AE-E187-9BB3-9DB4-4FFFADB19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91541"/>
            <a:ext cx="11277600" cy="507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CF321-AB9F-126B-576C-4A5AAA54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What Is Version Control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CED321-7E8D-B016-A5DD-E7E2FAAD2E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81489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9114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F448-AA96-2A5B-A1BF-1F1E8CEC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we need Version Control</a:t>
            </a:r>
            <a:endParaRPr lang="en-IN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DE5A98B-642F-CBE5-694F-37737F310C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7136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713B7-98FD-10A3-68ED-ADB5DDE3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63509" cy="1616529"/>
          </a:xfrm>
        </p:spPr>
        <p:txBody>
          <a:bodyPr>
            <a:normAutofit/>
          </a:bodyPr>
          <a:lstStyle/>
          <a:p>
            <a:r>
              <a:rPr lang="en-GB" sz="4000"/>
              <a:t>Types of Version Control systems</a:t>
            </a:r>
            <a:endParaRPr lang="en-IN" sz="40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C4358B-E347-4A3A-9224-BEF5F53F7A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5864521"/>
              </p:ext>
            </p:extLst>
          </p:nvPr>
        </p:nvGraphicFramePr>
        <p:xfrm>
          <a:off x="905668" y="3072507"/>
          <a:ext cx="10383433" cy="301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797">
                  <a:extLst>
                    <a:ext uri="{9D8B030D-6E8A-4147-A177-3AD203B41FA5}">
                      <a16:colId xmlns:a16="http://schemas.microsoft.com/office/drawing/2014/main" val="651484312"/>
                    </a:ext>
                  </a:extLst>
                </a:gridCol>
                <a:gridCol w="5144504">
                  <a:extLst>
                    <a:ext uri="{9D8B030D-6E8A-4147-A177-3AD203B41FA5}">
                      <a16:colId xmlns:a16="http://schemas.microsoft.com/office/drawing/2014/main" val="966819473"/>
                    </a:ext>
                  </a:extLst>
                </a:gridCol>
                <a:gridCol w="2507132">
                  <a:extLst>
                    <a:ext uri="{9D8B030D-6E8A-4147-A177-3AD203B41FA5}">
                      <a16:colId xmlns:a16="http://schemas.microsoft.com/office/drawing/2014/main" val="1463562789"/>
                    </a:ext>
                  </a:extLst>
                </a:gridCol>
              </a:tblGrid>
              <a:tr h="5398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u="none" strike="noStrike">
                          <a:effectLst/>
                        </a:rPr>
                        <a:t>Type</a:t>
                      </a:r>
                      <a:endParaRPr lang="en-IN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u="none" strike="noStrike">
                          <a:effectLst/>
                        </a:rPr>
                        <a:t>Description</a:t>
                      </a:r>
                      <a:endParaRPr lang="en-IN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u="none" strike="noStrike">
                          <a:effectLst/>
                        </a:rPr>
                        <a:t>Examples</a:t>
                      </a:r>
                      <a:endParaRPr lang="en-IN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extLst>
                  <a:ext uri="{0D108BD9-81ED-4DB2-BD59-A6C34878D82A}">
                    <a16:rowId xmlns:a16="http://schemas.microsoft.com/office/drawing/2014/main" val="1922064408"/>
                  </a:ext>
                </a:extLst>
              </a:tr>
              <a:tr h="539848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Local VCS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Stores changes locally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RCS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extLst>
                  <a:ext uri="{0D108BD9-81ED-4DB2-BD59-A6C34878D82A}">
                    <a16:rowId xmlns:a16="http://schemas.microsoft.com/office/drawing/2014/main" val="1846206434"/>
                  </a:ext>
                </a:extLst>
              </a:tr>
              <a:tr h="96964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Centralized VCS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Single server stores all versions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CVS, Subversion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extLst>
                  <a:ext uri="{0D108BD9-81ED-4DB2-BD59-A6C34878D82A}">
                    <a16:rowId xmlns:a16="http://schemas.microsoft.com/office/drawing/2014/main" val="3616385095"/>
                  </a:ext>
                </a:extLst>
              </a:tr>
              <a:tr h="96964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Distributed VCS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u="none" strike="noStrike">
                          <a:effectLst/>
                        </a:rPr>
                        <a:t>Every user has a full copy of history</a:t>
                      </a:r>
                      <a:endParaRPr lang="en-GB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Git, Mercurial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280" marR="16280" marT="16280" marB="0" anchor="ctr"/>
                </a:tc>
                <a:extLst>
                  <a:ext uri="{0D108BD9-81ED-4DB2-BD59-A6C34878D82A}">
                    <a16:rowId xmlns:a16="http://schemas.microsoft.com/office/drawing/2014/main" val="3474388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929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11E82E-9C7F-B8DF-5877-178FCCEC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dirty="0"/>
              <a:t>Keywords and Concepts in Git</a:t>
            </a:r>
            <a:endParaRPr lang="en-IN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58D43-9003-5FD5-98AE-41C886668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200" b="1"/>
              <a:t>Repository:</a:t>
            </a:r>
            <a:r>
              <a:rPr lang="en-GB" sz="2200"/>
              <a:t> A folder where Git tracks your project and its history.</a:t>
            </a:r>
          </a:p>
          <a:p>
            <a:r>
              <a:rPr lang="en-GB" sz="2200" b="1"/>
              <a:t>Clone:</a:t>
            </a:r>
            <a:r>
              <a:rPr lang="en-GB" sz="2200"/>
              <a:t> Make a copy of a remote repository on your computer.</a:t>
            </a:r>
          </a:p>
          <a:p>
            <a:r>
              <a:rPr lang="en-GB" sz="2200" b="1"/>
              <a:t>Stage:</a:t>
            </a:r>
            <a:r>
              <a:rPr lang="en-GB" sz="2200"/>
              <a:t> Tell Git which changes you want to save next.</a:t>
            </a:r>
          </a:p>
          <a:p>
            <a:r>
              <a:rPr lang="en-GB" sz="2200" b="1"/>
              <a:t>Commit:</a:t>
            </a:r>
            <a:r>
              <a:rPr lang="en-GB" sz="2200"/>
              <a:t> Save a snapshot of your staged changes.</a:t>
            </a:r>
          </a:p>
          <a:p>
            <a:r>
              <a:rPr lang="en-GB" sz="2200" b="1"/>
              <a:t>Branch:</a:t>
            </a:r>
            <a:r>
              <a:rPr lang="en-GB" sz="2200"/>
              <a:t> Work on different versions or features at the same time.</a:t>
            </a:r>
          </a:p>
          <a:p>
            <a:r>
              <a:rPr lang="en-GB" sz="2200" b="1"/>
              <a:t>Merge:</a:t>
            </a:r>
            <a:r>
              <a:rPr lang="en-GB" sz="2200"/>
              <a:t> Combine changes from different branches.</a:t>
            </a:r>
          </a:p>
          <a:p>
            <a:r>
              <a:rPr lang="en-GB" sz="2200" b="1"/>
              <a:t>Pull:</a:t>
            </a:r>
            <a:r>
              <a:rPr lang="en-GB" sz="2200"/>
              <a:t> Get the latest changes from a remote repository.</a:t>
            </a:r>
          </a:p>
          <a:p>
            <a:r>
              <a:rPr lang="en-GB" sz="2200" b="1"/>
              <a:t>Push:</a:t>
            </a:r>
            <a:r>
              <a:rPr lang="en-GB" sz="2200"/>
              <a:t> Send your changes to a remote repository.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102697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21BB-A3C8-22E4-6A78-ED20FA22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Popular Version Control Tools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AEAE0DC-E90D-F873-60F7-E812904F95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457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7E950-27CB-EF6D-F33C-A5CF6AAF4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Git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5FE79B-86D5-E39D-D353-B44D3DA5D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0067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425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F3B82-2026-AB4B-BEF1-F84860A5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Features of Git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18297BA-B2F3-447F-DB99-2CACA66ABC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32995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4519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953E74-D241-4DDF-8508-F0365EA13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C3C901A-B2F4-4A3C-BCDD-7C8D587EC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371134"/>
          </a:xfrm>
          <a:custGeom>
            <a:avLst/>
            <a:gdLst>
              <a:gd name="connsiteX0" fmla="*/ 0 w 12192000"/>
              <a:gd name="connsiteY0" fmla="*/ 0 h 2515690"/>
              <a:gd name="connsiteX1" fmla="*/ 170442 w 12192000"/>
              <a:gd name="connsiteY1" fmla="*/ 96074 h 2515690"/>
              <a:gd name="connsiteX2" fmla="*/ 424739 w 12192000"/>
              <a:gd name="connsiteY2" fmla="*/ 224865 h 2515690"/>
              <a:gd name="connsiteX3" fmla="*/ 748273 w 12192000"/>
              <a:gd name="connsiteY3" fmla="*/ 373939 h 2515690"/>
              <a:gd name="connsiteX4" fmla="*/ 1037058 w 12192000"/>
              <a:gd name="connsiteY4" fmla="*/ 499994 h 2515690"/>
              <a:gd name="connsiteX5" fmla="*/ 1101312 w 12192000"/>
              <a:gd name="connsiteY5" fmla="*/ 428540 h 2515690"/>
              <a:gd name="connsiteX6" fmla="*/ 1367071 w 12192000"/>
              <a:gd name="connsiteY6" fmla="*/ 516118 h 2515690"/>
              <a:gd name="connsiteX7" fmla="*/ 2189943 w 12192000"/>
              <a:gd name="connsiteY7" fmla="*/ 794533 h 2515690"/>
              <a:gd name="connsiteX8" fmla="*/ 2390329 w 12192000"/>
              <a:gd name="connsiteY8" fmla="*/ 920897 h 2515690"/>
              <a:gd name="connsiteX9" fmla="*/ 2459570 w 12192000"/>
              <a:gd name="connsiteY9" fmla="*/ 983740 h 2515690"/>
              <a:gd name="connsiteX10" fmla="*/ 2503252 w 12192000"/>
              <a:gd name="connsiteY10" fmla="*/ 1000151 h 2515690"/>
              <a:gd name="connsiteX11" fmla="*/ 2503252 w 12192000"/>
              <a:gd name="connsiteY11" fmla="*/ 1008273 h 2515690"/>
              <a:gd name="connsiteX12" fmla="*/ 2511191 w 12192000"/>
              <a:gd name="connsiteY12" fmla="*/ 1009499 h 2515690"/>
              <a:gd name="connsiteX13" fmla="*/ 2565029 w 12192000"/>
              <a:gd name="connsiteY13" fmla="*/ 1015977 h 2515690"/>
              <a:gd name="connsiteX14" fmla="*/ 2593745 w 12192000"/>
              <a:gd name="connsiteY14" fmla="*/ 1019963 h 2515690"/>
              <a:gd name="connsiteX15" fmla="*/ 2591015 w 12192000"/>
              <a:gd name="connsiteY15" fmla="*/ 1019651 h 2515690"/>
              <a:gd name="connsiteX16" fmla="*/ 2590137 w 12192000"/>
              <a:gd name="connsiteY16" fmla="*/ 1019549 h 2515690"/>
              <a:gd name="connsiteX17" fmla="*/ 2589021 w 12192000"/>
              <a:gd name="connsiteY17" fmla="*/ 1019424 h 2515690"/>
              <a:gd name="connsiteX18" fmla="*/ 2591015 w 12192000"/>
              <a:gd name="connsiteY18" fmla="*/ 1019651 h 2515690"/>
              <a:gd name="connsiteX19" fmla="*/ 2602385 w 12192000"/>
              <a:gd name="connsiteY19" fmla="*/ 1020975 h 2515690"/>
              <a:gd name="connsiteX20" fmla="*/ 2614445 w 12192000"/>
              <a:gd name="connsiteY20" fmla="*/ 1022389 h 2515690"/>
              <a:gd name="connsiteX21" fmla="*/ 2614445 w 12192000"/>
              <a:gd name="connsiteY21" fmla="*/ 1020966 h 2515690"/>
              <a:gd name="connsiteX22" fmla="*/ 2676661 w 12192000"/>
              <a:gd name="connsiteY22" fmla="*/ 1029355 h 2515690"/>
              <a:gd name="connsiteX23" fmla="*/ 2788597 w 12192000"/>
              <a:gd name="connsiteY23" fmla="*/ 1048926 h 2515690"/>
              <a:gd name="connsiteX24" fmla="*/ 2812742 w 12192000"/>
              <a:gd name="connsiteY24" fmla="*/ 1057667 h 2515690"/>
              <a:gd name="connsiteX25" fmla="*/ 2970201 w 12192000"/>
              <a:gd name="connsiteY25" fmla="*/ 949091 h 2515690"/>
              <a:gd name="connsiteX26" fmla="*/ 3030610 w 12192000"/>
              <a:gd name="connsiteY26" fmla="*/ 1049340 h 2515690"/>
              <a:gd name="connsiteX27" fmla="*/ 3058913 w 12192000"/>
              <a:gd name="connsiteY27" fmla="*/ 1048085 h 2515690"/>
              <a:gd name="connsiteX28" fmla="*/ 3072697 w 12192000"/>
              <a:gd name="connsiteY28" fmla="*/ 1045316 h 2515690"/>
              <a:gd name="connsiteX29" fmla="*/ 3083305 w 12192000"/>
              <a:gd name="connsiteY29" fmla="*/ 1040550 h 2515690"/>
              <a:gd name="connsiteX30" fmla="*/ 3125603 w 12192000"/>
              <a:gd name="connsiteY30" fmla="*/ 1004583 h 2515690"/>
              <a:gd name="connsiteX31" fmla="*/ 3385106 w 12192000"/>
              <a:gd name="connsiteY31" fmla="*/ 1042233 h 2515690"/>
              <a:gd name="connsiteX32" fmla="*/ 3424945 w 12192000"/>
              <a:gd name="connsiteY32" fmla="*/ 1065268 h 2515690"/>
              <a:gd name="connsiteX33" fmla="*/ 3436948 w 12192000"/>
              <a:gd name="connsiteY33" fmla="*/ 1068018 h 2515690"/>
              <a:gd name="connsiteX34" fmla="*/ 3466714 w 12192000"/>
              <a:gd name="connsiteY34" fmla="*/ 1063419 h 2515690"/>
              <a:gd name="connsiteX35" fmla="*/ 3550909 w 12192000"/>
              <a:gd name="connsiteY35" fmla="*/ 1044511 h 2515690"/>
              <a:gd name="connsiteX36" fmla="*/ 3555900 w 12192000"/>
              <a:gd name="connsiteY36" fmla="*/ 1041996 h 2515690"/>
              <a:gd name="connsiteX37" fmla="*/ 3625978 w 12192000"/>
              <a:gd name="connsiteY37" fmla="*/ 1023459 h 2515690"/>
              <a:gd name="connsiteX38" fmla="*/ 3632465 w 12192000"/>
              <a:gd name="connsiteY38" fmla="*/ 1023522 h 2515690"/>
              <a:gd name="connsiteX39" fmla="*/ 3649063 w 12192000"/>
              <a:gd name="connsiteY39" fmla="*/ 1018726 h 2515690"/>
              <a:gd name="connsiteX40" fmla="*/ 3805954 w 12192000"/>
              <a:gd name="connsiteY40" fmla="*/ 917517 h 2515690"/>
              <a:gd name="connsiteX41" fmla="*/ 4020506 w 12192000"/>
              <a:gd name="connsiteY41" fmla="*/ 816231 h 2515690"/>
              <a:gd name="connsiteX42" fmla="*/ 4233682 w 12192000"/>
              <a:gd name="connsiteY42" fmla="*/ 799511 h 2515690"/>
              <a:gd name="connsiteX43" fmla="*/ 4306552 w 12192000"/>
              <a:gd name="connsiteY43" fmla="*/ 610207 h 2515690"/>
              <a:gd name="connsiteX44" fmla="*/ 4816604 w 12192000"/>
              <a:gd name="connsiteY44" fmla="*/ 773163 h 2515690"/>
              <a:gd name="connsiteX45" fmla="*/ 4916502 w 12192000"/>
              <a:gd name="connsiteY45" fmla="*/ 788104 h 2515690"/>
              <a:gd name="connsiteX46" fmla="*/ 5224415 w 12192000"/>
              <a:gd name="connsiteY46" fmla="*/ 674418 h 2515690"/>
              <a:gd name="connsiteX47" fmla="*/ 5274077 w 12192000"/>
              <a:gd name="connsiteY47" fmla="*/ 655978 h 2515690"/>
              <a:gd name="connsiteX48" fmla="*/ 5371217 w 12192000"/>
              <a:gd name="connsiteY48" fmla="*/ 614372 h 2515690"/>
              <a:gd name="connsiteX49" fmla="*/ 5364523 w 12192000"/>
              <a:gd name="connsiteY49" fmla="*/ 502501 h 2515690"/>
              <a:gd name="connsiteX50" fmla="*/ 5457871 w 12192000"/>
              <a:gd name="connsiteY50" fmla="*/ 558285 h 2515690"/>
              <a:gd name="connsiteX51" fmla="*/ 5750580 w 12192000"/>
              <a:gd name="connsiteY51" fmla="*/ 663503 h 2515690"/>
              <a:gd name="connsiteX52" fmla="*/ 5976618 w 12192000"/>
              <a:gd name="connsiteY52" fmla="*/ 582652 h 2515690"/>
              <a:gd name="connsiteX53" fmla="*/ 6009346 w 12192000"/>
              <a:gd name="connsiteY53" fmla="*/ 559470 h 2515690"/>
              <a:gd name="connsiteX54" fmla="*/ 6069735 w 12192000"/>
              <a:gd name="connsiteY54" fmla="*/ 587803 h 2515690"/>
              <a:gd name="connsiteX55" fmla="*/ 6270319 w 12192000"/>
              <a:gd name="connsiteY55" fmla="*/ 643982 h 2515690"/>
              <a:gd name="connsiteX56" fmla="*/ 6406781 w 12192000"/>
              <a:gd name="connsiteY56" fmla="*/ 672327 h 2515690"/>
              <a:gd name="connsiteX57" fmla="*/ 6469508 w 12192000"/>
              <a:gd name="connsiteY57" fmla="*/ 708574 h 2515690"/>
              <a:gd name="connsiteX58" fmla="*/ 6515869 w 12192000"/>
              <a:gd name="connsiteY58" fmla="*/ 715738 h 2515690"/>
              <a:gd name="connsiteX59" fmla="*/ 6725938 w 12192000"/>
              <a:gd name="connsiteY59" fmla="*/ 691128 h 2515690"/>
              <a:gd name="connsiteX60" fmla="*/ 6778240 w 12192000"/>
              <a:gd name="connsiteY60" fmla="*/ 678998 h 2515690"/>
              <a:gd name="connsiteX61" fmla="*/ 6806944 w 12192000"/>
              <a:gd name="connsiteY61" fmla="*/ 646178 h 2515690"/>
              <a:gd name="connsiteX62" fmla="*/ 6830632 w 12192000"/>
              <a:gd name="connsiteY62" fmla="*/ 633915 h 2515690"/>
              <a:gd name="connsiteX63" fmla="*/ 6858072 w 12192000"/>
              <a:gd name="connsiteY63" fmla="*/ 646178 h 2515690"/>
              <a:gd name="connsiteX64" fmla="*/ 6891322 w 12192000"/>
              <a:gd name="connsiteY64" fmla="*/ 678998 h 2515690"/>
              <a:gd name="connsiteX65" fmla="*/ 6951905 w 12192000"/>
              <a:gd name="connsiteY65" fmla="*/ 691128 h 2515690"/>
              <a:gd name="connsiteX66" fmla="*/ 7195246 w 12192000"/>
              <a:gd name="connsiteY66" fmla="*/ 715738 h 2515690"/>
              <a:gd name="connsiteX67" fmla="*/ 7248949 w 12192000"/>
              <a:gd name="connsiteY67" fmla="*/ 708574 h 2515690"/>
              <a:gd name="connsiteX68" fmla="*/ 7321609 w 12192000"/>
              <a:gd name="connsiteY68" fmla="*/ 672327 h 2515690"/>
              <a:gd name="connsiteX69" fmla="*/ 7479684 w 12192000"/>
              <a:gd name="connsiteY69" fmla="*/ 643982 h 2515690"/>
              <a:gd name="connsiteX70" fmla="*/ 7712035 w 12192000"/>
              <a:gd name="connsiteY70" fmla="*/ 587803 h 2515690"/>
              <a:gd name="connsiteX71" fmla="*/ 7781987 w 12192000"/>
              <a:gd name="connsiteY71" fmla="*/ 559470 h 2515690"/>
              <a:gd name="connsiteX72" fmla="*/ 7819900 w 12192000"/>
              <a:gd name="connsiteY72" fmla="*/ 582652 h 2515690"/>
              <a:gd name="connsiteX73" fmla="*/ 8081736 w 12192000"/>
              <a:gd name="connsiteY73" fmla="*/ 663503 h 2515690"/>
              <a:gd name="connsiteX74" fmla="*/ 8420801 w 12192000"/>
              <a:gd name="connsiteY74" fmla="*/ 558285 h 2515690"/>
              <a:gd name="connsiteX75" fmla="*/ 8528933 w 12192000"/>
              <a:gd name="connsiteY75" fmla="*/ 502501 h 2515690"/>
              <a:gd name="connsiteX76" fmla="*/ 8521178 w 12192000"/>
              <a:gd name="connsiteY76" fmla="*/ 614372 h 2515690"/>
              <a:gd name="connsiteX77" fmla="*/ 8633702 w 12192000"/>
              <a:gd name="connsiteY77" fmla="*/ 655978 h 2515690"/>
              <a:gd name="connsiteX78" fmla="*/ 8691231 w 12192000"/>
              <a:gd name="connsiteY78" fmla="*/ 674418 h 2515690"/>
              <a:gd name="connsiteX79" fmla="*/ 9047908 w 12192000"/>
              <a:gd name="connsiteY79" fmla="*/ 788104 h 2515690"/>
              <a:gd name="connsiteX80" fmla="*/ 9163628 w 12192000"/>
              <a:gd name="connsiteY80" fmla="*/ 773163 h 2515690"/>
              <a:gd name="connsiteX81" fmla="*/ 9754459 w 12192000"/>
              <a:gd name="connsiteY81" fmla="*/ 610207 h 2515690"/>
              <a:gd name="connsiteX82" fmla="*/ 9838868 w 12192000"/>
              <a:gd name="connsiteY82" fmla="*/ 799511 h 2515690"/>
              <a:gd name="connsiteX83" fmla="*/ 10085808 w 12192000"/>
              <a:gd name="connsiteY83" fmla="*/ 816231 h 2515690"/>
              <a:gd name="connsiteX84" fmla="*/ 10334338 w 12192000"/>
              <a:gd name="connsiteY84" fmla="*/ 917517 h 2515690"/>
              <a:gd name="connsiteX85" fmla="*/ 10516076 w 12192000"/>
              <a:gd name="connsiteY85" fmla="*/ 1018726 h 2515690"/>
              <a:gd name="connsiteX86" fmla="*/ 10535302 w 12192000"/>
              <a:gd name="connsiteY86" fmla="*/ 1023522 h 2515690"/>
              <a:gd name="connsiteX87" fmla="*/ 10542819 w 12192000"/>
              <a:gd name="connsiteY87" fmla="*/ 1023458 h 2515690"/>
              <a:gd name="connsiteX88" fmla="*/ 10623994 w 12192000"/>
              <a:gd name="connsiteY88" fmla="*/ 1041996 h 2515690"/>
              <a:gd name="connsiteX89" fmla="*/ 10629774 w 12192000"/>
              <a:gd name="connsiteY89" fmla="*/ 1044511 h 2515690"/>
              <a:gd name="connsiteX90" fmla="*/ 10727305 w 12192000"/>
              <a:gd name="connsiteY90" fmla="*/ 1063419 h 2515690"/>
              <a:gd name="connsiteX91" fmla="*/ 10761785 w 12192000"/>
              <a:gd name="connsiteY91" fmla="*/ 1068017 h 2515690"/>
              <a:gd name="connsiteX92" fmla="*/ 10775688 w 12192000"/>
              <a:gd name="connsiteY92" fmla="*/ 1065268 h 2515690"/>
              <a:gd name="connsiteX93" fmla="*/ 10821837 w 12192000"/>
              <a:gd name="connsiteY93" fmla="*/ 1042232 h 2515690"/>
              <a:gd name="connsiteX94" fmla="*/ 11122438 w 12192000"/>
              <a:gd name="connsiteY94" fmla="*/ 1004583 h 2515690"/>
              <a:gd name="connsiteX95" fmla="*/ 11171433 w 12192000"/>
              <a:gd name="connsiteY95" fmla="*/ 1040550 h 2515690"/>
              <a:gd name="connsiteX96" fmla="*/ 11183724 w 12192000"/>
              <a:gd name="connsiteY96" fmla="*/ 1045316 h 2515690"/>
              <a:gd name="connsiteX97" fmla="*/ 11199690 w 12192000"/>
              <a:gd name="connsiteY97" fmla="*/ 1048085 h 2515690"/>
              <a:gd name="connsiteX98" fmla="*/ 11232475 w 12192000"/>
              <a:gd name="connsiteY98" fmla="*/ 1049340 h 2515690"/>
              <a:gd name="connsiteX99" fmla="*/ 11302451 w 12192000"/>
              <a:gd name="connsiteY99" fmla="*/ 949091 h 2515690"/>
              <a:gd name="connsiteX100" fmla="*/ 11484849 w 12192000"/>
              <a:gd name="connsiteY100" fmla="*/ 1057667 h 2515690"/>
              <a:gd name="connsiteX101" fmla="*/ 11512818 w 12192000"/>
              <a:gd name="connsiteY101" fmla="*/ 1048926 h 2515690"/>
              <a:gd name="connsiteX102" fmla="*/ 11642481 w 12192000"/>
              <a:gd name="connsiteY102" fmla="*/ 1029355 h 2515690"/>
              <a:gd name="connsiteX103" fmla="*/ 11714551 w 12192000"/>
              <a:gd name="connsiteY103" fmla="*/ 1020966 h 2515690"/>
              <a:gd name="connsiteX104" fmla="*/ 11714551 w 12192000"/>
              <a:gd name="connsiteY104" fmla="*/ 1022389 h 2515690"/>
              <a:gd name="connsiteX105" fmla="*/ 11728519 w 12192000"/>
              <a:gd name="connsiteY105" fmla="*/ 1020975 h 2515690"/>
              <a:gd name="connsiteX106" fmla="*/ 11741691 w 12192000"/>
              <a:gd name="connsiteY106" fmla="*/ 1019651 h 2515690"/>
              <a:gd name="connsiteX107" fmla="*/ 11743999 w 12192000"/>
              <a:gd name="connsiteY107" fmla="*/ 1019424 h 2515690"/>
              <a:gd name="connsiteX108" fmla="*/ 11742709 w 12192000"/>
              <a:gd name="connsiteY108" fmla="*/ 1019549 h 2515690"/>
              <a:gd name="connsiteX109" fmla="*/ 11741691 w 12192000"/>
              <a:gd name="connsiteY109" fmla="*/ 1019651 h 2515690"/>
              <a:gd name="connsiteX110" fmla="*/ 11738529 w 12192000"/>
              <a:gd name="connsiteY110" fmla="*/ 1019963 h 2515690"/>
              <a:gd name="connsiteX111" fmla="*/ 11771791 w 12192000"/>
              <a:gd name="connsiteY111" fmla="*/ 1015977 h 2515690"/>
              <a:gd name="connsiteX112" fmla="*/ 11834157 w 12192000"/>
              <a:gd name="connsiteY112" fmla="*/ 1009499 h 2515690"/>
              <a:gd name="connsiteX113" fmla="*/ 11843354 w 12192000"/>
              <a:gd name="connsiteY113" fmla="*/ 1008273 h 2515690"/>
              <a:gd name="connsiteX114" fmla="*/ 11843354 w 12192000"/>
              <a:gd name="connsiteY114" fmla="*/ 1000151 h 2515690"/>
              <a:gd name="connsiteX115" fmla="*/ 11893955 w 12192000"/>
              <a:gd name="connsiteY115" fmla="*/ 983740 h 2515690"/>
              <a:gd name="connsiteX116" fmla="*/ 11974160 w 12192000"/>
              <a:gd name="connsiteY116" fmla="*/ 920897 h 2515690"/>
              <a:gd name="connsiteX117" fmla="*/ 12143531 w 12192000"/>
              <a:gd name="connsiteY117" fmla="*/ 823664 h 2515690"/>
              <a:gd name="connsiteX118" fmla="*/ 12192000 w 12192000"/>
              <a:gd name="connsiteY118" fmla="*/ 801163 h 2515690"/>
              <a:gd name="connsiteX119" fmla="*/ 12192000 w 12192000"/>
              <a:gd name="connsiteY119" fmla="*/ 2515690 h 2515690"/>
              <a:gd name="connsiteX120" fmla="*/ 0 w 12192000"/>
              <a:gd name="connsiteY120" fmla="*/ 2515690 h 25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192000" h="251569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4E0441-BF00-E009-2FF6-2C18427B6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088"/>
            <a:ext cx="10515600" cy="930275"/>
          </a:xfrm>
        </p:spPr>
        <p:txBody>
          <a:bodyPr>
            <a:normAutofit/>
          </a:bodyPr>
          <a:lstStyle/>
          <a:p>
            <a:r>
              <a:rPr lang="en-GB" dirty="0"/>
              <a:t>Components of Git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2568A9F-6DD3-F974-5D6D-6D92AD32A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361026"/>
              </p:ext>
            </p:extLst>
          </p:nvPr>
        </p:nvGraphicFramePr>
        <p:xfrm>
          <a:off x="2235040" y="2576925"/>
          <a:ext cx="7721919" cy="3029712"/>
        </p:xfrm>
        <a:graphic>
          <a:graphicData uri="http://schemas.openxmlformats.org/drawingml/2006/table">
            <a:tbl>
              <a:tblPr/>
              <a:tblGrid>
                <a:gridCol w="2434590">
                  <a:extLst>
                    <a:ext uri="{9D8B030D-6E8A-4147-A177-3AD203B41FA5}">
                      <a16:colId xmlns:a16="http://schemas.microsoft.com/office/drawing/2014/main" val="2502130130"/>
                    </a:ext>
                  </a:extLst>
                </a:gridCol>
                <a:gridCol w="5287329">
                  <a:extLst>
                    <a:ext uri="{9D8B030D-6E8A-4147-A177-3AD203B41FA5}">
                      <a16:colId xmlns:a16="http://schemas.microsoft.com/office/drawing/2014/main" val="2973939448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3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Component</a:t>
                      </a:r>
                      <a:endParaRPr lang="en-IN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3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927175"/>
                  </a:ext>
                </a:extLst>
              </a:tr>
              <a:tr h="11346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Working Directory</a:t>
                      </a:r>
                      <a:endParaRPr lang="en-IN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Your current project files</a:t>
                      </a:r>
                      <a:endParaRPr lang="en-IN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901888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Staging Area</a:t>
                      </a:r>
                      <a:endParaRPr lang="en-IN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Files prepared for commit</a:t>
                      </a:r>
                      <a:endParaRPr lang="en-IN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633094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Repository</a:t>
                      </a:r>
                      <a:endParaRPr lang="en-IN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Stores all committed versions</a:t>
                      </a:r>
                      <a:endParaRPr lang="en-IN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96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82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6D9C0-8D71-61F7-6080-4A439C80B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/>
              <a:t>Git Commands - configuration</a:t>
            </a:r>
            <a:endParaRPr lang="en-IN" sz="36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64828-15A0-96C7-46BE-CA716D68A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551" y="2031101"/>
            <a:ext cx="5165009" cy="3728989"/>
          </a:xfrm>
        </p:spPr>
        <p:txBody>
          <a:bodyPr anchor="ctr">
            <a:normAutofit/>
          </a:bodyPr>
          <a:lstStyle/>
          <a:p>
            <a:r>
              <a:rPr lang="en-GB" sz="1800" dirty="0"/>
              <a:t>git config command is used to set and manage Git settings. </a:t>
            </a:r>
          </a:p>
          <a:p>
            <a:r>
              <a:rPr lang="en-GB" sz="1800" dirty="0"/>
              <a:t>These settings control how Git behaves and include things like your name, email, default editor, aliases, and more. </a:t>
            </a:r>
          </a:p>
          <a:p>
            <a:r>
              <a:rPr lang="en-GB" sz="1800" dirty="0"/>
              <a:t>Git stores these settings in configuration files at three levels</a:t>
            </a:r>
            <a:endParaRPr lang="en-IN" sz="18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13D8427-5A86-E035-1F1D-CAB5B9073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018931"/>
              </p:ext>
            </p:extLst>
          </p:nvPr>
        </p:nvGraphicFramePr>
        <p:xfrm>
          <a:off x="5987738" y="2084634"/>
          <a:ext cx="5628020" cy="245586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87392">
                  <a:extLst>
                    <a:ext uri="{9D8B030D-6E8A-4147-A177-3AD203B41FA5}">
                      <a16:colId xmlns:a16="http://schemas.microsoft.com/office/drawing/2014/main" val="1912359496"/>
                    </a:ext>
                  </a:extLst>
                </a:gridCol>
                <a:gridCol w="2356869">
                  <a:extLst>
                    <a:ext uri="{9D8B030D-6E8A-4147-A177-3AD203B41FA5}">
                      <a16:colId xmlns:a16="http://schemas.microsoft.com/office/drawing/2014/main" val="941988344"/>
                    </a:ext>
                  </a:extLst>
                </a:gridCol>
                <a:gridCol w="2183759">
                  <a:extLst>
                    <a:ext uri="{9D8B030D-6E8A-4147-A177-3AD203B41FA5}">
                      <a16:colId xmlns:a16="http://schemas.microsoft.com/office/drawing/2014/main" val="2677252596"/>
                    </a:ext>
                  </a:extLst>
                </a:gridCol>
              </a:tblGrid>
              <a:tr h="406233">
                <a:tc>
                  <a:txBody>
                    <a:bodyPr/>
                    <a:lstStyle/>
                    <a:p>
                      <a:r>
                        <a:rPr lang="en-IN" sz="1800" b="1"/>
                        <a:t>Level</a:t>
                      </a:r>
                      <a:endParaRPr lang="en-IN" sz="1800"/>
                    </a:p>
                  </a:txBody>
                  <a:tcPr marL="92326" marR="92326" marT="46163" marB="46163" anchor="ctr"/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Scope</a:t>
                      </a:r>
                      <a:endParaRPr lang="en-IN" sz="1800"/>
                    </a:p>
                  </a:txBody>
                  <a:tcPr marL="92326" marR="92326" marT="46163" marB="46163" anchor="ctr"/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File Location</a:t>
                      </a:r>
                      <a:endParaRPr lang="en-IN" sz="1800"/>
                    </a:p>
                  </a:txBody>
                  <a:tcPr marL="92326" marR="92326" marT="46163" marB="46163" anchor="ctr"/>
                </a:tc>
                <a:extLst>
                  <a:ext uri="{0D108BD9-81ED-4DB2-BD59-A6C34878D82A}">
                    <a16:rowId xmlns:a16="http://schemas.microsoft.com/office/drawing/2014/main" val="3328051976"/>
                  </a:ext>
                </a:extLst>
              </a:tr>
              <a:tr h="683210">
                <a:tc>
                  <a:txBody>
                    <a:bodyPr/>
                    <a:lstStyle/>
                    <a:p>
                      <a:r>
                        <a:rPr lang="en-IN" sz="1800"/>
                        <a:t>System</a:t>
                      </a:r>
                    </a:p>
                  </a:txBody>
                  <a:tcPr marL="92326" marR="92326" marT="46163" marB="46163"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Applies to all users on the system</a:t>
                      </a:r>
                    </a:p>
                  </a:txBody>
                  <a:tcPr marL="92326" marR="92326" marT="46163" marB="4616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/etc/gitconfig</a:t>
                      </a:r>
                    </a:p>
                  </a:txBody>
                  <a:tcPr marL="92326" marR="92326" marT="46163" marB="46163" anchor="ctr"/>
                </a:tc>
                <a:extLst>
                  <a:ext uri="{0D108BD9-81ED-4DB2-BD59-A6C34878D82A}">
                    <a16:rowId xmlns:a16="http://schemas.microsoft.com/office/drawing/2014/main" val="3357525051"/>
                  </a:ext>
                </a:extLst>
              </a:tr>
              <a:tr h="683210">
                <a:tc>
                  <a:txBody>
                    <a:bodyPr/>
                    <a:lstStyle/>
                    <a:p>
                      <a:r>
                        <a:rPr lang="en-IN" sz="1800"/>
                        <a:t>Global</a:t>
                      </a:r>
                    </a:p>
                  </a:txBody>
                  <a:tcPr marL="92326" marR="92326" marT="46163" marB="46163"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Applies to your user account</a:t>
                      </a:r>
                    </a:p>
                  </a:txBody>
                  <a:tcPr marL="92326" marR="92326" marT="46163" marB="4616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~/.gitconfig or ~/.config/git/config</a:t>
                      </a:r>
                    </a:p>
                  </a:txBody>
                  <a:tcPr marL="92326" marR="92326" marT="46163" marB="46163" anchor="ctr"/>
                </a:tc>
                <a:extLst>
                  <a:ext uri="{0D108BD9-81ED-4DB2-BD59-A6C34878D82A}">
                    <a16:rowId xmlns:a16="http://schemas.microsoft.com/office/drawing/2014/main" val="4256210395"/>
                  </a:ext>
                </a:extLst>
              </a:tr>
              <a:tr h="683210">
                <a:tc>
                  <a:txBody>
                    <a:bodyPr/>
                    <a:lstStyle/>
                    <a:p>
                      <a:r>
                        <a:rPr lang="en-IN" sz="1800"/>
                        <a:t>Local</a:t>
                      </a:r>
                    </a:p>
                  </a:txBody>
                  <a:tcPr marL="92326" marR="92326" marT="46163" marB="46163"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Applies to a specific repository</a:t>
                      </a:r>
                    </a:p>
                  </a:txBody>
                  <a:tcPr marL="92326" marR="92326" marT="46163" marB="46163" anchor="ctr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.git/config inside the repo</a:t>
                      </a:r>
                    </a:p>
                  </a:txBody>
                  <a:tcPr marL="92326" marR="92326" marT="46163" marB="46163" anchor="ctr"/>
                </a:tc>
                <a:extLst>
                  <a:ext uri="{0D108BD9-81ED-4DB2-BD59-A6C34878D82A}">
                    <a16:rowId xmlns:a16="http://schemas.microsoft.com/office/drawing/2014/main" val="1063225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738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645CCB-0B02-4A3E-6C2A-BA6AEC9A07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406369"/>
              </p:ext>
            </p:extLst>
          </p:nvPr>
        </p:nvGraphicFramePr>
        <p:xfrm>
          <a:off x="446314" y="15055"/>
          <a:ext cx="11083873" cy="6827889"/>
        </p:xfrm>
        <a:graphic>
          <a:graphicData uri="http://schemas.openxmlformats.org/drawingml/2006/table">
            <a:tbl>
              <a:tblPr firstRow="1" bandRow="1"/>
              <a:tblGrid>
                <a:gridCol w="3589361">
                  <a:extLst>
                    <a:ext uri="{9D8B030D-6E8A-4147-A177-3AD203B41FA5}">
                      <a16:colId xmlns:a16="http://schemas.microsoft.com/office/drawing/2014/main" val="1065632441"/>
                    </a:ext>
                  </a:extLst>
                </a:gridCol>
                <a:gridCol w="4865494">
                  <a:extLst>
                    <a:ext uri="{9D8B030D-6E8A-4147-A177-3AD203B41FA5}">
                      <a16:colId xmlns:a16="http://schemas.microsoft.com/office/drawing/2014/main" val="4231155992"/>
                    </a:ext>
                  </a:extLst>
                </a:gridCol>
                <a:gridCol w="2629018">
                  <a:extLst>
                    <a:ext uri="{9D8B030D-6E8A-4147-A177-3AD203B41FA5}">
                      <a16:colId xmlns:a16="http://schemas.microsoft.com/office/drawing/2014/main" val="512898047"/>
                    </a:ext>
                  </a:extLst>
                </a:gridCol>
              </a:tblGrid>
              <a:tr h="238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Command</a:t>
                      </a:r>
                      <a:endParaRPr lang="en-IN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Purpose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Example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934071"/>
                  </a:ext>
                </a:extLst>
              </a:tr>
              <a:tr h="372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user.name "&lt;name&gt;"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your name globally for all Git repositories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user.name "Alice Kumar"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641546"/>
                  </a:ext>
                </a:extLst>
              </a:tr>
              <a:tr h="372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</a:t>
                      </a:r>
                      <a:r>
                        <a:rPr lang="fr-FR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user.email</a:t>
                      </a: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 "&lt;email&gt;"</a:t>
                      </a:r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your email globally for all Git repositories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user.email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 "alice@example.com"</a:t>
                      </a:r>
                      <a:endParaRPr lang="en-IN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040137"/>
                  </a:ext>
                </a:extLst>
              </a:tr>
              <a:tr h="2382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user.name "&lt;name&gt;"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your name for the current repository only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user.name "ProjectUser"</a:t>
                      </a:r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025819"/>
                  </a:ext>
                </a:extLst>
              </a:tr>
              <a:tr h="372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user.email "&lt;email&gt;"</a:t>
                      </a:r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your email for the current repository only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user.email "project@example.com"</a:t>
                      </a:r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692612"/>
                  </a:ext>
                </a:extLst>
              </a:tr>
              <a:tr h="372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core.editor "&lt;editor&gt;"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the default text editor for Git commands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core.editor "code --wait"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012112"/>
                  </a:ext>
                </a:extLst>
              </a:tr>
              <a:tr h="2382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color.ui auto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Enable colored output in terminal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color.ui auto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482096"/>
                  </a:ext>
                </a:extLst>
              </a:tr>
              <a:tr h="2382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alias.&lt;alias&gt; "&lt;command&gt;"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Create a shortcut for a Git command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alias.st status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783447"/>
                  </a:ext>
                </a:extLst>
              </a:tr>
              <a:tr h="2382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--list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List all current Git configuration settings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--list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046483"/>
                  </a:ext>
                </a:extLst>
              </a:tr>
              <a:tr h="2382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--get &lt;key&gt;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Retrieve the value of a specific configuration key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--get user.name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754946"/>
                  </a:ext>
                </a:extLst>
              </a:tr>
              <a:tr h="2382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--unset &lt;key&gt;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Remove a specific configuration setting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--unset user.email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050673"/>
                  </a:ext>
                </a:extLst>
              </a:tr>
              <a:tr h="372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credential.helper cache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Temporarily cache credentials for remote access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credential.helper cache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86367"/>
                  </a:ext>
                </a:extLst>
              </a:tr>
              <a:tr h="372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push.default simple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default behavior for </a:t>
                      </a:r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push</a:t>
                      </a:r>
                      <a:endParaRPr lang="da-DK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push.default simple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778663"/>
                  </a:ext>
                </a:extLst>
              </a:tr>
              <a:tr h="2382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merge.tool &lt;tool&gt;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the default tool for resolving merge conflicts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merge.tool meld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097026"/>
                  </a:ext>
                </a:extLst>
              </a:tr>
              <a:tr h="2382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diff.tool &lt;tool&gt;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the default tool for viewing diffs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diff.tool vimdiff</a:t>
                      </a:r>
                      <a:endParaRPr lang="en-I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335356"/>
                  </a:ext>
                </a:extLst>
              </a:tr>
              <a:tr h="2382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core.autocrlf true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Convert line endings automatically (Windows)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core.autocrlf true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114954"/>
                  </a:ext>
                </a:extLst>
              </a:tr>
              <a:tr h="2382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core.safecrlf warn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Warn about unsafe line ending conversions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core.safecrlf warn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301456"/>
                  </a:ext>
                </a:extLst>
              </a:tr>
              <a:tr h="372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init.defaultBranch &lt;name&gt;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default branch name for new repositories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init.defaultBranch main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111301"/>
                  </a:ext>
                </a:extLst>
              </a:tr>
              <a:tr h="372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core.excludesfile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 &lt;path&gt;</a:t>
                      </a:r>
                      <a:endParaRPr lang="en-IN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global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gitignore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file</a:t>
                      </a:r>
                      <a:endParaRPr lang="en-IN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config --global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core.excludesfile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 ~/.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gitignore</a:t>
                      </a:r>
                      <a:endParaRPr lang="en-IN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263" marR="3263" marT="32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451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613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DCA03-E65D-5099-8104-0A53BB0A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 Commands –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043FC-C385-688E-D28D-AC59C48DD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2496" y="4301656"/>
            <a:ext cx="2705619" cy="7626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Commands to setup and handle repositories in local and remote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99210B-FB8B-F78F-1938-6B17F341B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732210"/>
              </p:ext>
            </p:extLst>
          </p:nvPr>
        </p:nvGraphicFramePr>
        <p:xfrm>
          <a:off x="621675" y="836298"/>
          <a:ext cx="6589538" cy="5181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312">
                  <a:extLst>
                    <a:ext uri="{9D8B030D-6E8A-4147-A177-3AD203B41FA5}">
                      <a16:colId xmlns:a16="http://schemas.microsoft.com/office/drawing/2014/main" val="247099936"/>
                    </a:ext>
                  </a:extLst>
                </a:gridCol>
                <a:gridCol w="1641166">
                  <a:extLst>
                    <a:ext uri="{9D8B030D-6E8A-4147-A177-3AD203B41FA5}">
                      <a16:colId xmlns:a16="http://schemas.microsoft.com/office/drawing/2014/main" val="2791668817"/>
                    </a:ext>
                  </a:extLst>
                </a:gridCol>
                <a:gridCol w="3570060">
                  <a:extLst>
                    <a:ext uri="{9D8B030D-6E8A-4147-A177-3AD203B41FA5}">
                      <a16:colId xmlns:a16="http://schemas.microsoft.com/office/drawing/2014/main" val="1558135988"/>
                    </a:ext>
                  </a:extLst>
                </a:gridCol>
              </a:tblGrid>
              <a:tr h="32381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Command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1" marR="8651" marT="86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Purpose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1" marR="8651" marT="86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Example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1" marR="8651" marT="8651" marB="0" anchor="ctr"/>
                </a:tc>
                <a:extLst>
                  <a:ext uri="{0D108BD9-81ED-4DB2-BD59-A6C34878D82A}">
                    <a16:rowId xmlns:a16="http://schemas.microsoft.com/office/drawing/2014/main" val="96257171"/>
                  </a:ext>
                </a:extLst>
              </a:tr>
              <a:tr h="11459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git init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651" marR="8651" marT="86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Initializes a new Git repository in the current directory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1" marR="8651" marT="86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git init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651" marR="8651" marT="8651" marB="0" anchor="ctr"/>
                </a:tc>
                <a:extLst>
                  <a:ext uri="{0D108BD9-81ED-4DB2-BD59-A6C34878D82A}">
                    <a16:rowId xmlns:a16="http://schemas.microsoft.com/office/drawing/2014/main" val="3700013361"/>
                  </a:ext>
                </a:extLst>
              </a:tr>
              <a:tr h="142004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git clone &lt;repo_url&gt;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651" marR="8651" marT="86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Clones an existing remote repository to your local machine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1" marR="8651" marT="86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git clone https://github.com/user/project.git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651" marR="8651" marT="8651" marB="0" anchor="ctr"/>
                </a:tc>
                <a:extLst>
                  <a:ext uri="{0D108BD9-81ED-4DB2-BD59-A6C34878D82A}">
                    <a16:rowId xmlns:a16="http://schemas.microsoft.com/office/drawing/2014/main" val="2528600541"/>
                  </a:ext>
                </a:extLst>
              </a:tr>
              <a:tr h="87193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git remote add origin &lt;url&gt;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651" marR="8651" marT="86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Adds a remote repository named "origin"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1" marR="8651" marT="86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git remote add origin https://github.com/user/repo.git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651" marR="8651" marT="8651" marB="0" anchor="ctr"/>
                </a:tc>
                <a:extLst>
                  <a:ext uri="{0D108BD9-81ED-4DB2-BD59-A6C34878D82A}">
                    <a16:rowId xmlns:a16="http://schemas.microsoft.com/office/drawing/2014/main" val="1658575162"/>
                  </a:ext>
                </a:extLst>
              </a:tr>
              <a:tr h="142004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git remote -v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651" marR="8651" marT="86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Lists the remote repositories linked to your local repo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1" marR="8651" marT="86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>
                          <a:effectLst/>
                        </a:rPr>
                        <a:t>git remote -v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651" marR="8651" marT="8651" marB="0" anchor="ctr"/>
                </a:tc>
                <a:extLst>
                  <a:ext uri="{0D108BD9-81ED-4DB2-BD59-A6C34878D82A}">
                    <a16:rowId xmlns:a16="http://schemas.microsoft.com/office/drawing/2014/main" val="963975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14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E2586-B005-6CD9-11B9-552F66E79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Git commands - Branches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E11237-4AF5-F303-1B1E-104476300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33753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7665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F8B3B5-6897-8A61-EF08-F71F4B1E1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894214"/>
              </p:ext>
            </p:extLst>
          </p:nvPr>
        </p:nvGraphicFramePr>
        <p:xfrm>
          <a:off x="97972" y="0"/>
          <a:ext cx="12093262" cy="6857568"/>
        </p:xfrm>
        <a:graphic>
          <a:graphicData uri="http://schemas.openxmlformats.org/drawingml/2006/table">
            <a:tbl>
              <a:tblPr/>
              <a:tblGrid>
                <a:gridCol w="2710365">
                  <a:extLst>
                    <a:ext uri="{9D8B030D-6E8A-4147-A177-3AD203B41FA5}">
                      <a16:colId xmlns:a16="http://schemas.microsoft.com/office/drawing/2014/main" val="2291790743"/>
                    </a:ext>
                  </a:extLst>
                </a:gridCol>
                <a:gridCol w="6373022">
                  <a:extLst>
                    <a:ext uri="{9D8B030D-6E8A-4147-A177-3AD203B41FA5}">
                      <a16:colId xmlns:a16="http://schemas.microsoft.com/office/drawing/2014/main" val="1063096599"/>
                    </a:ext>
                  </a:extLst>
                </a:gridCol>
                <a:gridCol w="3009875">
                  <a:extLst>
                    <a:ext uri="{9D8B030D-6E8A-4147-A177-3AD203B41FA5}">
                      <a16:colId xmlns:a16="http://schemas.microsoft.com/office/drawing/2014/main" val="4211710723"/>
                    </a:ext>
                  </a:extLst>
                </a:gridCol>
              </a:tblGrid>
              <a:tr h="3809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Command</a:t>
                      </a:r>
                      <a:endParaRPr lang="en-IN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Purpose</a:t>
                      </a:r>
                      <a:endParaRPr lang="en-IN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Example</a:t>
                      </a:r>
                      <a:endParaRPr lang="en-IN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331451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fetch</a:t>
                      </a:r>
                      <a:endParaRPr lang="en-IN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Downloads changes from the remote repository without merging</a:t>
                      </a:r>
                      <a:endParaRPr lang="en-GB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fetch origin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955684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pull</a:t>
                      </a:r>
                      <a:endParaRPr lang="en-IN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Fetches and merges changes from the remote repository</a:t>
                      </a:r>
                      <a:endParaRPr lang="en-GB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pull origin main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439604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push</a:t>
                      </a:r>
                      <a:endParaRPr lang="en-IN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Uploads local commits to the remote repository</a:t>
                      </a:r>
                      <a:endParaRPr lang="en-GB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push origin main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462038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status</a:t>
                      </a:r>
                      <a:endParaRPr lang="en-IN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Shows the current state of the working directory and staging area</a:t>
                      </a:r>
                      <a:endParaRPr lang="en-GB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status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4157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add &lt;file&gt;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Stages a specific file for commit</a:t>
                      </a:r>
                      <a:endParaRPr lang="en-GB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add index.html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642482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add .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Stages all modified files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add .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7319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commit -m "message"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Commits staged changes with a message</a:t>
                      </a:r>
                      <a:endParaRPr lang="en-GB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commit -m "Initial commit"</a:t>
                      </a:r>
                      <a:endParaRPr lang="en-GB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801935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log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Displays the commit history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log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579504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show &lt;commit&gt;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Shows details of a specific commit</a:t>
                      </a:r>
                      <a:endParaRPr lang="en-GB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show a1b2c3d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626200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diff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Shows differences between working directory and last commit</a:t>
                      </a:r>
                      <a:endParaRPr lang="en-GB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diff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903750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branch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Lists all branches in the repository</a:t>
                      </a:r>
                      <a:endParaRPr lang="en-GB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branch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589603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branch &lt;branch_name&gt;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Creates a new branch</a:t>
                      </a:r>
                      <a:endParaRPr lang="en-IN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branch feature-login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07692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checkout &lt;branch_name&gt;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Switches to the specified branch</a:t>
                      </a:r>
                      <a:endParaRPr lang="en-GB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checkout feature-login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03346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merge &lt;branch_name&gt;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Merges the specified branch into the current branch</a:t>
                      </a:r>
                      <a:endParaRPr lang="en-GB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merge feature-login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794922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rm &lt;file&gt;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Removes a file from the working directory and stages the deletion</a:t>
                      </a:r>
                      <a:endParaRPr lang="en-GB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rm old_script.py</a:t>
                      </a:r>
                      <a:endParaRPr lang="en-GB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940123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reset &lt;file&gt;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Unstages a file without deleting changes</a:t>
                      </a:r>
                      <a:endParaRPr lang="en-GB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reset index.html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000180"/>
                  </a:ext>
                </a:extLst>
              </a:tr>
              <a:tr h="380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revert &lt;commit&gt;</a:t>
                      </a:r>
                      <a:endParaRPr lang="en-IN" sz="26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Creates a new commit that undoes the changes from a previous commit</a:t>
                      </a:r>
                      <a:endParaRPr lang="en-GB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git revert a1b2c3d</a:t>
                      </a:r>
                      <a:endParaRPr lang="en-IN" sz="2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1" marR="9231" marT="92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302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979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1230</Words>
  <Application>Microsoft Office PowerPoint</Application>
  <PresentationFormat>Widescreen</PresentationFormat>
  <Paragraphs>208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Arial Unicode MS</vt:lpstr>
      <vt:lpstr>Office Theme</vt:lpstr>
      <vt:lpstr>PowerPoint Presentation</vt:lpstr>
      <vt:lpstr>What Is Version Control</vt:lpstr>
      <vt:lpstr>Why we need Version Control</vt:lpstr>
      <vt:lpstr>Types of Version Control systems</vt:lpstr>
      <vt:lpstr>Keywords and Concepts in Git</vt:lpstr>
      <vt:lpstr>Popular Version Control Tools</vt:lpstr>
      <vt:lpstr>Git</vt:lpstr>
      <vt:lpstr>Features of Git</vt:lpstr>
      <vt:lpstr>Components of Git</vt:lpstr>
      <vt:lpstr>Git Commands - configuration</vt:lpstr>
      <vt:lpstr>PowerPoint Presentation</vt:lpstr>
      <vt:lpstr>Git Commands – Repository</vt:lpstr>
      <vt:lpstr>Git commands - Branches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Kalyanakumar, Arun (Cognizant)</dc:creator>
  <cp:lastModifiedBy>Kalyanakumar, Arun (Cognizant)</cp:lastModifiedBy>
  <cp:revision>20</cp:revision>
  <dcterms:created xsi:type="dcterms:W3CDTF">2025-08-06T03:38:04Z</dcterms:created>
  <dcterms:modified xsi:type="dcterms:W3CDTF">2025-08-11T03:48:55Z</dcterms:modified>
</cp:coreProperties>
</file>