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0" r:id="rId33"/>
    <p:sldId id="287" r:id="rId34"/>
    <p:sldId id="288" r:id="rId35"/>
    <p:sldId id="289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E6D602-2D86-4F2B-BD13-25B0199A0456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E0A57BA-816B-410C-A7FE-A0E298D89E70}">
      <dgm:prSet/>
      <dgm:spPr/>
      <dgm:t>
        <a:bodyPr/>
        <a:lstStyle/>
        <a:p>
          <a:r>
            <a:rPr lang="en-GB"/>
            <a:t>DevOps = Development + Operations</a:t>
          </a:r>
          <a:endParaRPr lang="en-US"/>
        </a:p>
      </dgm:t>
    </dgm:pt>
    <dgm:pt modelId="{CC39D8A2-B189-4771-BBE4-B7577F3B299F}" type="parTrans" cxnId="{A4FD3799-C4CF-4B48-8BAF-E06E4061CE7C}">
      <dgm:prSet/>
      <dgm:spPr/>
      <dgm:t>
        <a:bodyPr/>
        <a:lstStyle/>
        <a:p>
          <a:endParaRPr lang="en-US"/>
        </a:p>
      </dgm:t>
    </dgm:pt>
    <dgm:pt modelId="{7FDED5CB-3036-4459-B2A6-4F04216B869B}" type="sibTrans" cxnId="{A4FD3799-C4CF-4B48-8BAF-E06E4061CE7C}">
      <dgm:prSet/>
      <dgm:spPr/>
      <dgm:t>
        <a:bodyPr/>
        <a:lstStyle/>
        <a:p>
          <a:endParaRPr lang="en-US"/>
        </a:p>
      </dgm:t>
    </dgm:pt>
    <dgm:pt modelId="{FEB1B687-B594-4FE3-BE4E-B291F0FC7824}">
      <dgm:prSet/>
      <dgm:spPr/>
      <dgm:t>
        <a:bodyPr/>
        <a:lstStyle/>
        <a:p>
          <a:r>
            <a:rPr lang="en-GB"/>
            <a:t>A cultural and technical movement to improve collaboration</a:t>
          </a:r>
          <a:endParaRPr lang="en-US"/>
        </a:p>
      </dgm:t>
    </dgm:pt>
    <dgm:pt modelId="{D3A9704A-627A-4042-A883-9BA86B5C49B9}" type="parTrans" cxnId="{F07107FA-A2DC-44AF-9814-380BBD29D5F7}">
      <dgm:prSet/>
      <dgm:spPr/>
      <dgm:t>
        <a:bodyPr/>
        <a:lstStyle/>
        <a:p>
          <a:endParaRPr lang="en-US"/>
        </a:p>
      </dgm:t>
    </dgm:pt>
    <dgm:pt modelId="{0D048543-2FA2-4E9C-805C-3AA97299E9E8}" type="sibTrans" cxnId="{F07107FA-A2DC-44AF-9814-380BBD29D5F7}">
      <dgm:prSet/>
      <dgm:spPr/>
      <dgm:t>
        <a:bodyPr/>
        <a:lstStyle/>
        <a:p>
          <a:endParaRPr lang="en-US"/>
        </a:p>
      </dgm:t>
    </dgm:pt>
    <dgm:pt modelId="{EF728411-7836-4748-887C-E2F269E4C585}">
      <dgm:prSet/>
      <dgm:spPr/>
      <dgm:t>
        <a:bodyPr/>
        <a:lstStyle/>
        <a:p>
          <a:r>
            <a:rPr lang="en-GB"/>
            <a:t>Focuses on automation, continuous delivery, and rapid feedback</a:t>
          </a:r>
          <a:endParaRPr lang="en-US"/>
        </a:p>
      </dgm:t>
    </dgm:pt>
    <dgm:pt modelId="{E6E0EAAB-2411-4E6F-8718-7200060D4A70}" type="parTrans" cxnId="{C7A53A35-521D-4384-923B-E8D2E3C4956A}">
      <dgm:prSet/>
      <dgm:spPr/>
      <dgm:t>
        <a:bodyPr/>
        <a:lstStyle/>
        <a:p>
          <a:endParaRPr lang="en-US"/>
        </a:p>
      </dgm:t>
    </dgm:pt>
    <dgm:pt modelId="{0978F478-C900-421C-A0E1-BFC4880EBA03}" type="sibTrans" cxnId="{C7A53A35-521D-4384-923B-E8D2E3C4956A}">
      <dgm:prSet/>
      <dgm:spPr/>
      <dgm:t>
        <a:bodyPr/>
        <a:lstStyle/>
        <a:p>
          <a:endParaRPr lang="en-US"/>
        </a:p>
      </dgm:t>
    </dgm:pt>
    <dgm:pt modelId="{549FB6AF-92C4-41D6-86E6-CF9637D42F30}">
      <dgm:prSet/>
      <dgm:spPr/>
      <dgm:t>
        <a:bodyPr/>
        <a:lstStyle/>
        <a:p>
          <a:r>
            <a:rPr lang="en-GB"/>
            <a:t>Enables faster, more reliable software delivery</a:t>
          </a:r>
          <a:endParaRPr lang="en-US"/>
        </a:p>
      </dgm:t>
    </dgm:pt>
    <dgm:pt modelId="{96036018-994E-4DFD-9EA1-A731C90DD4B7}" type="parTrans" cxnId="{224B3A95-874A-425E-95BD-61D0582E98AD}">
      <dgm:prSet/>
      <dgm:spPr/>
      <dgm:t>
        <a:bodyPr/>
        <a:lstStyle/>
        <a:p>
          <a:endParaRPr lang="en-US"/>
        </a:p>
      </dgm:t>
    </dgm:pt>
    <dgm:pt modelId="{F5B9E228-6510-4530-8005-5C20329B93B3}" type="sibTrans" cxnId="{224B3A95-874A-425E-95BD-61D0582E98AD}">
      <dgm:prSet/>
      <dgm:spPr/>
      <dgm:t>
        <a:bodyPr/>
        <a:lstStyle/>
        <a:p>
          <a:endParaRPr lang="en-US"/>
        </a:p>
      </dgm:t>
    </dgm:pt>
    <dgm:pt modelId="{BE7181C2-5A8D-4A4D-AF82-8372E5001E55}" type="pres">
      <dgm:prSet presAssocID="{B8E6D602-2D86-4F2B-BD13-25B0199A0456}" presName="matrix" presStyleCnt="0">
        <dgm:presLayoutVars>
          <dgm:chMax val="1"/>
          <dgm:dir/>
          <dgm:resizeHandles val="exact"/>
        </dgm:presLayoutVars>
      </dgm:prSet>
      <dgm:spPr/>
    </dgm:pt>
    <dgm:pt modelId="{B085BF2C-FEDB-44EF-A2E4-4778FDE5C0ED}" type="pres">
      <dgm:prSet presAssocID="{B8E6D602-2D86-4F2B-BD13-25B0199A0456}" presName="diamond" presStyleLbl="bgShp" presStyleIdx="0" presStyleCnt="1"/>
      <dgm:spPr/>
    </dgm:pt>
    <dgm:pt modelId="{5FDAD9EE-8F41-48B8-B2D7-2B3D1C756A60}" type="pres">
      <dgm:prSet presAssocID="{B8E6D602-2D86-4F2B-BD13-25B0199A045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8B353BA-EB56-48B0-B1DB-C49026AC547A}" type="pres">
      <dgm:prSet presAssocID="{B8E6D602-2D86-4F2B-BD13-25B0199A045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6CEBDAA-BA79-4C6F-BD8D-211B561625D7}" type="pres">
      <dgm:prSet presAssocID="{B8E6D602-2D86-4F2B-BD13-25B0199A045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3C2977D-7D77-43DE-8E76-3DFD75B99F9B}" type="pres">
      <dgm:prSet presAssocID="{B8E6D602-2D86-4F2B-BD13-25B0199A045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7A53A35-521D-4384-923B-E8D2E3C4956A}" srcId="{B8E6D602-2D86-4F2B-BD13-25B0199A0456}" destId="{EF728411-7836-4748-887C-E2F269E4C585}" srcOrd="2" destOrd="0" parTransId="{E6E0EAAB-2411-4E6F-8718-7200060D4A70}" sibTransId="{0978F478-C900-421C-A0E1-BFC4880EBA03}"/>
    <dgm:cxn modelId="{28F4836F-83FA-4226-9629-CB295BFA7926}" type="presOf" srcId="{5E0A57BA-816B-410C-A7FE-A0E298D89E70}" destId="{5FDAD9EE-8F41-48B8-B2D7-2B3D1C756A60}" srcOrd="0" destOrd="0" presId="urn:microsoft.com/office/officeart/2005/8/layout/matrix3"/>
    <dgm:cxn modelId="{3D83B581-798F-4DE3-9A12-458915FE8B3F}" type="presOf" srcId="{EF728411-7836-4748-887C-E2F269E4C585}" destId="{A6CEBDAA-BA79-4C6F-BD8D-211B561625D7}" srcOrd="0" destOrd="0" presId="urn:microsoft.com/office/officeart/2005/8/layout/matrix3"/>
    <dgm:cxn modelId="{5591778D-1E12-4F1E-8E58-D9A7F0C7FE29}" type="presOf" srcId="{549FB6AF-92C4-41D6-86E6-CF9637D42F30}" destId="{23C2977D-7D77-43DE-8E76-3DFD75B99F9B}" srcOrd="0" destOrd="0" presId="urn:microsoft.com/office/officeart/2005/8/layout/matrix3"/>
    <dgm:cxn modelId="{224B3A95-874A-425E-95BD-61D0582E98AD}" srcId="{B8E6D602-2D86-4F2B-BD13-25B0199A0456}" destId="{549FB6AF-92C4-41D6-86E6-CF9637D42F30}" srcOrd="3" destOrd="0" parTransId="{96036018-994E-4DFD-9EA1-A731C90DD4B7}" sibTransId="{F5B9E228-6510-4530-8005-5C20329B93B3}"/>
    <dgm:cxn modelId="{A4FD3799-C4CF-4B48-8BAF-E06E4061CE7C}" srcId="{B8E6D602-2D86-4F2B-BD13-25B0199A0456}" destId="{5E0A57BA-816B-410C-A7FE-A0E298D89E70}" srcOrd="0" destOrd="0" parTransId="{CC39D8A2-B189-4771-BBE4-B7577F3B299F}" sibTransId="{7FDED5CB-3036-4459-B2A6-4F04216B869B}"/>
    <dgm:cxn modelId="{3FA1C0AD-F49D-43FD-B260-587A197523D4}" type="presOf" srcId="{FEB1B687-B594-4FE3-BE4E-B291F0FC7824}" destId="{98B353BA-EB56-48B0-B1DB-C49026AC547A}" srcOrd="0" destOrd="0" presId="urn:microsoft.com/office/officeart/2005/8/layout/matrix3"/>
    <dgm:cxn modelId="{F07107FA-A2DC-44AF-9814-380BBD29D5F7}" srcId="{B8E6D602-2D86-4F2B-BD13-25B0199A0456}" destId="{FEB1B687-B594-4FE3-BE4E-B291F0FC7824}" srcOrd="1" destOrd="0" parTransId="{D3A9704A-627A-4042-A883-9BA86B5C49B9}" sibTransId="{0D048543-2FA2-4E9C-805C-3AA97299E9E8}"/>
    <dgm:cxn modelId="{1B4C5BFC-C1D7-4E2D-BDCC-F3AA8E73A64C}" type="presOf" srcId="{B8E6D602-2D86-4F2B-BD13-25B0199A0456}" destId="{BE7181C2-5A8D-4A4D-AF82-8372E5001E55}" srcOrd="0" destOrd="0" presId="urn:microsoft.com/office/officeart/2005/8/layout/matrix3"/>
    <dgm:cxn modelId="{8F3A9AC6-9FF2-48A0-B562-CEC11CDC013B}" type="presParOf" srcId="{BE7181C2-5A8D-4A4D-AF82-8372E5001E55}" destId="{B085BF2C-FEDB-44EF-A2E4-4778FDE5C0ED}" srcOrd="0" destOrd="0" presId="urn:microsoft.com/office/officeart/2005/8/layout/matrix3"/>
    <dgm:cxn modelId="{8617DD23-787A-41B8-8529-08716F60F5CC}" type="presParOf" srcId="{BE7181C2-5A8D-4A4D-AF82-8372E5001E55}" destId="{5FDAD9EE-8F41-48B8-B2D7-2B3D1C756A60}" srcOrd="1" destOrd="0" presId="urn:microsoft.com/office/officeart/2005/8/layout/matrix3"/>
    <dgm:cxn modelId="{2711C45B-0FC0-4781-A319-E85149A1A8AF}" type="presParOf" srcId="{BE7181C2-5A8D-4A4D-AF82-8372E5001E55}" destId="{98B353BA-EB56-48B0-B1DB-C49026AC547A}" srcOrd="2" destOrd="0" presId="urn:microsoft.com/office/officeart/2005/8/layout/matrix3"/>
    <dgm:cxn modelId="{FE8FA1D6-DF73-4A4D-814E-49784CE42AEA}" type="presParOf" srcId="{BE7181C2-5A8D-4A4D-AF82-8372E5001E55}" destId="{A6CEBDAA-BA79-4C6F-BD8D-211B561625D7}" srcOrd="3" destOrd="0" presId="urn:microsoft.com/office/officeart/2005/8/layout/matrix3"/>
    <dgm:cxn modelId="{8D5CC61E-781E-47AF-B153-EE6C3A11A0C7}" type="presParOf" srcId="{BE7181C2-5A8D-4A4D-AF82-8372E5001E55}" destId="{23C2977D-7D77-43DE-8E76-3DFD75B99F9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8C9029-9409-46AC-B968-A8C470376053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706AC52-F55A-4659-9794-14B3D5AC1E2B}">
      <dgm:prSet custT="1"/>
      <dgm:spPr/>
      <dgm:t>
        <a:bodyPr/>
        <a:lstStyle/>
        <a:p>
          <a:r>
            <a:rPr lang="en-US" sz="2000" dirty="0"/>
            <a:t>Plan</a:t>
          </a:r>
        </a:p>
      </dgm:t>
    </dgm:pt>
    <dgm:pt modelId="{EA8D510D-9153-4C1B-AAA4-A2DC027F94BF}" type="parTrans" cxnId="{0F1D3B0E-89DF-4036-BEF1-9F86F2D5244F}">
      <dgm:prSet/>
      <dgm:spPr/>
      <dgm:t>
        <a:bodyPr/>
        <a:lstStyle/>
        <a:p>
          <a:endParaRPr lang="en-US"/>
        </a:p>
      </dgm:t>
    </dgm:pt>
    <dgm:pt modelId="{31A02D03-BB63-40A2-B0AE-EB35B88A9F29}" type="sibTrans" cxnId="{0F1D3B0E-89DF-4036-BEF1-9F86F2D5244F}">
      <dgm:prSet/>
      <dgm:spPr/>
      <dgm:t>
        <a:bodyPr/>
        <a:lstStyle/>
        <a:p>
          <a:endParaRPr lang="en-US"/>
        </a:p>
      </dgm:t>
    </dgm:pt>
    <dgm:pt modelId="{474A4CB2-DCE9-490B-8941-65C0EA900C2F}">
      <dgm:prSet custT="1"/>
      <dgm:spPr/>
      <dgm:t>
        <a:bodyPr/>
        <a:lstStyle/>
        <a:p>
          <a:r>
            <a:rPr lang="en-US" sz="2000" dirty="0"/>
            <a:t>Plan – Requirements, backlog grooming</a:t>
          </a:r>
        </a:p>
      </dgm:t>
    </dgm:pt>
    <dgm:pt modelId="{52E59CC0-D785-4C11-A872-DBB8ABEBD576}" type="parTrans" cxnId="{68BC7F17-7743-4C27-8934-F591A8F78144}">
      <dgm:prSet/>
      <dgm:spPr/>
      <dgm:t>
        <a:bodyPr/>
        <a:lstStyle/>
        <a:p>
          <a:endParaRPr lang="en-US"/>
        </a:p>
      </dgm:t>
    </dgm:pt>
    <dgm:pt modelId="{27AF05D9-8D4D-428F-B906-F48578522561}" type="sibTrans" cxnId="{68BC7F17-7743-4C27-8934-F591A8F78144}">
      <dgm:prSet/>
      <dgm:spPr/>
      <dgm:t>
        <a:bodyPr/>
        <a:lstStyle/>
        <a:p>
          <a:endParaRPr lang="en-US"/>
        </a:p>
      </dgm:t>
    </dgm:pt>
    <dgm:pt modelId="{C0A151FD-5111-4481-A183-AEB1A397CC82}">
      <dgm:prSet custT="1"/>
      <dgm:spPr/>
      <dgm:t>
        <a:bodyPr/>
        <a:lstStyle/>
        <a:p>
          <a:r>
            <a:rPr lang="en-US" sz="2000"/>
            <a:t>Develop</a:t>
          </a:r>
        </a:p>
      </dgm:t>
    </dgm:pt>
    <dgm:pt modelId="{10D19206-FCDB-4CDE-8294-160E3625FEDA}" type="parTrans" cxnId="{F730AC13-0DCF-4C9E-BEAA-50024E37AE0F}">
      <dgm:prSet/>
      <dgm:spPr/>
      <dgm:t>
        <a:bodyPr/>
        <a:lstStyle/>
        <a:p>
          <a:endParaRPr lang="en-US"/>
        </a:p>
      </dgm:t>
    </dgm:pt>
    <dgm:pt modelId="{30DB4B6B-E10F-4D25-9755-114E097D9D4A}" type="sibTrans" cxnId="{F730AC13-0DCF-4C9E-BEAA-50024E37AE0F}">
      <dgm:prSet/>
      <dgm:spPr/>
      <dgm:t>
        <a:bodyPr/>
        <a:lstStyle/>
        <a:p>
          <a:endParaRPr lang="en-US"/>
        </a:p>
      </dgm:t>
    </dgm:pt>
    <dgm:pt modelId="{A59B5402-98BC-4419-9514-0AB3F95BE210}">
      <dgm:prSet custT="1"/>
      <dgm:spPr/>
      <dgm:t>
        <a:bodyPr/>
        <a:lstStyle/>
        <a:p>
          <a:r>
            <a:rPr lang="en-US" sz="2000" dirty="0"/>
            <a:t>Develop – Coding, peer reviews</a:t>
          </a:r>
        </a:p>
      </dgm:t>
    </dgm:pt>
    <dgm:pt modelId="{DBC5A152-1223-4EC8-97A5-E08868333475}" type="parTrans" cxnId="{FCD7654E-D635-4822-B112-BCDC42BEA7DA}">
      <dgm:prSet/>
      <dgm:spPr/>
      <dgm:t>
        <a:bodyPr/>
        <a:lstStyle/>
        <a:p>
          <a:endParaRPr lang="en-US"/>
        </a:p>
      </dgm:t>
    </dgm:pt>
    <dgm:pt modelId="{25974527-2546-462E-BA47-2042F18DE323}" type="sibTrans" cxnId="{FCD7654E-D635-4822-B112-BCDC42BEA7DA}">
      <dgm:prSet/>
      <dgm:spPr/>
      <dgm:t>
        <a:bodyPr/>
        <a:lstStyle/>
        <a:p>
          <a:endParaRPr lang="en-US"/>
        </a:p>
      </dgm:t>
    </dgm:pt>
    <dgm:pt modelId="{DD9DACE2-6349-45DC-94FC-5F401DA5F2BB}">
      <dgm:prSet custT="1"/>
      <dgm:spPr/>
      <dgm:t>
        <a:bodyPr/>
        <a:lstStyle/>
        <a:p>
          <a:r>
            <a:rPr lang="en-US" sz="2000"/>
            <a:t>Build</a:t>
          </a:r>
        </a:p>
      </dgm:t>
    </dgm:pt>
    <dgm:pt modelId="{4C7FE4B8-85D1-4D21-BB94-494B00772E06}" type="parTrans" cxnId="{1A567F51-9918-4BAB-816D-6EE45D2E16BD}">
      <dgm:prSet/>
      <dgm:spPr/>
      <dgm:t>
        <a:bodyPr/>
        <a:lstStyle/>
        <a:p>
          <a:endParaRPr lang="en-US"/>
        </a:p>
      </dgm:t>
    </dgm:pt>
    <dgm:pt modelId="{341CAFA5-202B-4B7D-89F6-33B71128E388}" type="sibTrans" cxnId="{1A567F51-9918-4BAB-816D-6EE45D2E16BD}">
      <dgm:prSet/>
      <dgm:spPr/>
      <dgm:t>
        <a:bodyPr/>
        <a:lstStyle/>
        <a:p>
          <a:endParaRPr lang="en-US"/>
        </a:p>
      </dgm:t>
    </dgm:pt>
    <dgm:pt modelId="{CD4A2309-D74E-4BB3-BC16-65193249B249}">
      <dgm:prSet custT="1"/>
      <dgm:spPr/>
      <dgm:t>
        <a:bodyPr/>
        <a:lstStyle/>
        <a:p>
          <a:r>
            <a:rPr lang="en-US" sz="2000"/>
            <a:t>Build – Compile, package</a:t>
          </a:r>
        </a:p>
      </dgm:t>
    </dgm:pt>
    <dgm:pt modelId="{67868CEE-F2FC-4057-A4D6-4A68768D12E6}" type="parTrans" cxnId="{B580584C-E75F-466D-91D6-46933098FD92}">
      <dgm:prSet/>
      <dgm:spPr/>
      <dgm:t>
        <a:bodyPr/>
        <a:lstStyle/>
        <a:p>
          <a:endParaRPr lang="en-US"/>
        </a:p>
      </dgm:t>
    </dgm:pt>
    <dgm:pt modelId="{C22DC7CA-B767-484D-9D44-A2C63C5C8D10}" type="sibTrans" cxnId="{B580584C-E75F-466D-91D6-46933098FD92}">
      <dgm:prSet/>
      <dgm:spPr/>
      <dgm:t>
        <a:bodyPr/>
        <a:lstStyle/>
        <a:p>
          <a:endParaRPr lang="en-US"/>
        </a:p>
      </dgm:t>
    </dgm:pt>
    <dgm:pt modelId="{DFF29107-4C77-451B-B98A-E46A44052D42}">
      <dgm:prSet custT="1"/>
      <dgm:spPr/>
      <dgm:t>
        <a:bodyPr/>
        <a:lstStyle/>
        <a:p>
          <a:r>
            <a:rPr lang="en-US" sz="2000"/>
            <a:t>Test</a:t>
          </a:r>
        </a:p>
      </dgm:t>
    </dgm:pt>
    <dgm:pt modelId="{FFB0709D-FE00-45B3-817D-596DFC591205}" type="parTrans" cxnId="{AD946C49-AD83-4963-AAF9-94E3B7183F9C}">
      <dgm:prSet/>
      <dgm:spPr/>
      <dgm:t>
        <a:bodyPr/>
        <a:lstStyle/>
        <a:p>
          <a:endParaRPr lang="en-US"/>
        </a:p>
      </dgm:t>
    </dgm:pt>
    <dgm:pt modelId="{E9361022-A180-40AB-B840-889E247B69AD}" type="sibTrans" cxnId="{AD946C49-AD83-4963-AAF9-94E3B7183F9C}">
      <dgm:prSet/>
      <dgm:spPr/>
      <dgm:t>
        <a:bodyPr/>
        <a:lstStyle/>
        <a:p>
          <a:endParaRPr lang="en-US"/>
        </a:p>
      </dgm:t>
    </dgm:pt>
    <dgm:pt modelId="{271622D6-4390-46E3-9414-164959738DFA}">
      <dgm:prSet custT="1"/>
      <dgm:spPr/>
      <dgm:t>
        <a:bodyPr/>
        <a:lstStyle/>
        <a:p>
          <a:r>
            <a:rPr lang="en-US" sz="2000"/>
            <a:t>Test – Unit, integration, performance tests</a:t>
          </a:r>
        </a:p>
      </dgm:t>
    </dgm:pt>
    <dgm:pt modelId="{CBF24B82-6AC0-41C7-A8B4-4F5CCDD6ECE5}" type="parTrans" cxnId="{1346F9D2-B6BE-4F59-9B54-B09CB4D9DB81}">
      <dgm:prSet/>
      <dgm:spPr/>
      <dgm:t>
        <a:bodyPr/>
        <a:lstStyle/>
        <a:p>
          <a:endParaRPr lang="en-US"/>
        </a:p>
      </dgm:t>
    </dgm:pt>
    <dgm:pt modelId="{A3CD4323-9DCD-4715-A8B6-BF67BFE17059}" type="sibTrans" cxnId="{1346F9D2-B6BE-4F59-9B54-B09CB4D9DB81}">
      <dgm:prSet/>
      <dgm:spPr/>
      <dgm:t>
        <a:bodyPr/>
        <a:lstStyle/>
        <a:p>
          <a:endParaRPr lang="en-US"/>
        </a:p>
      </dgm:t>
    </dgm:pt>
    <dgm:pt modelId="{D33D7648-8C15-4F9C-8361-E4C6004A4005}">
      <dgm:prSet custT="1"/>
      <dgm:spPr/>
      <dgm:t>
        <a:bodyPr/>
        <a:lstStyle/>
        <a:p>
          <a:r>
            <a:rPr lang="en-US" sz="2000"/>
            <a:t>Release</a:t>
          </a:r>
        </a:p>
      </dgm:t>
    </dgm:pt>
    <dgm:pt modelId="{C0AA9BCA-3109-42EC-83AB-90510EECFD38}" type="parTrans" cxnId="{5F88D31C-C323-40E4-9384-8C926C1A6970}">
      <dgm:prSet/>
      <dgm:spPr/>
      <dgm:t>
        <a:bodyPr/>
        <a:lstStyle/>
        <a:p>
          <a:endParaRPr lang="en-US"/>
        </a:p>
      </dgm:t>
    </dgm:pt>
    <dgm:pt modelId="{B6648585-670D-4480-BB4B-143874B6B331}" type="sibTrans" cxnId="{5F88D31C-C323-40E4-9384-8C926C1A6970}">
      <dgm:prSet/>
      <dgm:spPr/>
      <dgm:t>
        <a:bodyPr/>
        <a:lstStyle/>
        <a:p>
          <a:endParaRPr lang="en-US"/>
        </a:p>
      </dgm:t>
    </dgm:pt>
    <dgm:pt modelId="{B26F2395-EC32-43F5-911A-7EDAF173A6B6}">
      <dgm:prSet custT="1"/>
      <dgm:spPr/>
      <dgm:t>
        <a:bodyPr/>
        <a:lstStyle/>
        <a:p>
          <a:r>
            <a:rPr lang="en-US" sz="2000"/>
            <a:t>Release – Approval, versioning</a:t>
          </a:r>
        </a:p>
      </dgm:t>
    </dgm:pt>
    <dgm:pt modelId="{FFD4D681-A4AB-4623-A6E0-1025EEF7DC56}" type="parTrans" cxnId="{1C3571B9-37CE-455C-8EF5-9A8D49A03AE1}">
      <dgm:prSet/>
      <dgm:spPr/>
      <dgm:t>
        <a:bodyPr/>
        <a:lstStyle/>
        <a:p>
          <a:endParaRPr lang="en-US"/>
        </a:p>
      </dgm:t>
    </dgm:pt>
    <dgm:pt modelId="{747D475E-9AB9-40B4-97B1-08CCF3ECFE98}" type="sibTrans" cxnId="{1C3571B9-37CE-455C-8EF5-9A8D49A03AE1}">
      <dgm:prSet/>
      <dgm:spPr/>
      <dgm:t>
        <a:bodyPr/>
        <a:lstStyle/>
        <a:p>
          <a:endParaRPr lang="en-US"/>
        </a:p>
      </dgm:t>
    </dgm:pt>
    <dgm:pt modelId="{3EA2B9F9-9DB5-42FA-9CF2-C0561F03C452}">
      <dgm:prSet custT="1"/>
      <dgm:spPr/>
      <dgm:t>
        <a:bodyPr/>
        <a:lstStyle/>
        <a:p>
          <a:r>
            <a:rPr lang="en-US" sz="2000"/>
            <a:t>Deploy</a:t>
          </a:r>
        </a:p>
      </dgm:t>
    </dgm:pt>
    <dgm:pt modelId="{31D1A018-5414-4CC4-812F-10ECFA2AE9E3}" type="parTrans" cxnId="{3A8CF263-B53B-4AFF-B184-0850CD402AE4}">
      <dgm:prSet/>
      <dgm:spPr/>
      <dgm:t>
        <a:bodyPr/>
        <a:lstStyle/>
        <a:p>
          <a:endParaRPr lang="en-US"/>
        </a:p>
      </dgm:t>
    </dgm:pt>
    <dgm:pt modelId="{2505A667-2933-4C2D-9E65-A90623EF9B31}" type="sibTrans" cxnId="{3A8CF263-B53B-4AFF-B184-0850CD402AE4}">
      <dgm:prSet/>
      <dgm:spPr/>
      <dgm:t>
        <a:bodyPr/>
        <a:lstStyle/>
        <a:p>
          <a:endParaRPr lang="en-US"/>
        </a:p>
      </dgm:t>
    </dgm:pt>
    <dgm:pt modelId="{CC7CF4DE-BABD-4112-8099-3C6C9D5D128A}">
      <dgm:prSet custT="1"/>
      <dgm:spPr/>
      <dgm:t>
        <a:bodyPr/>
        <a:lstStyle/>
        <a:p>
          <a:r>
            <a:rPr lang="en-US" sz="2000"/>
            <a:t>Deploy – Automated deployment</a:t>
          </a:r>
        </a:p>
      </dgm:t>
    </dgm:pt>
    <dgm:pt modelId="{1A344126-7F4F-49E2-A012-7FC78F0144CE}" type="parTrans" cxnId="{79AAC60A-8A8D-43B8-B08A-35A59BC87E14}">
      <dgm:prSet/>
      <dgm:spPr/>
      <dgm:t>
        <a:bodyPr/>
        <a:lstStyle/>
        <a:p>
          <a:endParaRPr lang="en-US"/>
        </a:p>
      </dgm:t>
    </dgm:pt>
    <dgm:pt modelId="{B16BE4E7-4E18-4A02-842C-239AF9799304}" type="sibTrans" cxnId="{79AAC60A-8A8D-43B8-B08A-35A59BC87E14}">
      <dgm:prSet/>
      <dgm:spPr/>
      <dgm:t>
        <a:bodyPr/>
        <a:lstStyle/>
        <a:p>
          <a:endParaRPr lang="en-US"/>
        </a:p>
      </dgm:t>
    </dgm:pt>
    <dgm:pt modelId="{3E5B8BF7-745E-4734-BE43-3B6F789B0C0B}">
      <dgm:prSet custT="1"/>
      <dgm:spPr/>
      <dgm:t>
        <a:bodyPr/>
        <a:lstStyle/>
        <a:p>
          <a:r>
            <a:rPr lang="en-US" sz="2000"/>
            <a:t>Operate</a:t>
          </a:r>
        </a:p>
      </dgm:t>
    </dgm:pt>
    <dgm:pt modelId="{8149C79C-456F-407E-952C-1A338D8124C7}" type="parTrans" cxnId="{88EEC9BE-D5DA-4054-A44B-42A89D9D81D4}">
      <dgm:prSet/>
      <dgm:spPr/>
      <dgm:t>
        <a:bodyPr/>
        <a:lstStyle/>
        <a:p>
          <a:endParaRPr lang="en-US"/>
        </a:p>
      </dgm:t>
    </dgm:pt>
    <dgm:pt modelId="{5CC60BE6-7320-478A-8DC1-DEFF7AEA13AF}" type="sibTrans" cxnId="{88EEC9BE-D5DA-4054-A44B-42A89D9D81D4}">
      <dgm:prSet/>
      <dgm:spPr/>
      <dgm:t>
        <a:bodyPr/>
        <a:lstStyle/>
        <a:p>
          <a:endParaRPr lang="en-US"/>
        </a:p>
      </dgm:t>
    </dgm:pt>
    <dgm:pt modelId="{6F6D06E3-81AE-4057-997D-C28A57995872}">
      <dgm:prSet custT="1"/>
      <dgm:spPr/>
      <dgm:t>
        <a:bodyPr/>
        <a:lstStyle/>
        <a:p>
          <a:r>
            <a:rPr lang="en-US" sz="2000"/>
            <a:t>Operate – Monitoring, incident response</a:t>
          </a:r>
        </a:p>
      </dgm:t>
    </dgm:pt>
    <dgm:pt modelId="{F5A9E330-A15E-473E-A9B2-66C48E774165}" type="parTrans" cxnId="{458BBAD1-7B15-4DC4-89BE-93A09D9B82A0}">
      <dgm:prSet/>
      <dgm:spPr/>
      <dgm:t>
        <a:bodyPr/>
        <a:lstStyle/>
        <a:p>
          <a:endParaRPr lang="en-US"/>
        </a:p>
      </dgm:t>
    </dgm:pt>
    <dgm:pt modelId="{3499D569-D6AB-4E52-B197-CF5434565495}" type="sibTrans" cxnId="{458BBAD1-7B15-4DC4-89BE-93A09D9B82A0}">
      <dgm:prSet/>
      <dgm:spPr/>
      <dgm:t>
        <a:bodyPr/>
        <a:lstStyle/>
        <a:p>
          <a:endParaRPr lang="en-US"/>
        </a:p>
      </dgm:t>
    </dgm:pt>
    <dgm:pt modelId="{D06F5D87-53EE-4949-84F3-3B88A8AB4963}">
      <dgm:prSet custT="1"/>
      <dgm:spPr/>
      <dgm:t>
        <a:bodyPr/>
        <a:lstStyle/>
        <a:p>
          <a:r>
            <a:rPr lang="en-US" sz="2000"/>
            <a:t>Monitor</a:t>
          </a:r>
        </a:p>
      </dgm:t>
    </dgm:pt>
    <dgm:pt modelId="{E77781E4-4B6B-4BE2-A340-65C0CBEA59AC}" type="parTrans" cxnId="{B11DBB16-A363-42EC-8771-4578DF662C5F}">
      <dgm:prSet/>
      <dgm:spPr/>
      <dgm:t>
        <a:bodyPr/>
        <a:lstStyle/>
        <a:p>
          <a:endParaRPr lang="en-US"/>
        </a:p>
      </dgm:t>
    </dgm:pt>
    <dgm:pt modelId="{B2229E51-0438-48C5-B18C-B96E2E1D3288}" type="sibTrans" cxnId="{B11DBB16-A363-42EC-8771-4578DF662C5F}">
      <dgm:prSet/>
      <dgm:spPr/>
      <dgm:t>
        <a:bodyPr/>
        <a:lstStyle/>
        <a:p>
          <a:endParaRPr lang="en-US"/>
        </a:p>
      </dgm:t>
    </dgm:pt>
    <dgm:pt modelId="{80B0FA61-1182-4A94-8403-8AAF316F01EA}">
      <dgm:prSet custT="1"/>
      <dgm:spPr/>
      <dgm:t>
        <a:bodyPr/>
        <a:lstStyle/>
        <a:p>
          <a:r>
            <a:rPr lang="en-US" sz="2000"/>
            <a:t>Monitor – Feedback, analytics</a:t>
          </a:r>
        </a:p>
      </dgm:t>
    </dgm:pt>
    <dgm:pt modelId="{B6EBC52D-33E5-4308-84C7-B384FC3BCB2C}" type="parTrans" cxnId="{8307ED2C-0465-4058-82DF-62CB585DED2C}">
      <dgm:prSet/>
      <dgm:spPr/>
      <dgm:t>
        <a:bodyPr/>
        <a:lstStyle/>
        <a:p>
          <a:endParaRPr lang="en-US"/>
        </a:p>
      </dgm:t>
    </dgm:pt>
    <dgm:pt modelId="{50A1B1D8-DF39-429C-A239-E1FC581DDA2C}" type="sibTrans" cxnId="{8307ED2C-0465-4058-82DF-62CB585DED2C}">
      <dgm:prSet/>
      <dgm:spPr/>
      <dgm:t>
        <a:bodyPr/>
        <a:lstStyle/>
        <a:p>
          <a:endParaRPr lang="en-US"/>
        </a:p>
      </dgm:t>
    </dgm:pt>
    <dgm:pt modelId="{22F79535-9D77-42E3-B762-2582C91A7DB6}" type="pres">
      <dgm:prSet presAssocID="{8F8C9029-9409-46AC-B968-A8C470376053}" presName="Name0" presStyleCnt="0">
        <dgm:presLayoutVars>
          <dgm:dir/>
          <dgm:animLvl val="lvl"/>
          <dgm:resizeHandles val="exact"/>
        </dgm:presLayoutVars>
      </dgm:prSet>
      <dgm:spPr/>
    </dgm:pt>
    <dgm:pt modelId="{FBB5C759-5FFA-42A9-B492-C88BD3EE8C2F}" type="pres">
      <dgm:prSet presAssocID="{D06F5D87-53EE-4949-84F3-3B88A8AB4963}" presName="boxAndChildren" presStyleCnt="0"/>
      <dgm:spPr/>
    </dgm:pt>
    <dgm:pt modelId="{E764FC70-AE79-4EBA-9E0D-6829C3A9A884}" type="pres">
      <dgm:prSet presAssocID="{D06F5D87-53EE-4949-84F3-3B88A8AB4963}" presName="parentTextBox" presStyleLbl="alignNode1" presStyleIdx="0" presStyleCnt="8"/>
      <dgm:spPr/>
    </dgm:pt>
    <dgm:pt modelId="{00AEC992-0CE3-4DE1-A1E8-2A5A3315FC5C}" type="pres">
      <dgm:prSet presAssocID="{D06F5D87-53EE-4949-84F3-3B88A8AB4963}" presName="descendantBox" presStyleLbl="bgAccFollowNode1" presStyleIdx="0" presStyleCnt="8"/>
      <dgm:spPr/>
    </dgm:pt>
    <dgm:pt modelId="{87D10BAD-5B9E-4A05-87A2-2D4C44EC0510}" type="pres">
      <dgm:prSet presAssocID="{5CC60BE6-7320-478A-8DC1-DEFF7AEA13AF}" presName="sp" presStyleCnt="0"/>
      <dgm:spPr/>
    </dgm:pt>
    <dgm:pt modelId="{06673D4C-983D-4013-AC06-270E3D29D4E8}" type="pres">
      <dgm:prSet presAssocID="{3E5B8BF7-745E-4734-BE43-3B6F789B0C0B}" presName="arrowAndChildren" presStyleCnt="0"/>
      <dgm:spPr/>
    </dgm:pt>
    <dgm:pt modelId="{41F42366-74EA-40A9-9B03-B68FEBC2FFE5}" type="pres">
      <dgm:prSet presAssocID="{3E5B8BF7-745E-4734-BE43-3B6F789B0C0B}" presName="parentTextArrow" presStyleLbl="node1" presStyleIdx="0" presStyleCnt="0"/>
      <dgm:spPr/>
    </dgm:pt>
    <dgm:pt modelId="{12E055C0-BC30-4881-A99A-E0CEC83EBAE9}" type="pres">
      <dgm:prSet presAssocID="{3E5B8BF7-745E-4734-BE43-3B6F789B0C0B}" presName="arrow" presStyleLbl="alignNode1" presStyleIdx="1" presStyleCnt="8"/>
      <dgm:spPr/>
    </dgm:pt>
    <dgm:pt modelId="{20BBA537-2534-435E-AFF4-38E942839D20}" type="pres">
      <dgm:prSet presAssocID="{3E5B8BF7-745E-4734-BE43-3B6F789B0C0B}" presName="descendantArrow" presStyleLbl="bgAccFollowNode1" presStyleIdx="1" presStyleCnt="8"/>
      <dgm:spPr/>
    </dgm:pt>
    <dgm:pt modelId="{4F98C803-2AA8-4852-AD54-48F14DB92A18}" type="pres">
      <dgm:prSet presAssocID="{2505A667-2933-4C2D-9E65-A90623EF9B31}" presName="sp" presStyleCnt="0"/>
      <dgm:spPr/>
    </dgm:pt>
    <dgm:pt modelId="{17EFCDD2-6FE9-43E9-A856-1AF2B4DD1C1E}" type="pres">
      <dgm:prSet presAssocID="{3EA2B9F9-9DB5-42FA-9CF2-C0561F03C452}" presName="arrowAndChildren" presStyleCnt="0"/>
      <dgm:spPr/>
    </dgm:pt>
    <dgm:pt modelId="{89C03A98-7F13-423E-B145-14AF663264C9}" type="pres">
      <dgm:prSet presAssocID="{3EA2B9F9-9DB5-42FA-9CF2-C0561F03C452}" presName="parentTextArrow" presStyleLbl="node1" presStyleIdx="0" presStyleCnt="0"/>
      <dgm:spPr/>
    </dgm:pt>
    <dgm:pt modelId="{C4DD80B6-8E8D-4B15-9742-6452E10EA6C0}" type="pres">
      <dgm:prSet presAssocID="{3EA2B9F9-9DB5-42FA-9CF2-C0561F03C452}" presName="arrow" presStyleLbl="alignNode1" presStyleIdx="2" presStyleCnt="8"/>
      <dgm:spPr/>
    </dgm:pt>
    <dgm:pt modelId="{58B4BC8B-A844-4D6A-A729-3D15A88D1CC8}" type="pres">
      <dgm:prSet presAssocID="{3EA2B9F9-9DB5-42FA-9CF2-C0561F03C452}" presName="descendantArrow" presStyleLbl="bgAccFollowNode1" presStyleIdx="2" presStyleCnt="8"/>
      <dgm:spPr/>
    </dgm:pt>
    <dgm:pt modelId="{79E7FD0E-55A1-4312-9E6D-AD1F284EB6F0}" type="pres">
      <dgm:prSet presAssocID="{B6648585-670D-4480-BB4B-143874B6B331}" presName="sp" presStyleCnt="0"/>
      <dgm:spPr/>
    </dgm:pt>
    <dgm:pt modelId="{456E86EE-9993-4E5C-9753-6D260D8B5F15}" type="pres">
      <dgm:prSet presAssocID="{D33D7648-8C15-4F9C-8361-E4C6004A4005}" presName="arrowAndChildren" presStyleCnt="0"/>
      <dgm:spPr/>
    </dgm:pt>
    <dgm:pt modelId="{CA9BC495-A4CF-49B9-B665-203D2DD69189}" type="pres">
      <dgm:prSet presAssocID="{D33D7648-8C15-4F9C-8361-E4C6004A4005}" presName="parentTextArrow" presStyleLbl="node1" presStyleIdx="0" presStyleCnt="0"/>
      <dgm:spPr/>
    </dgm:pt>
    <dgm:pt modelId="{E7C39FE1-89AA-4069-85FE-5857C5682495}" type="pres">
      <dgm:prSet presAssocID="{D33D7648-8C15-4F9C-8361-E4C6004A4005}" presName="arrow" presStyleLbl="alignNode1" presStyleIdx="3" presStyleCnt="8"/>
      <dgm:spPr/>
    </dgm:pt>
    <dgm:pt modelId="{B3227F64-6FE9-4F10-BB98-49B775B596E1}" type="pres">
      <dgm:prSet presAssocID="{D33D7648-8C15-4F9C-8361-E4C6004A4005}" presName="descendantArrow" presStyleLbl="bgAccFollowNode1" presStyleIdx="3" presStyleCnt="8"/>
      <dgm:spPr/>
    </dgm:pt>
    <dgm:pt modelId="{9EFFF15A-22F6-4A7F-B859-993302DDB697}" type="pres">
      <dgm:prSet presAssocID="{E9361022-A180-40AB-B840-889E247B69AD}" presName="sp" presStyleCnt="0"/>
      <dgm:spPr/>
    </dgm:pt>
    <dgm:pt modelId="{C2537BCD-3D6B-413E-B482-13568EC7764E}" type="pres">
      <dgm:prSet presAssocID="{DFF29107-4C77-451B-B98A-E46A44052D42}" presName="arrowAndChildren" presStyleCnt="0"/>
      <dgm:spPr/>
    </dgm:pt>
    <dgm:pt modelId="{01DFB054-CA34-4DBC-9CCF-C0E2C4684FA2}" type="pres">
      <dgm:prSet presAssocID="{DFF29107-4C77-451B-B98A-E46A44052D42}" presName="parentTextArrow" presStyleLbl="node1" presStyleIdx="0" presStyleCnt="0"/>
      <dgm:spPr/>
    </dgm:pt>
    <dgm:pt modelId="{48C18E83-2A05-4E25-AC42-A1E023919971}" type="pres">
      <dgm:prSet presAssocID="{DFF29107-4C77-451B-B98A-E46A44052D42}" presName="arrow" presStyleLbl="alignNode1" presStyleIdx="4" presStyleCnt="8"/>
      <dgm:spPr/>
    </dgm:pt>
    <dgm:pt modelId="{B8F39D71-3384-401B-AA6E-FEECAEC539EB}" type="pres">
      <dgm:prSet presAssocID="{DFF29107-4C77-451B-B98A-E46A44052D42}" presName="descendantArrow" presStyleLbl="bgAccFollowNode1" presStyleIdx="4" presStyleCnt="8"/>
      <dgm:spPr/>
    </dgm:pt>
    <dgm:pt modelId="{3179D60B-8942-4614-A557-D4B31033B0F5}" type="pres">
      <dgm:prSet presAssocID="{341CAFA5-202B-4B7D-89F6-33B71128E388}" presName="sp" presStyleCnt="0"/>
      <dgm:spPr/>
    </dgm:pt>
    <dgm:pt modelId="{4ABED63C-57EE-402D-94EC-E8760089ABA3}" type="pres">
      <dgm:prSet presAssocID="{DD9DACE2-6349-45DC-94FC-5F401DA5F2BB}" presName="arrowAndChildren" presStyleCnt="0"/>
      <dgm:spPr/>
    </dgm:pt>
    <dgm:pt modelId="{63A47DBC-352E-47B7-AD94-EFBC1A28C0B1}" type="pres">
      <dgm:prSet presAssocID="{DD9DACE2-6349-45DC-94FC-5F401DA5F2BB}" presName="parentTextArrow" presStyleLbl="node1" presStyleIdx="0" presStyleCnt="0"/>
      <dgm:spPr/>
    </dgm:pt>
    <dgm:pt modelId="{8D50DD6F-50CA-4E05-960D-CF4642411EF4}" type="pres">
      <dgm:prSet presAssocID="{DD9DACE2-6349-45DC-94FC-5F401DA5F2BB}" presName="arrow" presStyleLbl="alignNode1" presStyleIdx="5" presStyleCnt="8"/>
      <dgm:spPr/>
    </dgm:pt>
    <dgm:pt modelId="{2195A094-F98B-438F-95D6-AD0B16D5A2BF}" type="pres">
      <dgm:prSet presAssocID="{DD9DACE2-6349-45DC-94FC-5F401DA5F2BB}" presName="descendantArrow" presStyleLbl="bgAccFollowNode1" presStyleIdx="5" presStyleCnt="8"/>
      <dgm:spPr/>
    </dgm:pt>
    <dgm:pt modelId="{E6175C61-2CE9-4F54-8133-35DEAE9C7F48}" type="pres">
      <dgm:prSet presAssocID="{30DB4B6B-E10F-4D25-9755-114E097D9D4A}" presName="sp" presStyleCnt="0"/>
      <dgm:spPr/>
    </dgm:pt>
    <dgm:pt modelId="{1A7236C9-554E-4541-94BE-4E20211337FE}" type="pres">
      <dgm:prSet presAssocID="{C0A151FD-5111-4481-A183-AEB1A397CC82}" presName="arrowAndChildren" presStyleCnt="0"/>
      <dgm:spPr/>
    </dgm:pt>
    <dgm:pt modelId="{AFF3BFC3-DC01-4707-88DA-FC3396649893}" type="pres">
      <dgm:prSet presAssocID="{C0A151FD-5111-4481-A183-AEB1A397CC82}" presName="parentTextArrow" presStyleLbl="node1" presStyleIdx="0" presStyleCnt="0"/>
      <dgm:spPr/>
    </dgm:pt>
    <dgm:pt modelId="{B991DF12-1038-4C97-B996-C7AAC2C3B79C}" type="pres">
      <dgm:prSet presAssocID="{C0A151FD-5111-4481-A183-AEB1A397CC82}" presName="arrow" presStyleLbl="alignNode1" presStyleIdx="6" presStyleCnt="8"/>
      <dgm:spPr/>
    </dgm:pt>
    <dgm:pt modelId="{E5965E66-C7A8-497B-B3DD-63975934F82E}" type="pres">
      <dgm:prSet presAssocID="{C0A151FD-5111-4481-A183-AEB1A397CC82}" presName="descendantArrow" presStyleLbl="bgAccFollowNode1" presStyleIdx="6" presStyleCnt="8"/>
      <dgm:spPr/>
    </dgm:pt>
    <dgm:pt modelId="{C744940D-31E5-49AD-B92C-E8B829491F02}" type="pres">
      <dgm:prSet presAssocID="{31A02D03-BB63-40A2-B0AE-EB35B88A9F29}" presName="sp" presStyleCnt="0"/>
      <dgm:spPr/>
    </dgm:pt>
    <dgm:pt modelId="{91D4003F-E60E-410C-B31C-C2F17A02DC1F}" type="pres">
      <dgm:prSet presAssocID="{F706AC52-F55A-4659-9794-14B3D5AC1E2B}" presName="arrowAndChildren" presStyleCnt="0"/>
      <dgm:spPr/>
    </dgm:pt>
    <dgm:pt modelId="{1B7BF144-6589-4787-94D4-E77D4356F2CB}" type="pres">
      <dgm:prSet presAssocID="{F706AC52-F55A-4659-9794-14B3D5AC1E2B}" presName="parentTextArrow" presStyleLbl="node1" presStyleIdx="0" presStyleCnt="0"/>
      <dgm:spPr/>
    </dgm:pt>
    <dgm:pt modelId="{FECF4905-F2DB-4B9A-A4EF-555D4AA424AA}" type="pres">
      <dgm:prSet presAssocID="{F706AC52-F55A-4659-9794-14B3D5AC1E2B}" presName="arrow" presStyleLbl="alignNode1" presStyleIdx="7" presStyleCnt="8"/>
      <dgm:spPr/>
    </dgm:pt>
    <dgm:pt modelId="{7949BFF4-744E-44DE-B190-F3BA4DDC8391}" type="pres">
      <dgm:prSet presAssocID="{F706AC52-F55A-4659-9794-14B3D5AC1E2B}" presName="descendantArrow" presStyleLbl="bgAccFollowNode1" presStyleIdx="7" presStyleCnt="8"/>
      <dgm:spPr/>
    </dgm:pt>
  </dgm:ptLst>
  <dgm:cxnLst>
    <dgm:cxn modelId="{79AAC60A-8A8D-43B8-B08A-35A59BC87E14}" srcId="{3EA2B9F9-9DB5-42FA-9CF2-C0561F03C452}" destId="{CC7CF4DE-BABD-4112-8099-3C6C9D5D128A}" srcOrd="0" destOrd="0" parTransId="{1A344126-7F4F-49E2-A012-7FC78F0144CE}" sibTransId="{B16BE4E7-4E18-4A02-842C-239AF9799304}"/>
    <dgm:cxn modelId="{0F1D3B0E-89DF-4036-BEF1-9F86F2D5244F}" srcId="{8F8C9029-9409-46AC-B968-A8C470376053}" destId="{F706AC52-F55A-4659-9794-14B3D5AC1E2B}" srcOrd="0" destOrd="0" parTransId="{EA8D510D-9153-4C1B-AAA4-A2DC027F94BF}" sibTransId="{31A02D03-BB63-40A2-B0AE-EB35B88A9F29}"/>
    <dgm:cxn modelId="{F730AC13-0DCF-4C9E-BEAA-50024E37AE0F}" srcId="{8F8C9029-9409-46AC-B968-A8C470376053}" destId="{C0A151FD-5111-4481-A183-AEB1A397CC82}" srcOrd="1" destOrd="0" parTransId="{10D19206-FCDB-4CDE-8294-160E3625FEDA}" sibTransId="{30DB4B6B-E10F-4D25-9755-114E097D9D4A}"/>
    <dgm:cxn modelId="{21463F15-37CA-4A46-87B9-823DC922B7AD}" type="presOf" srcId="{DD9DACE2-6349-45DC-94FC-5F401DA5F2BB}" destId="{63A47DBC-352E-47B7-AD94-EFBC1A28C0B1}" srcOrd="0" destOrd="0" presId="urn:microsoft.com/office/officeart/2016/7/layout/VerticalDownArrowProcess"/>
    <dgm:cxn modelId="{B11DBB16-A363-42EC-8771-4578DF662C5F}" srcId="{8F8C9029-9409-46AC-B968-A8C470376053}" destId="{D06F5D87-53EE-4949-84F3-3B88A8AB4963}" srcOrd="7" destOrd="0" parTransId="{E77781E4-4B6B-4BE2-A340-65C0CBEA59AC}" sibTransId="{B2229E51-0438-48C5-B18C-B96E2E1D3288}"/>
    <dgm:cxn modelId="{68BC7F17-7743-4C27-8934-F591A8F78144}" srcId="{F706AC52-F55A-4659-9794-14B3D5AC1E2B}" destId="{474A4CB2-DCE9-490B-8941-65C0EA900C2F}" srcOrd="0" destOrd="0" parTransId="{52E59CC0-D785-4C11-A872-DBB8ABEBD576}" sibTransId="{27AF05D9-8D4D-428F-B906-F48578522561}"/>
    <dgm:cxn modelId="{EFD47018-DA15-4145-865C-3A0E852F3FB4}" type="presOf" srcId="{F706AC52-F55A-4659-9794-14B3D5AC1E2B}" destId="{FECF4905-F2DB-4B9A-A4EF-555D4AA424AA}" srcOrd="1" destOrd="0" presId="urn:microsoft.com/office/officeart/2016/7/layout/VerticalDownArrowProcess"/>
    <dgm:cxn modelId="{25097819-9FDE-47AA-9A79-1E2C75657379}" type="presOf" srcId="{80B0FA61-1182-4A94-8403-8AAF316F01EA}" destId="{00AEC992-0CE3-4DE1-A1E8-2A5A3315FC5C}" srcOrd="0" destOrd="0" presId="urn:microsoft.com/office/officeart/2016/7/layout/VerticalDownArrowProcess"/>
    <dgm:cxn modelId="{5F88D31C-C323-40E4-9384-8C926C1A6970}" srcId="{8F8C9029-9409-46AC-B968-A8C470376053}" destId="{D33D7648-8C15-4F9C-8361-E4C6004A4005}" srcOrd="4" destOrd="0" parTransId="{C0AA9BCA-3109-42EC-83AB-90510EECFD38}" sibTransId="{B6648585-670D-4480-BB4B-143874B6B331}"/>
    <dgm:cxn modelId="{8307ED2C-0465-4058-82DF-62CB585DED2C}" srcId="{D06F5D87-53EE-4949-84F3-3B88A8AB4963}" destId="{80B0FA61-1182-4A94-8403-8AAF316F01EA}" srcOrd="0" destOrd="0" parTransId="{B6EBC52D-33E5-4308-84C7-B384FC3BCB2C}" sibTransId="{50A1B1D8-DF39-429C-A239-E1FC581DDA2C}"/>
    <dgm:cxn modelId="{B64D202D-07DB-44E2-857A-C1E94A9E0433}" type="presOf" srcId="{B26F2395-EC32-43F5-911A-7EDAF173A6B6}" destId="{B3227F64-6FE9-4F10-BB98-49B775B596E1}" srcOrd="0" destOrd="0" presId="urn:microsoft.com/office/officeart/2016/7/layout/VerticalDownArrowProcess"/>
    <dgm:cxn modelId="{7BFC7732-9120-4605-9F13-D087FD118100}" type="presOf" srcId="{DFF29107-4C77-451B-B98A-E46A44052D42}" destId="{01DFB054-CA34-4DBC-9CCF-C0E2C4684FA2}" srcOrd="0" destOrd="0" presId="urn:microsoft.com/office/officeart/2016/7/layout/VerticalDownArrowProcess"/>
    <dgm:cxn modelId="{90BDBD3C-6E7E-4DFF-BE61-2A7E479B3002}" type="presOf" srcId="{C0A151FD-5111-4481-A183-AEB1A397CC82}" destId="{AFF3BFC3-DC01-4707-88DA-FC3396649893}" srcOrd="0" destOrd="0" presId="urn:microsoft.com/office/officeart/2016/7/layout/VerticalDownArrowProcess"/>
    <dgm:cxn modelId="{3A8CF263-B53B-4AFF-B184-0850CD402AE4}" srcId="{8F8C9029-9409-46AC-B968-A8C470376053}" destId="{3EA2B9F9-9DB5-42FA-9CF2-C0561F03C452}" srcOrd="5" destOrd="0" parTransId="{31D1A018-5414-4CC4-812F-10ECFA2AE9E3}" sibTransId="{2505A667-2933-4C2D-9E65-A90623EF9B31}"/>
    <dgm:cxn modelId="{86AD7247-234F-41EE-BCFE-D71A4C1F926B}" type="presOf" srcId="{DD9DACE2-6349-45DC-94FC-5F401DA5F2BB}" destId="{8D50DD6F-50CA-4E05-960D-CF4642411EF4}" srcOrd="1" destOrd="0" presId="urn:microsoft.com/office/officeart/2016/7/layout/VerticalDownArrowProcess"/>
    <dgm:cxn modelId="{AD946C49-AD83-4963-AAF9-94E3B7183F9C}" srcId="{8F8C9029-9409-46AC-B968-A8C470376053}" destId="{DFF29107-4C77-451B-B98A-E46A44052D42}" srcOrd="3" destOrd="0" parTransId="{FFB0709D-FE00-45B3-817D-596DFC591205}" sibTransId="{E9361022-A180-40AB-B840-889E247B69AD}"/>
    <dgm:cxn modelId="{8B6CDF4A-4655-49A3-AE0E-7F877BCF96E3}" type="presOf" srcId="{D06F5D87-53EE-4949-84F3-3B88A8AB4963}" destId="{E764FC70-AE79-4EBA-9E0D-6829C3A9A884}" srcOrd="0" destOrd="0" presId="urn:microsoft.com/office/officeart/2016/7/layout/VerticalDownArrowProcess"/>
    <dgm:cxn modelId="{B580584C-E75F-466D-91D6-46933098FD92}" srcId="{DD9DACE2-6349-45DC-94FC-5F401DA5F2BB}" destId="{CD4A2309-D74E-4BB3-BC16-65193249B249}" srcOrd="0" destOrd="0" parTransId="{67868CEE-F2FC-4057-A4D6-4A68768D12E6}" sibTransId="{C22DC7CA-B767-484D-9D44-A2C63C5C8D10}"/>
    <dgm:cxn modelId="{2E1C294D-FCD3-43FB-95A9-C2D083E0E523}" type="presOf" srcId="{CC7CF4DE-BABD-4112-8099-3C6C9D5D128A}" destId="{58B4BC8B-A844-4D6A-A729-3D15A88D1CC8}" srcOrd="0" destOrd="0" presId="urn:microsoft.com/office/officeart/2016/7/layout/VerticalDownArrowProcess"/>
    <dgm:cxn modelId="{FCD7654E-D635-4822-B112-BCDC42BEA7DA}" srcId="{C0A151FD-5111-4481-A183-AEB1A397CC82}" destId="{A59B5402-98BC-4419-9514-0AB3F95BE210}" srcOrd="0" destOrd="0" parTransId="{DBC5A152-1223-4EC8-97A5-E08868333475}" sibTransId="{25974527-2546-462E-BA47-2042F18DE323}"/>
    <dgm:cxn modelId="{1A567F51-9918-4BAB-816D-6EE45D2E16BD}" srcId="{8F8C9029-9409-46AC-B968-A8C470376053}" destId="{DD9DACE2-6349-45DC-94FC-5F401DA5F2BB}" srcOrd="2" destOrd="0" parTransId="{4C7FE4B8-85D1-4D21-BB94-494B00772E06}" sibTransId="{341CAFA5-202B-4B7D-89F6-33B71128E388}"/>
    <dgm:cxn modelId="{2BB79683-2467-42B5-88B4-41BE9010F104}" type="presOf" srcId="{A59B5402-98BC-4419-9514-0AB3F95BE210}" destId="{E5965E66-C7A8-497B-B3DD-63975934F82E}" srcOrd="0" destOrd="0" presId="urn:microsoft.com/office/officeart/2016/7/layout/VerticalDownArrowProcess"/>
    <dgm:cxn modelId="{B31C5B88-392D-435E-AB8E-EF42F17C71C7}" type="presOf" srcId="{8F8C9029-9409-46AC-B968-A8C470376053}" destId="{22F79535-9D77-42E3-B762-2582C91A7DB6}" srcOrd="0" destOrd="0" presId="urn:microsoft.com/office/officeart/2016/7/layout/VerticalDownArrowProcess"/>
    <dgm:cxn modelId="{D1BA3489-6B21-4780-B4BF-DF543C313858}" type="presOf" srcId="{3E5B8BF7-745E-4734-BE43-3B6F789B0C0B}" destId="{41F42366-74EA-40A9-9B03-B68FEBC2FFE5}" srcOrd="0" destOrd="0" presId="urn:microsoft.com/office/officeart/2016/7/layout/VerticalDownArrowProcess"/>
    <dgm:cxn modelId="{9BBF8492-9D17-4F9A-93BE-44DF5407872D}" type="presOf" srcId="{D33D7648-8C15-4F9C-8361-E4C6004A4005}" destId="{CA9BC495-A4CF-49B9-B665-203D2DD69189}" srcOrd="0" destOrd="0" presId="urn:microsoft.com/office/officeart/2016/7/layout/VerticalDownArrowProcess"/>
    <dgm:cxn modelId="{F30BF294-9B12-48B3-B350-4AA823A56D68}" type="presOf" srcId="{6F6D06E3-81AE-4057-997D-C28A57995872}" destId="{20BBA537-2534-435E-AFF4-38E942839D20}" srcOrd="0" destOrd="0" presId="urn:microsoft.com/office/officeart/2016/7/layout/VerticalDownArrowProcess"/>
    <dgm:cxn modelId="{3EB1349A-7F0B-4F46-B22E-96CA0E5C8AF6}" type="presOf" srcId="{3E5B8BF7-745E-4734-BE43-3B6F789B0C0B}" destId="{12E055C0-BC30-4881-A99A-E0CEC83EBAE9}" srcOrd="1" destOrd="0" presId="urn:microsoft.com/office/officeart/2016/7/layout/VerticalDownArrowProcess"/>
    <dgm:cxn modelId="{104969AA-E672-473E-8E31-4C5161A3F242}" type="presOf" srcId="{3EA2B9F9-9DB5-42FA-9CF2-C0561F03C452}" destId="{89C03A98-7F13-423E-B145-14AF663264C9}" srcOrd="0" destOrd="0" presId="urn:microsoft.com/office/officeart/2016/7/layout/VerticalDownArrowProcess"/>
    <dgm:cxn modelId="{1C3571B9-37CE-455C-8EF5-9A8D49A03AE1}" srcId="{D33D7648-8C15-4F9C-8361-E4C6004A4005}" destId="{B26F2395-EC32-43F5-911A-7EDAF173A6B6}" srcOrd="0" destOrd="0" parTransId="{FFD4D681-A4AB-4623-A6E0-1025EEF7DC56}" sibTransId="{747D475E-9AB9-40B4-97B1-08CCF3ECFE98}"/>
    <dgm:cxn modelId="{88EEC9BE-D5DA-4054-A44B-42A89D9D81D4}" srcId="{8F8C9029-9409-46AC-B968-A8C470376053}" destId="{3E5B8BF7-745E-4734-BE43-3B6F789B0C0B}" srcOrd="6" destOrd="0" parTransId="{8149C79C-456F-407E-952C-1A338D8124C7}" sibTransId="{5CC60BE6-7320-478A-8DC1-DEFF7AEA13AF}"/>
    <dgm:cxn modelId="{8B709EC5-B0EC-413B-99AA-F50CB5126DD1}" type="presOf" srcId="{CD4A2309-D74E-4BB3-BC16-65193249B249}" destId="{2195A094-F98B-438F-95D6-AD0B16D5A2BF}" srcOrd="0" destOrd="0" presId="urn:microsoft.com/office/officeart/2016/7/layout/VerticalDownArrowProcess"/>
    <dgm:cxn modelId="{81424FCD-F429-43DB-8E6F-F9B4F1DFB87F}" type="presOf" srcId="{C0A151FD-5111-4481-A183-AEB1A397CC82}" destId="{B991DF12-1038-4C97-B996-C7AAC2C3B79C}" srcOrd="1" destOrd="0" presId="urn:microsoft.com/office/officeart/2016/7/layout/VerticalDownArrowProcess"/>
    <dgm:cxn modelId="{458BBAD1-7B15-4DC4-89BE-93A09D9B82A0}" srcId="{3E5B8BF7-745E-4734-BE43-3B6F789B0C0B}" destId="{6F6D06E3-81AE-4057-997D-C28A57995872}" srcOrd="0" destOrd="0" parTransId="{F5A9E330-A15E-473E-A9B2-66C48E774165}" sibTransId="{3499D569-D6AB-4E52-B197-CF5434565495}"/>
    <dgm:cxn modelId="{1346F9D2-B6BE-4F59-9B54-B09CB4D9DB81}" srcId="{DFF29107-4C77-451B-B98A-E46A44052D42}" destId="{271622D6-4390-46E3-9414-164959738DFA}" srcOrd="0" destOrd="0" parTransId="{CBF24B82-6AC0-41C7-A8B4-4F5CCDD6ECE5}" sibTransId="{A3CD4323-9DCD-4715-A8B6-BF67BFE17059}"/>
    <dgm:cxn modelId="{B56369D6-A19F-47A5-9817-719962E21A96}" type="presOf" srcId="{271622D6-4390-46E3-9414-164959738DFA}" destId="{B8F39D71-3384-401B-AA6E-FEECAEC539EB}" srcOrd="0" destOrd="0" presId="urn:microsoft.com/office/officeart/2016/7/layout/VerticalDownArrowProcess"/>
    <dgm:cxn modelId="{B571CBD9-8C2D-476C-8634-ACD2EA26692E}" type="presOf" srcId="{D33D7648-8C15-4F9C-8361-E4C6004A4005}" destId="{E7C39FE1-89AA-4069-85FE-5857C5682495}" srcOrd="1" destOrd="0" presId="urn:microsoft.com/office/officeart/2016/7/layout/VerticalDownArrowProcess"/>
    <dgm:cxn modelId="{BF18A7EA-BBFB-48A1-970D-341E557DE178}" type="presOf" srcId="{3EA2B9F9-9DB5-42FA-9CF2-C0561F03C452}" destId="{C4DD80B6-8E8D-4B15-9742-6452E10EA6C0}" srcOrd="1" destOrd="0" presId="urn:microsoft.com/office/officeart/2016/7/layout/VerticalDownArrowProcess"/>
    <dgm:cxn modelId="{0A8A09F0-2E04-4F7E-ACCC-B612D6E61B8B}" type="presOf" srcId="{F706AC52-F55A-4659-9794-14B3D5AC1E2B}" destId="{1B7BF144-6589-4787-94D4-E77D4356F2CB}" srcOrd="0" destOrd="0" presId="urn:microsoft.com/office/officeart/2016/7/layout/VerticalDownArrowProcess"/>
    <dgm:cxn modelId="{62FDDDF3-DD63-4C99-B96E-AC9E12FE3B6F}" type="presOf" srcId="{DFF29107-4C77-451B-B98A-E46A44052D42}" destId="{48C18E83-2A05-4E25-AC42-A1E023919971}" srcOrd="1" destOrd="0" presId="urn:microsoft.com/office/officeart/2016/7/layout/VerticalDownArrowProcess"/>
    <dgm:cxn modelId="{B05EDAF9-407C-4983-B502-8EA67EE665DB}" type="presOf" srcId="{474A4CB2-DCE9-490B-8941-65C0EA900C2F}" destId="{7949BFF4-744E-44DE-B190-F3BA4DDC8391}" srcOrd="0" destOrd="0" presId="urn:microsoft.com/office/officeart/2016/7/layout/VerticalDownArrowProcess"/>
    <dgm:cxn modelId="{00D4E687-AE48-4EDE-8DE1-4D5C9DB5D118}" type="presParOf" srcId="{22F79535-9D77-42E3-B762-2582C91A7DB6}" destId="{FBB5C759-5FFA-42A9-B492-C88BD3EE8C2F}" srcOrd="0" destOrd="0" presId="urn:microsoft.com/office/officeart/2016/7/layout/VerticalDownArrowProcess"/>
    <dgm:cxn modelId="{022E5306-18A1-45F2-AD9E-03AD8DA1AD70}" type="presParOf" srcId="{FBB5C759-5FFA-42A9-B492-C88BD3EE8C2F}" destId="{E764FC70-AE79-4EBA-9E0D-6829C3A9A884}" srcOrd="0" destOrd="0" presId="urn:microsoft.com/office/officeart/2016/7/layout/VerticalDownArrowProcess"/>
    <dgm:cxn modelId="{23234C6D-7AEE-48C7-A0FB-F03431916B85}" type="presParOf" srcId="{FBB5C759-5FFA-42A9-B492-C88BD3EE8C2F}" destId="{00AEC992-0CE3-4DE1-A1E8-2A5A3315FC5C}" srcOrd="1" destOrd="0" presId="urn:microsoft.com/office/officeart/2016/7/layout/VerticalDownArrowProcess"/>
    <dgm:cxn modelId="{EC29E932-5583-4987-ABA3-6D8FDF1B4DC8}" type="presParOf" srcId="{22F79535-9D77-42E3-B762-2582C91A7DB6}" destId="{87D10BAD-5B9E-4A05-87A2-2D4C44EC0510}" srcOrd="1" destOrd="0" presId="urn:microsoft.com/office/officeart/2016/7/layout/VerticalDownArrowProcess"/>
    <dgm:cxn modelId="{FFC85A26-A5F7-4B4E-9160-EDEDBC3E8A86}" type="presParOf" srcId="{22F79535-9D77-42E3-B762-2582C91A7DB6}" destId="{06673D4C-983D-4013-AC06-270E3D29D4E8}" srcOrd="2" destOrd="0" presId="urn:microsoft.com/office/officeart/2016/7/layout/VerticalDownArrowProcess"/>
    <dgm:cxn modelId="{2E40A2F1-F4CC-44D8-A22D-D9EF6579423A}" type="presParOf" srcId="{06673D4C-983D-4013-AC06-270E3D29D4E8}" destId="{41F42366-74EA-40A9-9B03-B68FEBC2FFE5}" srcOrd="0" destOrd="0" presId="urn:microsoft.com/office/officeart/2016/7/layout/VerticalDownArrowProcess"/>
    <dgm:cxn modelId="{0FEB44CF-D273-4A90-A061-1B4E504255C1}" type="presParOf" srcId="{06673D4C-983D-4013-AC06-270E3D29D4E8}" destId="{12E055C0-BC30-4881-A99A-E0CEC83EBAE9}" srcOrd="1" destOrd="0" presId="urn:microsoft.com/office/officeart/2016/7/layout/VerticalDownArrowProcess"/>
    <dgm:cxn modelId="{5254E41F-C971-4D8C-9126-9E8411EC42F7}" type="presParOf" srcId="{06673D4C-983D-4013-AC06-270E3D29D4E8}" destId="{20BBA537-2534-435E-AFF4-38E942839D20}" srcOrd="2" destOrd="0" presId="urn:microsoft.com/office/officeart/2016/7/layout/VerticalDownArrowProcess"/>
    <dgm:cxn modelId="{E03390CC-DDEB-4694-963A-1D6F1A61C7B8}" type="presParOf" srcId="{22F79535-9D77-42E3-B762-2582C91A7DB6}" destId="{4F98C803-2AA8-4852-AD54-48F14DB92A18}" srcOrd="3" destOrd="0" presId="urn:microsoft.com/office/officeart/2016/7/layout/VerticalDownArrowProcess"/>
    <dgm:cxn modelId="{112DA83F-728C-46F9-A6C5-2D667623A919}" type="presParOf" srcId="{22F79535-9D77-42E3-B762-2582C91A7DB6}" destId="{17EFCDD2-6FE9-43E9-A856-1AF2B4DD1C1E}" srcOrd="4" destOrd="0" presId="urn:microsoft.com/office/officeart/2016/7/layout/VerticalDownArrowProcess"/>
    <dgm:cxn modelId="{DB2FC0F7-9376-4D95-9C5F-B538487C07D4}" type="presParOf" srcId="{17EFCDD2-6FE9-43E9-A856-1AF2B4DD1C1E}" destId="{89C03A98-7F13-423E-B145-14AF663264C9}" srcOrd="0" destOrd="0" presId="urn:microsoft.com/office/officeart/2016/7/layout/VerticalDownArrowProcess"/>
    <dgm:cxn modelId="{96EAE4D3-374C-4BC7-AB51-3778A2DDCA2C}" type="presParOf" srcId="{17EFCDD2-6FE9-43E9-A856-1AF2B4DD1C1E}" destId="{C4DD80B6-8E8D-4B15-9742-6452E10EA6C0}" srcOrd="1" destOrd="0" presId="urn:microsoft.com/office/officeart/2016/7/layout/VerticalDownArrowProcess"/>
    <dgm:cxn modelId="{1E757BC1-6AA2-4D8C-94D3-2BA107A63988}" type="presParOf" srcId="{17EFCDD2-6FE9-43E9-A856-1AF2B4DD1C1E}" destId="{58B4BC8B-A844-4D6A-A729-3D15A88D1CC8}" srcOrd="2" destOrd="0" presId="urn:microsoft.com/office/officeart/2016/7/layout/VerticalDownArrowProcess"/>
    <dgm:cxn modelId="{49439330-6E0F-4237-8710-2C3D58119E18}" type="presParOf" srcId="{22F79535-9D77-42E3-B762-2582C91A7DB6}" destId="{79E7FD0E-55A1-4312-9E6D-AD1F284EB6F0}" srcOrd="5" destOrd="0" presId="urn:microsoft.com/office/officeart/2016/7/layout/VerticalDownArrowProcess"/>
    <dgm:cxn modelId="{77F6EE16-FBEC-4735-8018-6EDAEF288B38}" type="presParOf" srcId="{22F79535-9D77-42E3-B762-2582C91A7DB6}" destId="{456E86EE-9993-4E5C-9753-6D260D8B5F15}" srcOrd="6" destOrd="0" presId="urn:microsoft.com/office/officeart/2016/7/layout/VerticalDownArrowProcess"/>
    <dgm:cxn modelId="{DAAD9F57-5A7D-45BB-90F2-719ED13F58D6}" type="presParOf" srcId="{456E86EE-9993-4E5C-9753-6D260D8B5F15}" destId="{CA9BC495-A4CF-49B9-B665-203D2DD69189}" srcOrd="0" destOrd="0" presId="urn:microsoft.com/office/officeart/2016/7/layout/VerticalDownArrowProcess"/>
    <dgm:cxn modelId="{4422645B-FC37-434B-86B8-7D9CEC0DF1BF}" type="presParOf" srcId="{456E86EE-9993-4E5C-9753-6D260D8B5F15}" destId="{E7C39FE1-89AA-4069-85FE-5857C5682495}" srcOrd="1" destOrd="0" presId="urn:microsoft.com/office/officeart/2016/7/layout/VerticalDownArrowProcess"/>
    <dgm:cxn modelId="{71FD6D64-7057-48C5-9F96-3DA5ADB86840}" type="presParOf" srcId="{456E86EE-9993-4E5C-9753-6D260D8B5F15}" destId="{B3227F64-6FE9-4F10-BB98-49B775B596E1}" srcOrd="2" destOrd="0" presId="urn:microsoft.com/office/officeart/2016/7/layout/VerticalDownArrowProcess"/>
    <dgm:cxn modelId="{83621A40-88C6-4E8E-A96F-BFC1097813FE}" type="presParOf" srcId="{22F79535-9D77-42E3-B762-2582C91A7DB6}" destId="{9EFFF15A-22F6-4A7F-B859-993302DDB697}" srcOrd="7" destOrd="0" presId="urn:microsoft.com/office/officeart/2016/7/layout/VerticalDownArrowProcess"/>
    <dgm:cxn modelId="{49296BED-A5A0-42E2-B391-430F9F2AB979}" type="presParOf" srcId="{22F79535-9D77-42E3-B762-2582C91A7DB6}" destId="{C2537BCD-3D6B-413E-B482-13568EC7764E}" srcOrd="8" destOrd="0" presId="urn:microsoft.com/office/officeart/2016/7/layout/VerticalDownArrowProcess"/>
    <dgm:cxn modelId="{9182F713-2BE7-451B-BB6F-10D3CEFD943E}" type="presParOf" srcId="{C2537BCD-3D6B-413E-B482-13568EC7764E}" destId="{01DFB054-CA34-4DBC-9CCF-C0E2C4684FA2}" srcOrd="0" destOrd="0" presId="urn:microsoft.com/office/officeart/2016/7/layout/VerticalDownArrowProcess"/>
    <dgm:cxn modelId="{D36DF744-87B1-461E-83C0-6663AE337EB3}" type="presParOf" srcId="{C2537BCD-3D6B-413E-B482-13568EC7764E}" destId="{48C18E83-2A05-4E25-AC42-A1E023919971}" srcOrd="1" destOrd="0" presId="urn:microsoft.com/office/officeart/2016/7/layout/VerticalDownArrowProcess"/>
    <dgm:cxn modelId="{1975AB28-2B89-476F-9580-A29AACB6A499}" type="presParOf" srcId="{C2537BCD-3D6B-413E-B482-13568EC7764E}" destId="{B8F39D71-3384-401B-AA6E-FEECAEC539EB}" srcOrd="2" destOrd="0" presId="urn:microsoft.com/office/officeart/2016/7/layout/VerticalDownArrowProcess"/>
    <dgm:cxn modelId="{2240CDFF-2DEC-498F-B9A5-2DF2D5B0088E}" type="presParOf" srcId="{22F79535-9D77-42E3-B762-2582C91A7DB6}" destId="{3179D60B-8942-4614-A557-D4B31033B0F5}" srcOrd="9" destOrd="0" presId="urn:microsoft.com/office/officeart/2016/7/layout/VerticalDownArrowProcess"/>
    <dgm:cxn modelId="{10609F7F-73CA-44E5-A54F-8D7BEF15D9A0}" type="presParOf" srcId="{22F79535-9D77-42E3-B762-2582C91A7DB6}" destId="{4ABED63C-57EE-402D-94EC-E8760089ABA3}" srcOrd="10" destOrd="0" presId="urn:microsoft.com/office/officeart/2016/7/layout/VerticalDownArrowProcess"/>
    <dgm:cxn modelId="{92831706-B557-40D4-8BCD-167EE1CA0064}" type="presParOf" srcId="{4ABED63C-57EE-402D-94EC-E8760089ABA3}" destId="{63A47DBC-352E-47B7-AD94-EFBC1A28C0B1}" srcOrd="0" destOrd="0" presId="urn:microsoft.com/office/officeart/2016/7/layout/VerticalDownArrowProcess"/>
    <dgm:cxn modelId="{878C932F-54D4-4379-8860-FC674C3C3AF6}" type="presParOf" srcId="{4ABED63C-57EE-402D-94EC-E8760089ABA3}" destId="{8D50DD6F-50CA-4E05-960D-CF4642411EF4}" srcOrd="1" destOrd="0" presId="urn:microsoft.com/office/officeart/2016/7/layout/VerticalDownArrowProcess"/>
    <dgm:cxn modelId="{BA424135-C928-4C97-9BC7-65CFE1136DF2}" type="presParOf" srcId="{4ABED63C-57EE-402D-94EC-E8760089ABA3}" destId="{2195A094-F98B-438F-95D6-AD0B16D5A2BF}" srcOrd="2" destOrd="0" presId="urn:microsoft.com/office/officeart/2016/7/layout/VerticalDownArrowProcess"/>
    <dgm:cxn modelId="{8D777103-6C90-40E5-9B68-07F8F8180CB0}" type="presParOf" srcId="{22F79535-9D77-42E3-B762-2582C91A7DB6}" destId="{E6175C61-2CE9-4F54-8133-35DEAE9C7F48}" srcOrd="11" destOrd="0" presId="urn:microsoft.com/office/officeart/2016/7/layout/VerticalDownArrowProcess"/>
    <dgm:cxn modelId="{B75A2505-70B0-4501-ACA4-7B6DF622DCAC}" type="presParOf" srcId="{22F79535-9D77-42E3-B762-2582C91A7DB6}" destId="{1A7236C9-554E-4541-94BE-4E20211337FE}" srcOrd="12" destOrd="0" presId="urn:microsoft.com/office/officeart/2016/7/layout/VerticalDownArrowProcess"/>
    <dgm:cxn modelId="{4437013C-31EB-484A-B45B-BD306A461046}" type="presParOf" srcId="{1A7236C9-554E-4541-94BE-4E20211337FE}" destId="{AFF3BFC3-DC01-4707-88DA-FC3396649893}" srcOrd="0" destOrd="0" presId="urn:microsoft.com/office/officeart/2016/7/layout/VerticalDownArrowProcess"/>
    <dgm:cxn modelId="{C3EFC28A-B889-420B-B774-18CAF4DC1A7E}" type="presParOf" srcId="{1A7236C9-554E-4541-94BE-4E20211337FE}" destId="{B991DF12-1038-4C97-B996-C7AAC2C3B79C}" srcOrd="1" destOrd="0" presId="urn:microsoft.com/office/officeart/2016/7/layout/VerticalDownArrowProcess"/>
    <dgm:cxn modelId="{28B7B8AC-0927-46F7-8EC9-2354C06D5C5D}" type="presParOf" srcId="{1A7236C9-554E-4541-94BE-4E20211337FE}" destId="{E5965E66-C7A8-497B-B3DD-63975934F82E}" srcOrd="2" destOrd="0" presId="urn:microsoft.com/office/officeart/2016/7/layout/VerticalDownArrowProcess"/>
    <dgm:cxn modelId="{666EF152-CE70-4294-BDC7-354BD6FA2849}" type="presParOf" srcId="{22F79535-9D77-42E3-B762-2582C91A7DB6}" destId="{C744940D-31E5-49AD-B92C-E8B829491F02}" srcOrd="13" destOrd="0" presId="urn:microsoft.com/office/officeart/2016/7/layout/VerticalDownArrowProcess"/>
    <dgm:cxn modelId="{E8AC53CB-637A-490E-99BC-3B39E62D8A42}" type="presParOf" srcId="{22F79535-9D77-42E3-B762-2582C91A7DB6}" destId="{91D4003F-E60E-410C-B31C-C2F17A02DC1F}" srcOrd="14" destOrd="0" presId="urn:microsoft.com/office/officeart/2016/7/layout/VerticalDownArrowProcess"/>
    <dgm:cxn modelId="{253F47BF-3E18-4DCB-90D0-CD3093DACC80}" type="presParOf" srcId="{91D4003F-E60E-410C-B31C-C2F17A02DC1F}" destId="{1B7BF144-6589-4787-94D4-E77D4356F2CB}" srcOrd="0" destOrd="0" presId="urn:microsoft.com/office/officeart/2016/7/layout/VerticalDownArrowProcess"/>
    <dgm:cxn modelId="{4D075B08-0A70-4BFA-BC81-ADA85DC5126A}" type="presParOf" srcId="{91D4003F-E60E-410C-B31C-C2F17A02DC1F}" destId="{FECF4905-F2DB-4B9A-A4EF-555D4AA424AA}" srcOrd="1" destOrd="0" presId="urn:microsoft.com/office/officeart/2016/7/layout/VerticalDownArrowProcess"/>
    <dgm:cxn modelId="{1947D67B-E860-4D4D-9DB1-03815502CC5F}" type="presParOf" srcId="{91D4003F-E60E-410C-B31C-C2F17A02DC1F}" destId="{7949BFF4-744E-44DE-B190-F3BA4DDC8391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4C2FEE-A685-406F-ABAE-AECE3AD7099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10C6C28-AE45-461D-971D-FFC6109B1DE0}">
      <dgm:prSet/>
      <dgm:spPr/>
      <dgm:t>
        <a:bodyPr/>
        <a:lstStyle/>
        <a:p>
          <a:r>
            <a:rPr lang="en-GB" b="1" dirty="0"/>
            <a:t>CI (Continuous Integration): </a:t>
          </a:r>
          <a:r>
            <a:rPr lang="en-GB" dirty="0"/>
            <a:t>Developers frequently merge code into a shared repository with automated builds and tests</a:t>
          </a:r>
          <a:endParaRPr lang="en-US" dirty="0"/>
        </a:p>
      </dgm:t>
    </dgm:pt>
    <dgm:pt modelId="{E14E6659-AB7B-416C-9B4D-5D1DBF1F9EFB}" type="parTrans" cxnId="{07ED45C8-1796-4ED9-9642-A359AD7EDAB7}">
      <dgm:prSet/>
      <dgm:spPr/>
      <dgm:t>
        <a:bodyPr/>
        <a:lstStyle/>
        <a:p>
          <a:endParaRPr lang="en-US"/>
        </a:p>
      </dgm:t>
    </dgm:pt>
    <dgm:pt modelId="{720219A0-07DE-4C42-AE40-A355AA92826A}" type="sibTrans" cxnId="{07ED45C8-1796-4ED9-9642-A359AD7EDAB7}">
      <dgm:prSet/>
      <dgm:spPr/>
      <dgm:t>
        <a:bodyPr/>
        <a:lstStyle/>
        <a:p>
          <a:endParaRPr lang="en-US"/>
        </a:p>
      </dgm:t>
    </dgm:pt>
    <dgm:pt modelId="{60A67AAD-EBDD-4913-8400-BE9ABD6FB0F0}">
      <dgm:prSet/>
      <dgm:spPr/>
      <dgm:t>
        <a:bodyPr/>
        <a:lstStyle/>
        <a:p>
          <a:r>
            <a:rPr lang="en-GB" b="1" dirty="0"/>
            <a:t>CD (Continuous Delivery/Deployment): </a:t>
          </a:r>
          <a:r>
            <a:rPr lang="en-GB" dirty="0"/>
            <a:t>Code is automatically prepared and released to production or staging environments</a:t>
          </a:r>
          <a:endParaRPr lang="en-US" dirty="0"/>
        </a:p>
      </dgm:t>
    </dgm:pt>
    <dgm:pt modelId="{A576FC6C-91D6-4A15-9886-1EF626BD82DE}" type="parTrans" cxnId="{20211706-E342-47D9-9081-6C75B7089D33}">
      <dgm:prSet/>
      <dgm:spPr/>
      <dgm:t>
        <a:bodyPr/>
        <a:lstStyle/>
        <a:p>
          <a:endParaRPr lang="en-US"/>
        </a:p>
      </dgm:t>
    </dgm:pt>
    <dgm:pt modelId="{78A99DA7-72FB-4F9C-A958-34F614E81F9E}" type="sibTrans" cxnId="{20211706-E342-47D9-9081-6C75B7089D33}">
      <dgm:prSet/>
      <dgm:spPr/>
      <dgm:t>
        <a:bodyPr/>
        <a:lstStyle/>
        <a:p>
          <a:endParaRPr lang="en-US"/>
        </a:p>
      </dgm:t>
    </dgm:pt>
    <dgm:pt modelId="{FC5AC188-A504-4227-BD40-B748F87D307D}">
      <dgm:prSet/>
      <dgm:spPr/>
      <dgm:t>
        <a:bodyPr/>
        <a:lstStyle/>
        <a:p>
          <a:r>
            <a:rPr lang="en-GB"/>
            <a:t>CI/CD is a cornerstone of modern DevOps practices</a:t>
          </a:r>
          <a:endParaRPr lang="en-US"/>
        </a:p>
      </dgm:t>
    </dgm:pt>
    <dgm:pt modelId="{8932AA86-7446-4C72-BB34-AA0043D35123}" type="parTrans" cxnId="{B9276B6E-C73A-481F-B357-6D716E940E54}">
      <dgm:prSet/>
      <dgm:spPr/>
      <dgm:t>
        <a:bodyPr/>
        <a:lstStyle/>
        <a:p>
          <a:endParaRPr lang="en-US"/>
        </a:p>
      </dgm:t>
    </dgm:pt>
    <dgm:pt modelId="{8D790C72-2E9E-4D65-A181-56762680D3AC}" type="sibTrans" cxnId="{B9276B6E-C73A-481F-B357-6D716E940E54}">
      <dgm:prSet/>
      <dgm:spPr/>
      <dgm:t>
        <a:bodyPr/>
        <a:lstStyle/>
        <a:p>
          <a:endParaRPr lang="en-US"/>
        </a:p>
      </dgm:t>
    </dgm:pt>
    <dgm:pt modelId="{F1FDEADA-741B-401B-92D8-266E8C091093}" type="pres">
      <dgm:prSet presAssocID="{F14C2FEE-A685-406F-ABAE-AECE3AD70992}" presName="linear" presStyleCnt="0">
        <dgm:presLayoutVars>
          <dgm:animLvl val="lvl"/>
          <dgm:resizeHandles val="exact"/>
        </dgm:presLayoutVars>
      </dgm:prSet>
      <dgm:spPr/>
    </dgm:pt>
    <dgm:pt modelId="{1D75FE4D-CAEA-4B88-BA9D-4BAEEE09B780}" type="pres">
      <dgm:prSet presAssocID="{B10C6C28-AE45-461D-971D-FFC6109B1DE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6F568AE-0671-4994-B132-ED167786C0A5}" type="pres">
      <dgm:prSet presAssocID="{720219A0-07DE-4C42-AE40-A355AA92826A}" presName="spacer" presStyleCnt="0"/>
      <dgm:spPr/>
    </dgm:pt>
    <dgm:pt modelId="{7506A558-7AD4-4D85-815B-09797A3F0299}" type="pres">
      <dgm:prSet presAssocID="{60A67AAD-EBDD-4913-8400-BE9ABD6FB0F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BE984B8-C539-4300-B461-7B671CFF6742}" type="pres">
      <dgm:prSet presAssocID="{78A99DA7-72FB-4F9C-A958-34F614E81F9E}" presName="spacer" presStyleCnt="0"/>
      <dgm:spPr/>
    </dgm:pt>
    <dgm:pt modelId="{BE11B759-9C6E-4B26-A708-6B43386DD6F5}" type="pres">
      <dgm:prSet presAssocID="{FC5AC188-A504-4227-BD40-B748F87D307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0211706-E342-47D9-9081-6C75B7089D33}" srcId="{F14C2FEE-A685-406F-ABAE-AECE3AD70992}" destId="{60A67AAD-EBDD-4913-8400-BE9ABD6FB0F0}" srcOrd="1" destOrd="0" parTransId="{A576FC6C-91D6-4A15-9886-1EF626BD82DE}" sibTransId="{78A99DA7-72FB-4F9C-A958-34F614E81F9E}"/>
    <dgm:cxn modelId="{96804440-5A4C-4987-A8CC-A7044C29626B}" type="presOf" srcId="{B10C6C28-AE45-461D-971D-FFC6109B1DE0}" destId="{1D75FE4D-CAEA-4B88-BA9D-4BAEEE09B780}" srcOrd="0" destOrd="0" presId="urn:microsoft.com/office/officeart/2005/8/layout/vList2"/>
    <dgm:cxn modelId="{B9276B6E-C73A-481F-B357-6D716E940E54}" srcId="{F14C2FEE-A685-406F-ABAE-AECE3AD70992}" destId="{FC5AC188-A504-4227-BD40-B748F87D307D}" srcOrd="2" destOrd="0" parTransId="{8932AA86-7446-4C72-BB34-AA0043D35123}" sibTransId="{8D790C72-2E9E-4D65-A181-56762680D3AC}"/>
    <dgm:cxn modelId="{0886CB7F-327B-4F10-A55F-4047800DEDC5}" type="presOf" srcId="{FC5AC188-A504-4227-BD40-B748F87D307D}" destId="{BE11B759-9C6E-4B26-A708-6B43386DD6F5}" srcOrd="0" destOrd="0" presId="urn:microsoft.com/office/officeart/2005/8/layout/vList2"/>
    <dgm:cxn modelId="{0E5A3EAD-506B-4712-A118-1CF52DD550F6}" type="presOf" srcId="{F14C2FEE-A685-406F-ABAE-AECE3AD70992}" destId="{F1FDEADA-741B-401B-92D8-266E8C091093}" srcOrd="0" destOrd="0" presId="urn:microsoft.com/office/officeart/2005/8/layout/vList2"/>
    <dgm:cxn modelId="{07ED45C8-1796-4ED9-9642-A359AD7EDAB7}" srcId="{F14C2FEE-A685-406F-ABAE-AECE3AD70992}" destId="{B10C6C28-AE45-461D-971D-FFC6109B1DE0}" srcOrd="0" destOrd="0" parTransId="{E14E6659-AB7B-416C-9B4D-5D1DBF1F9EFB}" sibTransId="{720219A0-07DE-4C42-AE40-A355AA92826A}"/>
    <dgm:cxn modelId="{5AD6B0E9-DE90-4D4A-8621-5FC41C9F0437}" type="presOf" srcId="{60A67AAD-EBDD-4913-8400-BE9ABD6FB0F0}" destId="{7506A558-7AD4-4D85-815B-09797A3F0299}" srcOrd="0" destOrd="0" presId="urn:microsoft.com/office/officeart/2005/8/layout/vList2"/>
    <dgm:cxn modelId="{846A4216-71F1-47AF-8022-BFC4AF45FF4B}" type="presParOf" srcId="{F1FDEADA-741B-401B-92D8-266E8C091093}" destId="{1D75FE4D-CAEA-4B88-BA9D-4BAEEE09B780}" srcOrd="0" destOrd="0" presId="urn:microsoft.com/office/officeart/2005/8/layout/vList2"/>
    <dgm:cxn modelId="{F08295D6-083C-4BD3-880D-4C59E324996C}" type="presParOf" srcId="{F1FDEADA-741B-401B-92D8-266E8C091093}" destId="{66F568AE-0671-4994-B132-ED167786C0A5}" srcOrd="1" destOrd="0" presId="urn:microsoft.com/office/officeart/2005/8/layout/vList2"/>
    <dgm:cxn modelId="{7992780C-F5AC-40D0-8B89-D44330138FC5}" type="presParOf" srcId="{F1FDEADA-741B-401B-92D8-266E8C091093}" destId="{7506A558-7AD4-4D85-815B-09797A3F0299}" srcOrd="2" destOrd="0" presId="urn:microsoft.com/office/officeart/2005/8/layout/vList2"/>
    <dgm:cxn modelId="{670710A7-2B95-48EE-AA0B-1408051EC324}" type="presParOf" srcId="{F1FDEADA-741B-401B-92D8-266E8C091093}" destId="{FBE984B8-C539-4300-B461-7B671CFF6742}" srcOrd="3" destOrd="0" presId="urn:microsoft.com/office/officeart/2005/8/layout/vList2"/>
    <dgm:cxn modelId="{50630FAD-E2E3-413F-9BD5-ABF15F25074E}" type="presParOf" srcId="{F1FDEADA-741B-401B-92D8-266E8C091093}" destId="{BE11B759-9C6E-4B26-A708-6B43386DD6F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C33825-22C2-47BA-9990-E1229800B9B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7FE6386-A885-45D4-B939-5A4DE7086A08}">
      <dgm:prSet/>
      <dgm:spPr/>
      <dgm:t>
        <a:bodyPr/>
        <a:lstStyle/>
        <a:p>
          <a:r>
            <a:rPr lang="en-GB"/>
            <a:t>Jenkins is an </a:t>
          </a:r>
          <a:r>
            <a:rPr lang="en-GB" b="1"/>
            <a:t>open-source automation server</a:t>
          </a:r>
          <a:endParaRPr lang="en-US"/>
        </a:p>
      </dgm:t>
    </dgm:pt>
    <dgm:pt modelId="{1A14F756-7562-479F-8BE4-55C2D6044118}" type="parTrans" cxnId="{581882B6-0A32-4262-B669-DFCD0206E7D4}">
      <dgm:prSet/>
      <dgm:spPr/>
      <dgm:t>
        <a:bodyPr/>
        <a:lstStyle/>
        <a:p>
          <a:endParaRPr lang="en-US"/>
        </a:p>
      </dgm:t>
    </dgm:pt>
    <dgm:pt modelId="{EF16F9CA-5467-4B6E-878B-E5BE80C90FCE}" type="sibTrans" cxnId="{581882B6-0A32-4262-B669-DFCD0206E7D4}">
      <dgm:prSet/>
      <dgm:spPr/>
      <dgm:t>
        <a:bodyPr/>
        <a:lstStyle/>
        <a:p>
          <a:endParaRPr lang="en-US"/>
        </a:p>
      </dgm:t>
    </dgm:pt>
    <dgm:pt modelId="{22B2B5E3-5F7E-407A-AEA6-ABA2219B76B8}">
      <dgm:prSet/>
      <dgm:spPr/>
      <dgm:t>
        <a:bodyPr/>
        <a:lstStyle/>
        <a:p>
          <a:r>
            <a:rPr lang="en-GB"/>
            <a:t>Supports </a:t>
          </a:r>
          <a:r>
            <a:rPr lang="en-GB" b="1"/>
            <a:t>Continuous Integration (CI)</a:t>
          </a:r>
          <a:r>
            <a:rPr lang="en-GB"/>
            <a:t> and </a:t>
          </a:r>
          <a:r>
            <a:rPr lang="en-GB" b="1"/>
            <a:t>Continuous Delivery (CD)</a:t>
          </a:r>
          <a:endParaRPr lang="en-US"/>
        </a:p>
      </dgm:t>
    </dgm:pt>
    <dgm:pt modelId="{2756BC9D-B8FC-4159-897C-749B92D3BBDE}" type="parTrans" cxnId="{33009A53-609D-4E94-9488-8E194576A3A4}">
      <dgm:prSet/>
      <dgm:spPr/>
      <dgm:t>
        <a:bodyPr/>
        <a:lstStyle/>
        <a:p>
          <a:endParaRPr lang="en-US"/>
        </a:p>
      </dgm:t>
    </dgm:pt>
    <dgm:pt modelId="{D32F0272-06FF-4B61-A5F8-3E16EE1464DD}" type="sibTrans" cxnId="{33009A53-609D-4E94-9488-8E194576A3A4}">
      <dgm:prSet/>
      <dgm:spPr/>
      <dgm:t>
        <a:bodyPr/>
        <a:lstStyle/>
        <a:p>
          <a:endParaRPr lang="en-US"/>
        </a:p>
      </dgm:t>
    </dgm:pt>
    <dgm:pt modelId="{5AA3CF3E-307D-4FA8-9988-0049A1595F2A}">
      <dgm:prSet/>
      <dgm:spPr/>
      <dgm:t>
        <a:bodyPr/>
        <a:lstStyle/>
        <a:p>
          <a:r>
            <a:rPr lang="en-GB"/>
            <a:t>Originally developed as </a:t>
          </a:r>
          <a:r>
            <a:rPr lang="en-GB" b="1"/>
            <a:t>Hudson</a:t>
          </a:r>
          <a:r>
            <a:rPr lang="en-GB"/>
            <a:t> at Sun Microsystems</a:t>
          </a:r>
          <a:endParaRPr lang="en-US"/>
        </a:p>
      </dgm:t>
    </dgm:pt>
    <dgm:pt modelId="{9D2E984C-5AB2-41E7-B3A6-31B5CAE62E00}" type="parTrans" cxnId="{BBE0815A-7C61-4703-83E3-1A218DFF545C}">
      <dgm:prSet/>
      <dgm:spPr/>
      <dgm:t>
        <a:bodyPr/>
        <a:lstStyle/>
        <a:p>
          <a:endParaRPr lang="en-US"/>
        </a:p>
      </dgm:t>
    </dgm:pt>
    <dgm:pt modelId="{4B17C62D-B8DF-40E3-96DD-79D858538F82}" type="sibTrans" cxnId="{BBE0815A-7C61-4703-83E3-1A218DFF545C}">
      <dgm:prSet/>
      <dgm:spPr/>
      <dgm:t>
        <a:bodyPr/>
        <a:lstStyle/>
        <a:p>
          <a:endParaRPr lang="en-US"/>
        </a:p>
      </dgm:t>
    </dgm:pt>
    <dgm:pt modelId="{F016DD59-6FCF-43D4-AC7D-E4EF3BFBB900}">
      <dgm:prSet/>
      <dgm:spPr/>
      <dgm:t>
        <a:bodyPr/>
        <a:lstStyle/>
        <a:p>
          <a:r>
            <a:rPr lang="en-GB"/>
            <a:t>Renamed to Jenkins in 2011 after a community fork</a:t>
          </a:r>
          <a:endParaRPr lang="en-US"/>
        </a:p>
      </dgm:t>
    </dgm:pt>
    <dgm:pt modelId="{104C3622-65EC-42F9-B060-EBFAF3C0E13E}" type="parTrans" cxnId="{4859C622-460A-4D7B-BB5A-011C6E3949F1}">
      <dgm:prSet/>
      <dgm:spPr/>
      <dgm:t>
        <a:bodyPr/>
        <a:lstStyle/>
        <a:p>
          <a:endParaRPr lang="en-US"/>
        </a:p>
      </dgm:t>
    </dgm:pt>
    <dgm:pt modelId="{59ABDA6F-3FE5-42B1-9DFC-627102D1FEC7}" type="sibTrans" cxnId="{4859C622-460A-4D7B-BB5A-011C6E3949F1}">
      <dgm:prSet/>
      <dgm:spPr/>
      <dgm:t>
        <a:bodyPr/>
        <a:lstStyle/>
        <a:p>
          <a:endParaRPr lang="en-US"/>
        </a:p>
      </dgm:t>
    </dgm:pt>
    <dgm:pt modelId="{4FACD823-7F2E-4124-9169-9F74E6623923}" type="pres">
      <dgm:prSet presAssocID="{CAC33825-22C2-47BA-9990-E1229800B9BA}" presName="linear" presStyleCnt="0">
        <dgm:presLayoutVars>
          <dgm:animLvl val="lvl"/>
          <dgm:resizeHandles val="exact"/>
        </dgm:presLayoutVars>
      </dgm:prSet>
      <dgm:spPr/>
    </dgm:pt>
    <dgm:pt modelId="{26286948-F8B4-432C-9124-5D761E2CEF1C}" type="pres">
      <dgm:prSet presAssocID="{B7FE6386-A885-45D4-B939-5A4DE7086A0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0E4859F-95CB-4355-84AF-5D810BE0F543}" type="pres">
      <dgm:prSet presAssocID="{EF16F9CA-5467-4B6E-878B-E5BE80C90FCE}" presName="spacer" presStyleCnt="0"/>
      <dgm:spPr/>
    </dgm:pt>
    <dgm:pt modelId="{5F88A8D1-9201-4079-A706-012769DC3300}" type="pres">
      <dgm:prSet presAssocID="{22B2B5E3-5F7E-407A-AEA6-ABA2219B76B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EA1AE6E-AABF-4ABE-8437-835885938D17}" type="pres">
      <dgm:prSet presAssocID="{D32F0272-06FF-4B61-A5F8-3E16EE1464DD}" presName="spacer" presStyleCnt="0"/>
      <dgm:spPr/>
    </dgm:pt>
    <dgm:pt modelId="{FE34AF74-B02B-42BE-9B2E-3BF4C4543E73}" type="pres">
      <dgm:prSet presAssocID="{5AA3CF3E-307D-4FA8-9988-0049A1595F2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A47FE40-26FA-4170-8116-83C72BE30388}" type="pres">
      <dgm:prSet presAssocID="{4B17C62D-B8DF-40E3-96DD-79D858538F82}" presName="spacer" presStyleCnt="0"/>
      <dgm:spPr/>
    </dgm:pt>
    <dgm:pt modelId="{01DB4F67-C2EC-4635-8B02-2A3AE2D1B8EA}" type="pres">
      <dgm:prSet presAssocID="{F016DD59-6FCF-43D4-AC7D-E4EF3BFBB90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859C622-460A-4D7B-BB5A-011C6E3949F1}" srcId="{CAC33825-22C2-47BA-9990-E1229800B9BA}" destId="{F016DD59-6FCF-43D4-AC7D-E4EF3BFBB900}" srcOrd="3" destOrd="0" parTransId="{104C3622-65EC-42F9-B060-EBFAF3C0E13E}" sibTransId="{59ABDA6F-3FE5-42B1-9DFC-627102D1FEC7}"/>
    <dgm:cxn modelId="{5FF1DE5C-F252-4447-A32E-3786309B7A7A}" type="presOf" srcId="{CAC33825-22C2-47BA-9990-E1229800B9BA}" destId="{4FACD823-7F2E-4124-9169-9F74E6623923}" srcOrd="0" destOrd="0" presId="urn:microsoft.com/office/officeart/2005/8/layout/vList2"/>
    <dgm:cxn modelId="{33009A53-609D-4E94-9488-8E194576A3A4}" srcId="{CAC33825-22C2-47BA-9990-E1229800B9BA}" destId="{22B2B5E3-5F7E-407A-AEA6-ABA2219B76B8}" srcOrd="1" destOrd="0" parTransId="{2756BC9D-B8FC-4159-897C-749B92D3BBDE}" sibTransId="{D32F0272-06FF-4B61-A5F8-3E16EE1464DD}"/>
    <dgm:cxn modelId="{4E691C77-27FD-457F-B47D-10FC689D9465}" type="presOf" srcId="{F016DD59-6FCF-43D4-AC7D-E4EF3BFBB900}" destId="{01DB4F67-C2EC-4635-8B02-2A3AE2D1B8EA}" srcOrd="0" destOrd="0" presId="urn:microsoft.com/office/officeart/2005/8/layout/vList2"/>
    <dgm:cxn modelId="{BBE0815A-7C61-4703-83E3-1A218DFF545C}" srcId="{CAC33825-22C2-47BA-9990-E1229800B9BA}" destId="{5AA3CF3E-307D-4FA8-9988-0049A1595F2A}" srcOrd="2" destOrd="0" parTransId="{9D2E984C-5AB2-41E7-B3A6-31B5CAE62E00}" sibTransId="{4B17C62D-B8DF-40E3-96DD-79D858538F82}"/>
    <dgm:cxn modelId="{C553037E-6F39-4E56-88E1-361E325FC300}" type="presOf" srcId="{5AA3CF3E-307D-4FA8-9988-0049A1595F2A}" destId="{FE34AF74-B02B-42BE-9B2E-3BF4C4543E73}" srcOrd="0" destOrd="0" presId="urn:microsoft.com/office/officeart/2005/8/layout/vList2"/>
    <dgm:cxn modelId="{E8009981-D034-4CE5-9E08-199FC98A8C94}" type="presOf" srcId="{22B2B5E3-5F7E-407A-AEA6-ABA2219B76B8}" destId="{5F88A8D1-9201-4079-A706-012769DC3300}" srcOrd="0" destOrd="0" presId="urn:microsoft.com/office/officeart/2005/8/layout/vList2"/>
    <dgm:cxn modelId="{83F0A0A0-BA0A-49BC-8F01-79B6294C09B8}" type="presOf" srcId="{B7FE6386-A885-45D4-B939-5A4DE7086A08}" destId="{26286948-F8B4-432C-9124-5D761E2CEF1C}" srcOrd="0" destOrd="0" presId="urn:microsoft.com/office/officeart/2005/8/layout/vList2"/>
    <dgm:cxn modelId="{581882B6-0A32-4262-B669-DFCD0206E7D4}" srcId="{CAC33825-22C2-47BA-9990-E1229800B9BA}" destId="{B7FE6386-A885-45D4-B939-5A4DE7086A08}" srcOrd="0" destOrd="0" parTransId="{1A14F756-7562-479F-8BE4-55C2D6044118}" sibTransId="{EF16F9CA-5467-4B6E-878B-E5BE80C90FCE}"/>
    <dgm:cxn modelId="{EE9F2F83-42CE-4B3D-9CCD-0C4059BD7FEF}" type="presParOf" srcId="{4FACD823-7F2E-4124-9169-9F74E6623923}" destId="{26286948-F8B4-432C-9124-5D761E2CEF1C}" srcOrd="0" destOrd="0" presId="urn:microsoft.com/office/officeart/2005/8/layout/vList2"/>
    <dgm:cxn modelId="{8BE16998-6EFA-4E93-815C-CF24F01041ED}" type="presParOf" srcId="{4FACD823-7F2E-4124-9169-9F74E6623923}" destId="{B0E4859F-95CB-4355-84AF-5D810BE0F543}" srcOrd="1" destOrd="0" presId="urn:microsoft.com/office/officeart/2005/8/layout/vList2"/>
    <dgm:cxn modelId="{C37DE650-003D-47BA-8972-0B2F46EF937A}" type="presParOf" srcId="{4FACD823-7F2E-4124-9169-9F74E6623923}" destId="{5F88A8D1-9201-4079-A706-012769DC3300}" srcOrd="2" destOrd="0" presId="urn:microsoft.com/office/officeart/2005/8/layout/vList2"/>
    <dgm:cxn modelId="{0A43C874-AFC1-48E0-A0E1-6DA6AF3F686E}" type="presParOf" srcId="{4FACD823-7F2E-4124-9169-9F74E6623923}" destId="{FEA1AE6E-AABF-4ABE-8437-835885938D17}" srcOrd="3" destOrd="0" presId="urn:microsoft.com/office/officeart/2005/8/layout/vList2"/>
    <dgm:cxn modelId="{6AFB5104-570E-470C-9E66-63A038A4F10E}" type="presParOf" srcId="{4FACD823-7F2E-4124-9169-9F74E6623923}" destId="{FE34AF74-B02B-42BE-9B2E-3BF4C4543E73}" srcOrd="4" destOrd="0" presId="urn:microsoft.com/office/officeart/2005/8/layout/vList2"/>
    <dgm:cxn modelId="{6349F830-910D-42B5-BE5C-A9033C0E6DE2}" type="presParOf" srcId="{4FACD823-7F2E-4124-9169-9F74E6623923}" destId="{7A47FE40-26FA-4170-8116-83C72BE30388}" srcOrd="5" destOrd="0" presId="urn:microsoft.com/office/officeart/2005/8/layout/vList2"/>
    <dgm:cxn modelId="{43136DC3-6B22-4B6B-958E-D0377C460C78}" type="presParOf" srcId="{4FACD823-7F2E-4124-9169-9F74E6623923}" destId="{01DB4F67-C2EC-4635-8B02-2A3AE2D1B8E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21629DE-5EDF-4F0C-A52A-13CC70296DB1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DE7CD9F-4903-40C2-8F59-0B1688669741}">
      <dgm:prSet/>
      <dgm:spPr/>
      <dgm:t>
        <a:bodyPr/>
        <a:lstStyle/>
        <a:p>
          <a:r>
            <a:rPr lang="en-US" b="0" i="0" baseline="0"/>
            <a:t>Developer pushes code to Git</a:t>
          </a:r>
          <a:endParaRPr lang="en-US"/>
        </a:p>
      </dgm:t>
    </dgm:pt>
    <dgm:pt modelId="{6C708A55-44DC-4302-9A40-896355843362}" type="parTrans" cxnId="{CE861292-63F9-4588-927C-3E8C0F7707E3}">
      <dgm:prSet/>
      <dgm:spPr/>
      <dgm:t>
        <a:bodyPr/>
        <a:lstStyle/>
        <a:p>
          <a:endParaRPr lang="en-US"/>
        </a:p>
      </dgm:t>
    </dgm:pt>
    <dgm:pt modelId="{924EE012-B5B8-4F51-8A0B-9C1E5B126EA6}" type="sibTrans" cxnId="{CE861292-63F9-4588-927C-3E8C0F7707E3}">
      <dgm:prSet/>
      <dgm:spPr/>
      <dgm:t>
        <a:bodyPr/>
        <a:lstStyle/>
        <a:p>
          <a:endParaRPr lang="en-US"/>
        </a:p>
      </dgm:t>
    </dgm:pt>
    <dgm:pt modelId="{ECF340AA-5260-4E73-9675-A8B91777E883}">
      <dgm:prSet/>
      <dgm:spPr/>
      <dgm:t>
        <a:bodyPr/>
        <a:lstStyle/>
        <a:p>
          <a:r>
            <a:rPr lang="en-US" b="0" i="0" baseline="0"/>
            <a:t>Jenkins detects change via webhook</a:t>
          </a:r>
          <a:endParaRPr lang="en-US"/>
        </a:p>
      </dgm:t>
    </dgm:pt>
    <dgm:pt modelId="{F5AFF68F-993C-4C24-B204-300B2EE604F5}" type="parTrans" cxnId="{87EDE396-B6B8-468E-A6CA-EF7D2795502C}">
      <dgm:prSet/>
      <dgm:spPr/>
      <dgm:t>
        <a:bodyPr/>
        <a:lstStyle/>
        <a:p>
          <a:endParaRPr lang="en-US"/>
        </a:p>
      </dgm:t>
    </dgm:pt>
    <dgm:pt modelId="{643CBE7A-984D-4725-ACC3-D5F3DA5CBC18}" type="sibTrans" cxnId="{87EDE396-B6B8-468E-A6CA-EF7D2795502C}">
      <dgm:prSet/>
      <dgm:spPr/>
      <dgm:t>
        <a:bodyPr/>
        <a:lstStyle/>
        <a:p>
          <a:endParaRPr lang="en-US"/>
        </a:p>
      </dgm:t>
    </dgm:pt>
    <dgm:pt modelId="{F28AFBAF-A115-492A-B09F-EFD64642327E}">
      <dgm:prSet/>
      <dgm:spPr/>
      <dgm:t>
        <a:bodyPr/>
        <a:lstStyle/>
        <a:p>
          <a:r>
            <a:rPr lang="en-US" b="0" i="0" baseline="0"/>
            <a:t>Jenkins pulls code and triggers build</a:t>
          </a:r>
          <a:endParaRPr lang="en-US"/>
        </a:p>
      </dgm:t>
    </dgm:pt>
    <dgm:pt modelId="{5F9847AB-54AD-4B55-97B8-F346339EEDA2}" type="parTrans" cxnId="{9AE6C7DB-1AF8-4BA9-A408-DB4F73949D45}">
      <dgm:prSet/>
      <dgm:spPr/>
      <dgm:t>
        <a:bodyPr/>
        <a:lstStyle/>
        <a:p>
          <a:endParaRPr lang="en-US"/>
        </a:p>
      </dgm:t>
    </dgm:pt>
    <dgm:pt modelId="{2E9411FA-5204-4323-B631-FA1E58BCF379}" type="sibTrans" cxnId="{9AE6C7DB-1AF8-4BA9-A408-DB4F73949D45}">
      <dgm:prSet/>
      <dgm:spPr/>
      <dgm:t>
        <a:bodyPr/>
        <a:lstStyle/>
        <a:p>
          <a:endParaRPr lang="en-US"/>
        </a:p>
      </dgm:t>
    </dgm:pt>
    <dgm:pt modelId="{8B478C09-6BCB-4334-856E-E5E7D26DFB4A}">
      <dgm:prSet/>
      <dgm:spPr/>
      <dgm:t>
        <a:bodyPr/>
        <a:lstStyle/>
        <a:p>
          <a:r>
            <a:rPr lang="en-US" b="0" i="0" baseline="0"/>
            <a:t>Runs tests and generates reports</a:t>
          </a:r>
          <a:endParaRPr lang="en-US"/>
        </a:p>
      </dgm:t>
    </dgm:pt>
    <dgm:pt modelId="{ED1812D8-5847-4A58-BE2E-5B6012641808}" type="parTrans" cxnId="{BB4A7CA7-41AA-4DEE-BB95-0B8919528F7F}">
      <dgm:prSet/>
      <dgm:spPr/>
      <dgm:t>
        <a:bodyPr/>
        <a:lstStyle/>
        <a:p>
          <a:endParaRPr lang="en-US"/>
        </a:p>
      </dgm:t>
    </dgm:pt>
    <dgm:pt modelId="{B027470A-C98F-4763-B6E5-16991FE34CD3}" type="sibTrans" cxnId="{BB4A7CA7-41AA-4DEE-BB95-0B8919528F7F}">
      <dgm:prSet/>
      <dgm:spPr/>
      <dgm:t>
        <a:bodyPr/>
        <a:lstStyle/>
        <a:p>
          <a:endParaRPr lang="en-US"/>
        </a:p>
      </dgm:t>
    </dgm:pt>
    <dgm:pt modelId="{EE6AE15B-97E8-46F0-963E-BCB758425107}">
      <dgm:prSet/>
      <dgm:spPr/>
      <dgm:t>
        <a:bodyPr/>
        <a:lstStyle/>
        <a:p>
          <a:r>
            <a:rPr lang="en-US" b="0" i="0" baseline="0"/>
            <a:t>Packages and deploys if successful</a:t>
          </a:r>
          <a:endParaRPr lang="en-US"/>
        </a:p>
      </dgm:t>
    </dgm:pt>
    <dgm:pt modelId="{13B08E23-FB97-4A84-B40E-2101E39EA000}" type="parTrans" cxnId="{9560F6F0-B57C-46E5-8BC5-4D0F1852F5F2}">
      <dgm:prSet/>
      <dgm:spPr/>
      <dgm:t>
        <a:bodyPr/>
        <a:lstStyle/>
        <a:p>
          <a:endParaRPr lang="en-US"/>
        </a:p>
      </dgm:t>
    </dgm:pt>
    <dgm:pt modelId="{FC6230A5-6C8C-4CE6-AD63-50C7AABE03EA}" type="sibTrans" cxnId="{9560F6F0-B57C-46E5-8BC5-4D0F1852F5F2}">
      <dgm:prSet/>
      <dgm:spPr/>
      <dgm:t>
        <a:bodyPr/>
        <a:lstStyle/>
        <a:p>
          <a:endParaRPr lang="en-US"/>
        </a:p>
      </dgm:t>
    </dgm:pt>
    <dgm:pt modelId="{C4BF97FF-634C-40C6-A053-B8198B0A0B25}">
      <dgm:prSet/>
      <dgm:spPr/>
      <dgm:t>
        <a:bodyPr/>
        <a:lstStyle/>
        <a:p>
          <a:r>
            <a:rPr lang="en-US" b="0" i="0" baseline="0"/>
            <a:t>Sends notifications (email, Slack)</a:t>
          </a:r>
          <a:endParaRPr lang="en-US"/>
        </a:p>
      </dgm:t>
    </dgm:pt>
    <dgm:pt modelId="{0F8591AC-4DD6-4FE2-95E3-810566FE6869}" type="parTrans" cxnId="{DDC92881-7CFC-4B9B-A162-54D42E3947A8}">
      <dgm:prSet/>
      <dgm:spPr/>
      <dgm:t>
        <a:bodyPr/>
        <a:lstStyle/>
        <a:p>
          <a:endParaRPr lang="en-US"/>
        </a:p>
      </dgm:t>
    </dgm:pt>
    <dgm:pt modelId="{1B5EBFF7-4400-4DCE-B11E-B3AA5C2FB86E}" type="sibTrans" cxnId="{DDC92881-7CFC-4B9B-A162-54D42E3947A8}">
      <dgm:prSet/>
      <dgm:spPr/>
      <dgm:t>
        <a:bodyPr/>
        <a:lstStyle/>
        <a:p>
          <a:endParaRPr lang="en-US"/>
        </a:p>
      </dgm:t>
    </dgm:pt>
    <dgm:pt modelId="{D1C1CAED-0614-469B-9AAD-98F40B7C1D50}" type="pres">
      <dgm:prSet presAssocID="{321629DE-5EDF-4F0C-A52A-13CC70296DB1}" presName="Name0" presStyleCnt="0">
        <dgm:presLayoutVars>
          <dgm:dir/>
          <dgm:resizeHandles val="exact"/>
        </dgm:presLayoutVars>
      </dgm:prSet>
      <dgm:spPr/>
    </dgm:pt>
    <dgm:pt modelId="{5F73141A-B13E-4EB6-9203-84D2E6129C5F}" type="pres">
      <dgm:prSet presAssocID="{0DE7CD9F-4903-40C2-8F59-0B1688669741}" presName="node" presStyleLbl="node1" presStyleIdx="0" presStyleCnt="6">
        <dgm:presLayoutVars>
          <dgm:bulletEnabled val="1"/>
        </dgm:presLayoutVars>
      </dgm:prSet>
      <dgm:spPr/>
    </dgm:pt>
    <dgm:pt modelId="{58158A68-697A-4D13-853D-4AD235AA6819}" type="pres">
      <dgm:prSet presAssocID="{924EE012-B5B8-4F51-8A0B-9C1E5B126EA6}" presName="sibTrans" presStyleLbl="sibTrans1D1" presStyleIdx="0" presStyleCnt="5"/>
      <dgm:spPr/>
    </dgm:pt>
    <dgm:pt modelId="{C5E274A9-A19E-44C3-B62B-FE4EB559BB6B}" type="pres">
      <dgm:prSet presAssocID="{924EE012-B5B8-4F51-8A0B-9C1E5B126EA6}" presName="connectorText" presStyleLbl="sibTrans1D1" presStyleIdx="0" presStyleCnt="5"/>
      <dgm:spPr/>
    </dgm:pt>
    <dgm:pt modelId="{89C43B0B-1D89-4149-BA8D-23BE81738170}" type="pres">
      <dgm:prSet presAssocID="{ECF340AA-5260-4E73-9675-A8B91777E883}" presName="node" presStyleLbl="node1" presStyleIdx="1" presStyleCnt="6">
        <dgm:presLayoutVars>
          <dgm:bulletEnabled val="1"/>
        </dgm:presLayoutVars>
      </dgm:prSet>
      <dgm:spPr/>
    </dgm:pt>
    <dgm:pt modelId="{E57F1471-FCC2-492C-AC00-DBBC04D19441}" type="pres">
      <dgm:prSet presAssocID="{643CBE7A-984D-4725-ACC3-D5F3DA5CBC18}" presName="sibTrans" presStyleLbl="sibTrans1D1" presStyleIdx="1" presStyleCnt="5"/>
      <dgm:spPr/>
    </dgm:pt>
    <dgm:pt modelId="{62B6FE28-9CEB-49E1-A4CB-16A6F0ED5D82}" type="pres">
      <dgm:prSet presAssocID="{643CBE7A-984D-4725-ACC3-D5F3DA5CBC18}" presName="connectorText" presStyleLbl="sibTrans1D1" presStyleIdx="1" presStyleCnt="5"/>
      <dgm:spPr/>
    </dgm:pt>
    <dgm:pt modelId="{B1648DCE-B74C-499F-B37D-8178C064AE43}" type="pres">
      <dgm:prSet presAssocID="{F28AFBAF-A115-492A-B09F-EFD64642327E}" presName="node" presStyleLbl="node1" presStyleIdx="2" presStyleCnt="6">
        <dgm:presLayoutVars>
          <dgm:bulletEnabled val="1"/>
        </dgm:presLayoutVars>
      </dgm:prSet>
      <dgm:spPr/>
    </dgm:pt>
    <dgm:pt modelId="{C33F92C4-80A0-4B14-8F39-2528C0CFF790}" type="pres">
      <dgm:prSet presAssocID="{2E9411FA-5204-4323-B631-FA1E58BCF379}" presName="sibTrans" presStyleLbl="sibTrans1D1" presStyleIdx="2" presStyleCnt="5"/>
      <dgm:spPr/>
    </dgm:pt>
    <dgm:pt modelId="{97FF013A-0EFE-448E-B62E-F898BCB302C4}" type="pres">
      <dgm:prSet presAssocID="{2E9411FA-5204-4323-B631-FA1E58BCF379}" presName="connectorText" presStyleLbl="sibTrans1D1" presStyleIdx="2" presStyleCnt="5"/>
      <dgm:spPr/>
    </dgm:pt>
    <dgm:pt modelId="{54CAE1C0-6550-4EB5-B6CD-6E16CC1E94F1}" type="pres">
      <dgm:prSet presAssocID="{8B478C09-6BCB-4334-856E-E5E7D26DFB4A}" presName="node" presStyleLbl="node1" presStyleIdx="3" presStyleCnt="6">
        <dgm:presLayoutVars>
          <dgm:bulletEnabled val="1"/>
        </dgm:presLayoutVars>
      </dgm:prSet>
      <dgm:spPr/>
    </dgm:pt>
    <dgm:pt modelId="{3F29287F-26E8-4CB2-81E8-9D66AC1FAEC1}" type="pres">
      <dgm:prSet presAssocID="{B027470A-C98F-4763-B6E5-16991FE34CD3}" presName="sibTrans" presStyleLbl="sibTrans1D1" presStyleIdx="3" presStyleCnt="5"/>
      <dgm:spPr/>
    </dgm:pt>
    <dgm:pt modelId="{AF7B5019-348E-4B75-9089-0A91AECAC674}" type="pres">
      <dgm:prSet presAssocID="{B027470A-C98F-4763-B6E5-16991FE34CD3}" presName="connectorText" presStyleLbl="sibTrans1D1" presStyleIdx="3" presStyleCnt="5"/>
      <dgm:spPr/>
    </dgm:pt>
    <dgm:pt modelId="{89034B5C-3C79-4E76-AE1C-8E3691AD795D}" type="pres">
      <dgm:prSet presAssocID="{EE6AE15B-97E8-46F0-963E-BCB758425107}" presName="node" presStyleLbl="node1" presStyleIdx="4" presStyleCnt="6">
        <dgm:presLayoutVars>
          <dgm:bulletEnabled val="1"/>
        </dgm:presLayoutVars>
      </dgm:prSet>
      <dgm:spPr/>
    </dgm:pt>
    <dgm:pt modelId="{B9F8CADD-E933-4311-B628-5BE917B3A18B}" type="pres">
      <dgm:prSet presAssocID="{FC6230A5-6C8C-4CE6-AD63-50C7AABE03EA}" presName="sibTrans" presStyleLbl="sibTrans1D1" presStyleIdx="4" presStyleCnt="5"/>
      <dgm:spPr/>
    </dgm:pt>
    <dgm:pt modelId="{5C0E22A0-6D1A-4B9B-AF6A-7D599285ED5A}" type="pres">
      <dgm:prSet presAssocID="{FC6230A5-6C8C-4CE6-AD63-50C7AABE03EA}" presName="connectorText" presStyleLbl="sibTrans1D1" presStyleIdx="4" presStyleCnt="5"/>
      <dgm:spPr/>
    </dgm:pt>
    <dgm:pt modelId="{533113EA-B985-4CAB-9650-1EE95EB7130B}" type="pres">
      <dgm:prSet presAssocID="{C4BF97FF-634C-40C6-A053-B8198B0A0B25}" presName="node" presStyleLbl="node1" presStyleIdx="5" presStyleCnt="6">
        <dgm:presLayoutVars>
          <dgm:bulletEnabled val="1"/>
        </dgm:presLayoutVars>
      </dgm:prSet>
      <dgm:spPr/>
    </dgm:pt>
  </dgm:ptLst>
  <dgm:cxnLst>
    <dgm:cxn modelId="{EA5E3D61-205F-4F3A-AF87-F99919A317AD}" type="presOf" srcId="{2E9411FA-5204-4323-B631-FA1E58BCF379}" destId="{C33F92C4-80A0-4B14-8F39-2528C0CFF790}" srcOrd="0" destOrd="0" presId="urn:microsoft.com/office/officeart/2016/7/layout/RepeatingBendingProcessNew"/>
    <dgm:cxn modelId="{2E41554C-CDB8-49F9-B8BC-E5E0D17AA1C7}" type="presOf" srcId="{FC6230A5-6C8C-4CE6-AD63-50C7AABE03EA}" destId="{B9F8CADD-E933-4311-B628-5BE917B3A18B}" srcOrd="0" destOrd="0" presId="urn:microsoft.com/office/officeart/2016/7/layout/RepeatingBendingProcessNew"/>
    <dgm:cxn modelId="{E6B5BA4F-424B-4ED0-B83C-34CED9A5A4CF}" type="presOf" srcId="{C4BF97FF-634C-40C6-A053-B8198B0A0B25}" destId="{533113EA-B985-4CAB-9650-1EE95EB7130B}" srcOrd="0" destOrd="0" presId="urn:microsoft.com/office/officeart/2016/7/layout/RepeatingBendingProcessNew"/>
    <dgm:cxn modelId="{8CA9277B-C97D-4FBD-8F9F-2F46078BA4E0}" type="presOf" srcId="{643CBE7A-984D-4725-ACC3-D5F3DA5CBC18}" destId="{E57F1471-FCC2-492C-AC00-DBBC04D19441}" srcOrd="0" destOrd="0" presId="urn:microsoft.com/office/officeart/2016/7/layout/RepeatingBendingProcessNew"/>
    <dgm:cxn modelId="{DDC92881-7CFC-4B9B-A162-54D42E3947A8}" srcId="{321629DE-5EDF-4F0C-A52A-13CC70296DB1}" destId="{C4BF97FF-634C-40C6-A053-B8198B0A0B25}" srcOrd="5" destOrd="0" parTransId="{0F8591AC-4DD6-4FE2-95E3-810566FE6869}" sibTransId="{1B5EBFF7-4400-4DCE-B11E-B3AA5C2FB86E}"/>
    <dgm:cxn modelId="{CE861292-63F9-4588-927C-3E8C0F7707E3}" srcId="{321629DE-5EDF-4F0C-A52A-13CC70296DB1}" destId="{0DE7CD9F-4903-40C2-8F59-0B1688669741}" srcOrd="0" destOrd="0" parTransId="{6C708A55-44DC-4302-9A40-896355843362}" sibTransId="{924EE012-B5B8-4F51-8A0B-9C1E5B126EA6}"/>
    <dgm:cxn modelId="{040D7194-D718-4DF7-938D-78446D965A5C}" type="presOf" srcId="{FC6230A5-6C8C-4CE6-AD63-50C7AABE03EA}" destId="{5C0E22A0-6D1A-4B9B-AF6A-7D599285ED5A}" srcOrd="1" destOrd="0" presId="urn:microsoft.com/office/officeart/2016/7/layout/RepeatingBendingProcessNew"/>
    <dgm:cxn modelId="{87EDE396-B6B8-468E-A6CA-EF7D2795502C}" srcId="{321629DE-5EDF-4F0C-A52A-13CC70296DB1}" destId="{ECF340AA-5260-4E73-9675-A8B91777E883}" srcOrd="1" destOrd="0" parTransId="{F5AFF68F-993C-4C24-B204-300B2EE604F5}" sibTransId="{643CBE7A-984D-4725-ACC3-D5F3DA5CBC18}"/>
    <dgm:cxn modelId="{6265E596-3679-4736-8579-D79D2C95B4E5}" type="presOf" srcId="{B027470A-C98F-4763-B6E5-16991FE34CD3}" destId="{AF7B5019-348E-4B75-9089-0A91AECAC674}" srcOrd="1" destOrd="0" presId="urn:microsoft.com/office/officeart/2016/7/layout/RepeatingBendingProcessNew"/>
    <dgm:cxn modelId="{49324EA1-0E9A-49F5-A9B1-A88DD50F523E}" type="presOf" srcId="{ECF340AA-5260-4E73-9675-A8B91777E883}" destId="{89C43B0B-1D89-4149-BA8D-23BE81738170}" srcOrd="0" destOrd="0" presId="urn:microsoft.com/office/officeart/2016/7/layout/RepeatingBendingProcessNew"/>
    <dgm:cxn modelId="{BB4A7CA7-41AA-4DEE-BB95-0B8919528F7F}" srcId="{321629DE-5EDF-4F0C-A52A-13CC70296DB1}" destId="{8B478C09-6BCB-4334-856E-E5E7D26DFB4A}" srcOrd="3" destOrd="0" parTransId="{ED1812D8-5847-4A58-BE2E-5B6012641808}" sibTransId="{B027470A-C98F-4763-B6E5-16991FE34CD3}"/>
    <dgm:cxn modelId="{775ABCB2-C731-47E5-9DC7-144827E67119}" type="presOf" srcId="{8B478C09-6BCB-4334-856E-E5E7D26DFB4A}" destId="{54CAE1C0-6550-4EB5-B6CD-6E16CC1E94F1}" srcOrd="0" destOrd="0" presId="urn:microsoft.com/office/officeart/2016/7/layout/RepeatingBendingProcessNew"/>
    <dgm:cxn modelId="{DED069B6-9861-4C6B-AE5B-20836CBD4B53}" type="presOf" srcId="{643CBE7A-984D-4725-ACC3-D5F3DA5CBC18}" destId="{62B6FE28-9CEB-49E1-A4CB-16A6F0ED5D82}" srcOrd="1" destOrd="0" presId="urn:microsoft.com/office/officeart/2016/7/layout/RepeatingBendingProcessNew"/>
    <dgm:cxn modelId="{A16DCABC-349F-4752-BB7B-C2D9FD7C2E46}" type="presOf" srcId="{2E9411FA-5204-4323-B631-FA1E58BCF379}" destId="{97FF013A-0EFE-448E-B62E-F898BCB302C4}" srcOrd="1" destOrd="0" presId="urn:microsoft.com/office/officeart/2016/7/layout/RepeatingBendingProcessNew"/>
    <dgm:cxn modelId="{FC809DBD-3061-4EB8-A2D0-4E0B9F3A2EF7}" type="presOf" srcId="{EE6AE15B-97E8-46F0-963E-BCB758425107}" destId="{89034B5C-3C79-4E76-AE1C-8E3691AD795D}" srcOrd="0" destOrd="0" presId="urn:microsoft.com/office/officeart/2016/7/layout/RepeatingBendingProcessNew"/>
    <dgm:cxn modelId="{BD1BB5CC-D6CF-45DA-89C6-8B3A70154FBF}" type="presOf" srcId="{0DE7CD9F-4903-40C2-8F59-0B1688669741}" destId="{5F73141A-B13E-4EB6-9203-84D2E6129C5F}" srcOrd="0" destOrd="0" presId="urn:microsoft.com/office/officeart/2016/7/layout/RepeatingBendingProcessNew"/>
    <dgm:cxn modelId="{7F8801D5-052D-40F8-85F5-7615A1C3C598}" type="presOf" srcId="{924EE012-B5B8-4F51-8A0B-9C1E5B126EA6}" destId="{C5E274A9-A19E-44C3-B62B-FE4EB559BB6B}" srcOrd="1" destOrd="0" presId="urn:microsoft.com/office/officeart/2016/7/layout/RepeatingBendingProcessNew"/>
    <dgm:cxn modelId="{9AE6C7DB-1AF8-4BA9-A408-DB4F73949D45}" srcId="{321629DE-5EDF-4F0C-A52A-13CC70296DB1}" destId="{F28AFBAF-A115-492A-B09F-EFD64642327E}" srcOrd="2" destOrd="0" parTransId="{5F9847AB-54AD-4B55-97B8-F346339EEDA2}" sibTransId="{2E9411FA-5204-4323-B631-FA1E58BCF379}"/>
    <dgm:cxn modelId="{C15F20DE-3775-4096-A692-A139DAEB87C4}" type="presOf" srcId="{321629DE-5EDF-4F0C-A52A-13CC70296DB1}" destId="{D1C1CAED-0614-469B-9AAD-98F40B7C1D50}" srcOrd="0" destOrd="0" presId="urn:microsoft.com/office/officeart/2016/7/layout/RepeatingBendingProcessNew"/>
    <dgm:cxn modelId="{97A3CAE1-2FF2-4610-88DB-248BC91EC48D}" type="presOf" srcId="{B027470A-C98F-4763-B6E5-16991FE34CD3}" destId="{3F29287F-26E8-4CB2-81E8-9D66AC1FAEC1}" srcOrd="0" destOrd="0" presId="urn:microsoft.com/office/officeart/2016/7/layout/RepeatingBendingProcessNew"/>
    <dgm:cxn modelId="{6C10A8E7-E28A-46CE-A8C7-D452CF1C3EA5}" type="presOf" srcId="{F28AFBAF-A115-492A-B09F-EFD64642327E}" destId="{B1648DCE-B74C-499F-B37D-8178C064AE43}" srcOrd="0" destOrd="0" presId="urn:microsoft.com/office/officeart/2016/7/layout/RepeatingBendingProcessNew"/>
    <dgm:cxn modelId="{9560F6F0-B57C-46E5-8BC5-4D0F1852F5F2}" srcId="{321629DE-5EDF-4F0C-A52A-13CC70296DB1}" destId="{EE6AE15B-97E8-46F0-963E-BCB758425107}" srcOrd="4" destOrd="0" parTransId="{13B08E23-FB97-4A84-B40E-2101E39EA000}" sibTransId="{FC6230A5-6C8C-4CE6-AD63-50C7AABE03EA}"/>
    <dgm:cxn modelId="{E4D5C8F7-0E51-46B9-9450-CB810C340E1E}" type="presOf" srcId="{924EE012-B5B8-4F51-8A0B-9C1E5B126EA6}" destId="{58158A68-697A-4D13-853D-4AD235AA6819}" srcOrd="0" destOrd="0" presId="urn:microsoft.com/office/officeart/2016/7/layout/RepeatingBendingProcessNew"/>
    <dgm:cxn modelId="{369295FF-CD6D-4E7D-AF54-4689D63D3033}" type="presParOf" srcId="{D1C1CAED-0614-469B-9AAD-98F40B7C1D50}" destId="{5F73141A-B13E-4EB6-9203-84D2E6129C5F}" srcOrd="0" destOrd="0" presId="urn:microsoft.com/office/officeart/2016/7/layout/RepeatingBendingProcessNew"/>
    <dgm:cxn modelId="{9FE1BA6F-6221-454E-A7C6-0297E00C17F5}" type="presParOf" srcId="{D1C1CAED-0614-469B-9AAD-98F40B7C1D50}" destId="{58158A68-697A-4D13-853D-4AD235AA6819}" srcOrd="1" destOrd="0" presId="urn:microsoft.com/office/officeart/2016/7/layout/RepeatingBendingProcessNew"/>
    <dgm:cxn modelId="{9823077A-E54F-4FC2-87F3-712A61420F2D}" type="presParOf" srcId="{58158A68-697A-4D13-853D-4AD235AA6819}" destId="{C5E274A9-A19E-44C3-B62B-FE4EB559BB6B}" srcOrd="0" destOrd="0" presId="urn:microsoft.com/office/officeart/2016/7/layout/RepeatingBendingProcessNew"/>
    <dgm:cxn modelId="{939A622F-FEB2-430F-BEDF-9E75091AC614}" type="presParOf" srcId="{D1C1CAED-0614-469B-9AAD-98F40B7C1D50}" destId="{89C43B0B-1D89-4149-BA8D-23BE81738170}" srcOrd="2" destOrd="0" presId="urn:microsoft.com/office/officeart/2016/7/layout/RepeatingBendingProcessNew"/>
    <dgm:cxn modelId="{E50E8944-DC16-4014-BE87-0FC0529250D7}" type="presParOf" srcId="{D1C1CAED-0614-469B-9AAD-98F40B7C1D50}" destId="{E57F1471-FCC2-492C-AC00-DBBC04D19441}" srcOrd="3" destOrd="0" presId="urn:microsoft.com/office/officeart/2016/7/layout/RepeatingBendingProcessNew"/>
    <dgm:cxn modelId="{087AA919-E4AE-49E3-A3D8-00CBBA7B374A}" type="presParOf" srcId="{E57F1471-FCC2-492C-AC00-DBBC04D19441}" destId="{62B6FE28-9CEB-49E1-A4CB-16A6F0ED5D82}" srcOrd="0" destOrd="0" presId="urn:microsoft.com/office/officeart/2016/7/layout/RepeatingBendingProcessNew"/>
    <dgm:cxn modelId="{90749B53-345D-4062-AA13-62D9C1447A04}" type="presParOf" srcId="{D1C1CAED-0614-469B-9AAD-98F40B7C1D50}" destId="{B1648DCE-B74C-499F-B37D-8178C064AE43}" srcOrd="4" destOrd="0" presId="urn:microsoft.com/office/officeart/2016/7/layout/RepeatingBendingProcessNew"/>
    <dgm:cxn modelId="{F839B4AA-4A6A-4AF9-AF37-C759E7FCB252}" type="presParOf" srcId="{D1C1CAED-0614-469B-9AAD-98F40B7C1D50}" destId="{C33F92C4-80A0-4B14-8F39-2528C0CFF790}" srcOrd="5" destOrd="0" presId="urn:microsoft.com/office/officeart/2016/7/layout/RepeatingBendingProcessNew"/>
    <dgm:cxn modelId="{85C06E8A-DD85-474E-A1E9-7C7F17490C1D}" type="presParOf" srcId="{C33F92C4-80A0-4B14-8F39-2528C0CFF790}" destId="{97FF013A-0EFE-448E-B62E-F898BCB302C4}" srcOrd="0" destOrd="0" presId="urn:microsoft.com/office/officeart/2016/7/layout/RepeatingBendingProcessNew"/>
    <dgm:cxn modelId="{B6C1CE08-72E2-4433-AE6C-28643F76C67D}" type="presParOf" srcId="{D1C1CAED-0614-469B-9AAD-98F40B7C1D50}" destId="{54CAE1C0-6550-4EB5-B6CD-6E16CC1E94F1}" srcOrd="6" destOrd="0" presId="urn:microsoft.com/office/officeart/2016/7/layout/RepeatingBendingProcessNew"/>
    <dgm:cxn modelId="{9A016D23-E9F6-43C3-913D-CE18D61764A4}" type="presParOf" srcId="{D1C1CAED-0614-469B-9AAD-98F40B7C1D50}" destId="{3F29287F-26E8-4CB2-81E8-9D66AC1FAEC1}" srcOrd="7" destOrd="0" presId="urn:microsoft.com/office/officeart/2016/7/layout/RepeatingBendingProcessNew"/>
    <dgm:cxn modelId="{9E3277D5-B763-4FE9-8F82-EC1862C6B604}" type="presParOf" srcId="{3F29287F-26E8-4CB2-81E8-9D66AC1FAEC1}" destId="{AF7B5019-348E-4B75-9089-0A91AECAC674}" srcOrd="0" destOrd="0" presId="urn:microsoft.com/office/officeart/2016/7/layout/RepeatingBendingProcessNew"/>
    <dgm:cxn modelId="{154DE5DC-6310-48B0-976B-0618C349BEAA}" type="presParOf" srcId="{D1C1CAED-0614-469B-9AAD-98F40B7C1D50}" destId="{89034B5C-3C79-4E76-AE1C-8E3691AD795D}" srcOrd="8" destOrd="0" presId="urn:microsoft.com/office/officeart/2016/7/layout/RepeatingBendingProcessNew"/>
    <dgm:cxn modelId="{2AC0D4A6-32BE-4CBE-9F50-1755F55880B3}" type="presParOf" srcId="{D1C1CAED-0614-469B-9AAD-98F40B7C1D50}" destId="{B9F8CADD-E933-4311-B628-5BE917B3A18B}" srcOrd="9" destOrd="0" presId="urn:microsoft.com/office/officeart/2016/7/layout/RepeatingBendingProcessNew"/>
    <dgm:cxn modelId="{3F89D175-4DE4-44DF-9739-A3BCEBBCA04C}" type="presParOf" srcId="{B9F8CADD-E933-4311-B628-5BE917B3A18B}" destId="{5C0E22A0-6D1A-4B9B-AF6A-7D599285ED5A}" srcOrd="0" destOrd="0" presId="urn:microsoft.com/office/officeart/2016/7/layout/RepeatingBendingProcessNew"/>
    <dgm:cxn modelId="{81E36628-E52B-4E71-A96C-8685784804AA}" type="presParOf" srcId="{D1C1CAED-0614-469B-9AAD-98F40B7C1D50}" destId="{533113EA-B985-4CAB-9650-1EE95EB7130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7969EC2-6A3B-43A6-8CC1-1424BD9369A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C7F1C67-215C-461E-B76E-7D6D8DD8DE06}">
      <dgm:prSet/>
      <dgm:spPr/>
      <dgm:t>
        <a:bodyPr/>
        <a:lstStyle/>
        <a:p>
          <a:r>
            <a:rPr lang="en-GB"/>
            <a:t>The most basic and flexible job type</a:t>
          </a:r>
          <a:endParaRPr lang="en-US"/>
        </a:p>
      </dgm:t>
    </dgm:pt>
    <dgm:pt modelId="{8DE52B77-E04A-4A60-9CE9-40D9D2E047A3}" type="parTrans" cxnId="{371ECB51-A726-4DA0-8BE4-4804A24FAAD9}">
      <dgm:prSet/>
      <dgm:spPr/>
      <dgm:t>
        <a:bodyPr/>
        <a:lstStyle/>
        <a:p>
          <a:endParaRPr lang="en-US"/>
        </a:p>
      </dgm:t>
    </dgm:pt>
    <dgm:pt modelId="{C677C092-655C-4D48-83B2-9132B8C10BE0}" type="sibTrans" cxnId="{371ECB51-A726-4DA0-8BE4-4804A24FAAD9}">
      <dgm:prSet/>
      <dgm:spPr/>
      <dgm:t>
        <a:bodyPr/>
        <a:lstStyle/>
        <a:p>
          <a:endParaRPr lang="en-US"/>
        </a:p>
      </dgm:t>
    </dgm:pt>
    <dgm:pt modelId="{E937B239-15EF-4DC9-AD3F-3C761A389DA8}">
      <dgm:prSet/>
      <dgm:spPr/>
      <dgm:t>
        <a:bodyPr/>
        <a:lstStyle/>
        <a:p>
          <a:r>
            <a:rPr lang="en-GB"/>
            <a:t>Configured via Jenkins UI</a:t>
          </a:r>
          <a:endParaRPr lang="en-US"/>
        </a:p>
      </dgm:t>
    </dgm:pt>
    <dgm:pt modelId="{AE68DC6F-9836-4554-AF30-95EE7FB9F46B}" type="parTrans" cxnId="{8FFAFF32-EB33-4277-9763-025BC4A0CDE3}">
      <dgm:prSet/>
      <dgm:spPr/>
      <dgm:t>
        <a:bodyPr/>
        <a:lstStyle/>
        <a:p>
          <a:endParaRPr lang="en-US"/>
        </a:p>
      </dgm:t>
    </dgm:pt>
    <dgm:pt modelId="{28CB4941-94FB-483A-92B9-5064D70908D8}" type="sibTrans" cxnId="{8FFAFF32-EB33-4277-9763-025BC4A0CDE3}">
      <dgm:prSet/>
      <dgm:spPr/>
      <dgm:t>
        <a:bodyPr/>
        <a:lstStyle/>
        <a:p>
          <a:endParaRPr lang="en-US"/>
        </a:p>
      </dgm:t>
    </dgm:pt>
    <dgm:pt modelId="{452BA034-AD4F-4EF3-877A-1A653CEE5FF7}">
      <dgm:prSet/>
      <dgm:spPr/>
      <dgm:t>
        <a:bodyPr/>
        <a:lstStyle/>
        <a:p>
          <a:r>
            <a:rPr lang="en-GB"/>
            <a:t>Supports shell scripts, build tools, and post-build actions</a:t>
          </a:r>
          <a:endParaRPr lang="en-US"/>
        </a:p>
      </dgm:t>
    </dgm:pt>
    <dgm:pt modelId="{D0C9770A-B381-435F-8DC4-D0249FE62452}" type="parTrans" cxnId="{E50AE067-AE0B-4457-AA19-085B7EB8F81C}">
      <dgm:prSet/>
      <dgm:spPr/>
      <dgm:t>
        <a:bodyPr/>
        <a:lstStyle/>
        <a:p>
          <a:endParaRPr lang="en-US"/>
        </a:p>
      </dgm:t>
    </dgm:pt>
    <dgm:pt modelId="{F513F384-E820-4642-9020-67BD67D55B96}" type="sibTrans" cxnId="{E50AE067-AE0B-4457-AA19-085B7EB8F81C}">
      <dgm:prSet/>
      <dgm:spPr/>
      <dgm:t>
        <a:bodyPr/>
        <a:lstStyle/>
        <a:p>
          <a:endParaRPr lang="en-US"/>
        </a:p>
      </dgm:t>
    </dgm:pt>
    <dgm:pt modelId="{7471B26A-1D6A-4225-8D17-F7EEC64286B2}">
      <dgm:prSet/>
      <dgm:spPr/>
      <dgm:t>
        <a:bodyPr/>
        <a:lstStyle/>
        <a:p>
          <a:r>
            <a:rPr lang="en-GB"/>
            <a:t>How to Create a job:</a:t>
          </a:r>
          <a:endParaRPr lang="en-US"/>
        </a:p>
      </dgm:t>
    </dgm:pt>
    <dgm:pt modelId="{BFBB93EF-716F-4A0B-9D44-D13467D4DBB0}" type="parTrans" cxnId="{BDFAA4CF-DA23-4E86-B1BF-0466C8E9FBF7}">
      <dgm:prSet/>
      <dgm:spPr/>
      <dgm:t>
        <a:bodyPr/>
        <a:lstStyle/>
        <a:p>
          <a:endParaRPr lang="en-US"/>
        </a:p>
      </dgm:t>
    </dgm:pt>
    <dgm:pt modelId="{D739DD30-A4F6-401D-A014-C604321425D1}" type="sibTrans" cxnId="{BDFAA4CF-DA23-4E86-B1BF-0466C8E9FBF7}">
      <dgm:prSet/>
      <dgm:spPr/>
      <dgm:t>
        <a:bodyPr/>
        <a:lstStyle/>
        <a:p>
          <a:endParaRPr lang="en-US"/>
        </a:p>
      </dgm:t>
    </dgm:pt>
    <dgm:pt modelId="{848FD009-AA93-491F-A1B1-1DD52F01276F}">
      <dgm:prSet custT="1"/>
      <dgm:spPr/>
      <dgm:t>
        <a:bodyPr/>
        <a:lstStyle/>
        <a:p>
          <a:r>
            <a:rPr lang="en-GB" sz="2200"/>
            <a:t>Create a new Freestyle job</a:t>
          </a:r>
          <a:endParaRPr lang="en-US" sz="2200"/>
        </a:p>
      </dgm:t>
    </dgm:pt>
    <dgm:pt modelId="{9699CC99-F654-4DFB-913E-11DFDCD0EF43}" type="parTrans" cxnId="{31782C61-B735-405F-8E2F-BE039A65C55C}">
      <dgm:prSet/>
      <dgm:spPr/>
      <dgm:t>
        <a:bodyPr/>
        <a:lstStyle/>
        <a:p>
          <a:endParaRPr lang="en-US"/>
        </a:p>
      </dgm:t>
    </dgm:pt>
    <dgm:pt modelId="{2CA088DB-4AD0-4084-9253-222204BFDC2D}" type="sibTrans" cxnId="{31782C61-B735-405F-8E2F-BE039A65C55C}">
      <dgm:prSet/>
      <dgm:spPr/>
      <dgm:t>
        <a:bodyPr/>
        <a:lstStyle/>
        <a:p>
          <a:endParaRPr lang="en-US"/>
        </a:p>
      </dgm:t>
    </dgm:pt>
    <dgm:pt modelId="{FFAF821F-8D25-42AB-9FA1-4970E6D6BDAF}">
      <dgm:prSet custT="1"/>
      <dgm:spPr/>
      <dgm:t>
        <a:bodyPr/>
        <a:lstStyle/>
        <a:p>
          <a:r>
            <a:rPr lang="en-GB" sz="2200" dirty="0"/>
            <a:t>Add Git repository</a:t>
          </a:r>
          <a:endParaRPr lang="en-US" sz="2200" dirty="0"/>
        </a:p>
      </dgm:t>
    </dgm:pt>
    <dgm:pt modelId="{8887F02D-8C5D-48AE-9F6D-4F7C99769621}" type="parTrans" cxnId="{D65A9EA3-DB2F-44E2-933B-A074D3ABAB30}">
      <dgm:prSet/>
      <dgm:spPr/>
      <dgm:t>
        <a:bodyPr/>
        <a:lstStyle/>
        <a:p>
          <a:endParaRPr lang="en-US"/>
        </a:p>
      </dgm:t>
    </dgm:pt>
    <dgm:pt modelId="{3B787461-D453-4521-B8CC-3FF89A4BD670}" type="sibTrans" cxnId="{D65A9EA3-DB2F-44E2-933B-A074D3ABAB30}">
      <dgm:prSet/>
      <dgm:spPr/>
      <dgm:t>
        <a:bodyPr/>
        <a:lstStyle/>
        <a:p>
          <a:endParaRPr lang="en-US"/>
        </a:p>
      </dgm:t>
    </dgm:pt>
    <dgm:pt modelId="{77BDFA44-B6AC-4E9E-8960-0DFD9393C214}">
      <dgm:prSet custT="1"/>
      <dgm:spPr/>
      <dgm:t>
        <a:bodyPr/>
        <a:lstStyle/>
        <a:p>
          <a:r>
            <a:rPr lang="en-GB" sz="2200"/>
            <a:t>Add build step: Execute Shell → javac *.java</a:t>
          </a:r>
          <a:endParaRPr lang="en-US" sz="2200"/>
        </a:p>
      </dgm:t>
    </dgm:pt>
    <dgm:pt modelId="{B3DA64CF-DAAD-4718-9E1A-DC7FE81E37E8}" type="parTrans" cxnId="{9C497FB3-7BDD-421B-AC9D-1B2B44F86A99}">
      <dgm:prSet/>
      <dgm:spPr/>
      <dgm:t>
        <a:bodyPr/>
        <a:lstStyle/>
        <a:p>
          <a:endParaRPr lang="en-US"/>
        </a:p>
      </dgm:t>
    </dgm:pt>
    <dgm:pt modelId="{B2E9500F-79F4-46D0-9EEC-97CEB335BDFA}" type="sibTrans" cxnId="{9C497FB3-7BDD-421B-AC9D-1B2B44F86A99}">
      <dgm:prSet/>
      <dgm:spPr/>
      <dgm:t>
        <a:bodyPr/>
        <a:lstStyle/>
        <a:p>
          <a:endParaRPr lang="en-US"/>
        </a:p>
      </dgm:t>
    </dgm:pt>
    <dgm:pt modelId="{44F04459-93C1-4033-9FD9-16FB52E88BAC}">
      <dgm:prSet custT="1"/>
      <dgm:spPr/>
      <dgm:t>
        <a:bodyPr/>
        <a:lstStyle/>
        <a:p>
          <a:r>
            <a:rPr lang="en-GB" sz="2200" dirty="0"/>
            <a:t>Add post-build step: Send email notification</a:t>
          </a:r>
          <a:endParaRPr lang="en-US" sz="2200" dirty="0"/>
        </a:p>
      </dgm:t>
    </dgm:pt>
    <dgm:pt modelId="{985D85D5-7031-4F02-8052-F826F894C6CD}" type="parTrans" cxnId="{FDE8E8B6-C5CC-4299-BA40-41E93A29400E}">
      <dgm:prSet/>
      <dgm:spPr/>
      <dgm:t>
        <a:bodyPr/>
        <a:lstStyle/>
        <a:p>
          <a:endParaRPr lang="en-US"/>
        </a:p>
      </dgm:t>
    </dgm:pt>
    <dgm:pt modelId="{DBB9648F-36CB-45D4-89CD-47AB3E128309}" type="sibTrans" cxnId="{FDE8E8B6-C5CC-4299-BA40-41E93A29400E}">
      <dgm:prSet/>
      <dgm:spPr/>
      <dgm:t>
        <a:bodyPr/>
        <a:lstStyle/>
        <a:p>
          <a:endParaRPr lang="en-US"/>
        </a:p>
      </dgm:t>
    </dgm:pt>
    <dgm:pt modelId="{42259E82-002E-45A0-A2BA-7B48CBC38925}" type="pres">
      <dgm:prSet presAssocID="{D7969EC2-6A3B-43A6-8CC1-1424BD9369A4}" presName="linear" presStyleCnt="0">
        <dgm:presLayoutVars>
          <dgm:animLvl val="lvl"/>
          <dgm:resizeHandles val="exact"/>
        </dgm:presLayoutVars>
      </dgm:prSet>
      <dgm:spPr/>
    </dgm:pt>
    <dgm:pt modelId="{D769DF44-FE21-44FB-A04B-C40793AB1106}" type="pres">
      <dgm:prSet presAssocID="{DC7F1C67-215C-461E-B76E-7D6D8DD8DE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F97A7A-5016-4102-B20F-37CB39E16396}" type="pres">
      <dgm:prSet presAssocID="{C677C092-655C-4D48-83B2-9132B8C10BE0}" presName="spacer" presStyleCnt="0"/>
      <dgm:spPr/>
    </dgm:pt>
    <dgm:pt modelId="{F24DD29F-3F66-4A5B-8255-6AC986629BB1}" type="pres">
      <dgm:prSet presAssocID="{E937B239-15EF-4DC9-AD3F-3C761A389DA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8236D9C-2C04-46A4-A7C1-D113239A2111}" type="pres">
      <dgm:prSet presAssocID="{28CB4941-94FB-483A-92B9-5064D70908D8}" presName="spacer" presStyleCnt="0"/>
      <dgm:spPr/>
    </dgm:pt>
    <dgm:pt modelId="{4FBB89BC-079C-4AF7-B9C8-58F787722B6F}" type="pres">
      <dgm:prSet presAssocID="{452BA034-AD4F-4EF3-877A-1A653CEE5FF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35BF633-8AE7-43EB-A225-5959D1EFC567}" type="pres">
      <dgm:prSet presAssocID="{F513F384-E820-4642-9020-67BD67D55B96}" presName="spacer" presStyleCnt="0"/>
      <dgm:spPr/>
    </dgm:pt>
    <dgm:pt modelId="{13500038-22EB-4AED-9DEF-6E5271361936}" type="pres">
      <dgm:prSet presAssocID="{7471B26A-1D6A-4225-8D17-F7EEC64286B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9143D50-24F4-414A-8280-85B20A5D749A}" type="pres">
      <dgm:prSet presAssocID="{7471B26A-1D6A-4225-8D17-F7EEC64286B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9C71D06-E3B6-4DDE-A1CB-0B6A361DB7D9}" type="presOf" srcId="{452BA034-AD4F-4EF3-877A-1A653CEE5FF7}" destId="{4FBB89BC-079C-4AF7-B9C8-58F787722B6F}" srcOrd="0" destOrd="0" presId="urn:microsoft.com/office/officeart/2005/8/layout/vList2"/>
    <dgm:cxn modelId="{5835A516-4BDD-4EE0-8E5C-CA63EC3B621C}" type="presOf" srcId="{7471B26A-1D6A-4225-8D17-F7EEC64286B2}" destId="{13500038-22EB-4AED-9DEF-6E5271361936}" srcOrd="0" destOrd="0" presId="urn:microsoft.com/office/officeart/2005/8/layout/vList2"/>
    <dgm:cxn modelId="{AD926129-96C7-49DC-9E57-D74ECEE9C2F6}" type="presOf" srcId="{44F04459-93C1-4033-9FD9-16FB52E88BAC}" destId="{D9143D50-24F4-414A-8280-85B20A5D749A}" srcOrd="0" destOrd="3" presId="urn:microsoft.com/office/officeart/2005/8/layout/vList2"/>
    <dgm:cxn modelId="{95AD162E-5163-4233-9609-7FDFF9DC53B1}" type="presOf" srcId="{E937B239-15EF-4DC9-AD3F-3C761A389DA8}" destId="{F24DD29F-3F66-4A5B-8255-6AC986629BB1}" srcOrd="0" destOrd="0" presId="urn:microsoft.com/office/officeart/2005/8/layout/vList2"/>
    <dgm:cxn modelId="{8FFAFF32-EB33-4277-9763-025BC4A0CDE3}" srcId="{D7969EC2-6A3B-43A6-8CC1-1424BD9369A4}" destId="{E937B239-15EF-4DC9-AD3F-3C761A389DA8}" srcOrd="1" destOrd="0" parTransId="{AE68DC6F-9836-4554-AF30-95EE7FB9F46B}" sibTransId="{28CB4941-94FB-483A-92B9-5064D70908D8}"/>
    <dgm:cxn modelId="{3711FB5C-F287-4217-A340-BE8354E9EC3B}" type="presOf" srcId="{848FD009-AA93-491F-A1B1-1DD52F01276F}" destId="{D9143D50-24F4-414A-8280-85B20A5D749A}" srcOrd="0" destOrd="0" presId="urn:microsoft.com/office/officeart/2005/8/layout/vList2"/>
    <dgm:cxn modelId="{31782C61-B735-405F-8E2F-BE039A65C55C}" srcId="{7471B26A-1D6A-4225-8D17-F7EEC64286B2}" destId="{848FD009-AA93-491F-A1B1-1DD52F01276F}" srcOrd="0" destOrd="0" parTransId="{9699CC99-F654-4DFB-913E-11DFDCD0EF43}" sibTransId="{2CA088DB-4AD0-4084-9253-222204BFDC2D}"/>
    <dgm:cxn modelId="{4690B063-6E94-4F6A-AB60-191F77F71916}" type="presOf" srcId="{FFAF821F-8D25-42AB-9FA1-4970E6D6BDAF}" destId="{D9143D50-24F4-414A-8280-85B20A5D749A}" srcOrd="0" destOrd="1" presId="urn:microsoft.com/office/officeart/2005/8/layout/vList2"/>
    <dgm:cxn modelId="{E50AE067-AE0B-4457-AA19-085B7EB8F81C}" srcId="{D7969EC2-6A3B-43A6-8CC1-1424BD9369A4}" destId="{452BA034-AD4F-4EF3-877A-1A653CEE5FF7}" srcOrd="2" destOrd="0" parTransId="{D0C9770A-B381-435F-8DC4-D0249FE62452}" sibTransId="{F513F384-E820-4642-9020-67BD67D55B96}"/>
    <dgm:cxn modelId="{371ECB51-A726-4DA0-8BE4-4804A24FAAD9}" srcId="{D7969EC2-6A3B-43A6-8CC1-1424BD9369A4}" destId="{DC7F1C67-215C-461E-B76E-7D6D8DD8DE06}" srcOrd="0" destOrd="0" parTransId="{8DE52B77-E04A-4A60-9CE9-40D9D2E047A3}" sibTransId="{C677C092-655C-4D48-83B2-9132B8C10BE0}"/>
    <dgm:cxn modelId="{73D81F52-F1D7-4257-97CF-191156116A2F}" type="presOf" srcId="{D7969EC2-6A3B-43A6-8CC1-1424BD9369A4}" destId="{42259E82-002E-45A0-A2BA-7B48CBC38925}" srcOrd="0" destOrd="0" presId="urn:microsoft.com/office/officeart/2005/8/layout/vList2"/>
    <dgm:cxn modelId="{74C9108E-5FE7-435F-AEB4-23253B4FFEC2}" type="presOf" srcId="{DC7F1C67-215C-461E-B76E-7D6D8DD8DE06}" destId="{D769DF44-FE21-44FB-A04B-C40793AB1106}" srcOrd="0" destOrd="0" presId="urn:microsoft.com/office/officeart/2005/8/layout/vList2"/>
    <dgm:cxn modelId="{D65A9EA3-DB2F-44E2-933B-A074D3ABAB30}" srcId="{7471B26A-1D6A-4225-8D17-F7EEC64286B2}" destId="{FFAF821F-8D25-42AB-9FA1-4970E6D6BDAF}" srcOrd="1" destOrd="0" parTransId="{8887F02D-8C5D-48AE-9F6D-4F7C99769621}" sibTransId="{3B787461-D453-4521-B8CC-3FF89A4BD670}"/>
    <dgm:cxn modelId="{9C497FB3-7BDD-421B-AC9D-1B2B44F86A99}" srcId="{7471B26A-1D6A-4225-8D17-F7EEC64286B2}" destId="{77BDFA44-B6AC-4E9E-8960-0DFD9393C214}" srcOrd="2" destOrd="0" parTransId="{B3DA64CF-DAAD-4718-9E1A-DC7FE81E37E8}" sibTransId="{B2E9500F-79F4-46D0-9EEC-97CEB335BDFA}"/>
    <dgm:cxn modelId="{FDE8E8B6-C5CC-4299-BA40-41E93A29400E}" srcId="{7471B26A-1D6A-4225-8D17-F7EEC64286B2}" destId="{44F04459-93C1-4033-9FD9-16FB52E88BAC}" srcOrd="3" destOrd="0" parTransId="{985D85D5-7031-4F02-8052-F826F894C6CD}" sibTransId="{DBB9648F-36CB-45D4-89CD-47AB3E128309}"/>
    <dgm:cxn modelId="{BDFAA4CF-DA23-4E86-B1BF-0466C8E9FBF7}" srcId="{D7969EC2-6A3B-43A6-8CC1-1424BD9369A4}" destId="{7471B26A-1D6A-4225-8D17-F7EEC64286B2}" srcOrd="3" destOrd="0" parTransId="{BFBB93EF-716F-4A0B-9D44-D13467D4DBB0}" sibTransId="{D739DD30-A4F6-401D-A014-C604321425D1}"/>
    <dgm:cxn modelId="{641180D7-D9C4-4524-BDB3-4664D455FF89}" type="presOf" srcId="{77BDFA44-B6AC-4E9E-8960-0DFD9393C214}" destId="{D9143D50-24F4-414A-8280-85B20A5D749A}" srcOrd="0" destOrd="2" presId="urn:microsoft.com/office/officeart/2005/8/layout/vList2"/>
    <dgm:cxn modelId="{4D9DED49-A42E-4876-A383-41E60A593CD5}" type="presParOf" srcId="{42259E82-002E-45A0-A2BA-7B48CBC38925}" destId="{D769DF44-FE21-44FB-A04B-C40793AB1106}" srcOrd="0" destOrd="0" presId="urn:microsoft.com/office/officeart/2005/8/layout/vList2"/>
    <dgm:cxn modelId="{66B6F1A2-C77D-4C84-A2CD-DB13DFFE5904}" type="presParOf" srcId="{42259E82-002E-45A0-A2BA-7B48CBC38925}" destId="{15F97A7A-5016-4102-B20F-37CB39E16396}" srcOrd="1" destOrd="0" presId="urn:microsoft.com/office/officeart/2005/8/layout/vList2"/>
    <dgm:cxn modelId="{E1F28913-857C-42E8-9CB0-D3ABB4AACF01}" type="presParOf" srcId="{42259E82-002E-45A0-A2BA-7B48CBC38925}" destId="{F24DD29F-3F66-4A5B-8255-6AC986629BB1}" srcOrd="2" destOrd="0" presId="urn:microsoft.com/office/officeart/2005/8/layout/vList2"/>
    <dgm:cxn modelId="{97D678FB-8055-44E6-B9ED-17288346CE3A}" type="presParOf" srcId="{42259E82-002E-45A0-A2BA-7B48CBC38925}" destId="{88236D9C-2C04-46A4-A7C1-D113239A2111}" srcOrd="3" destOrd="0" presId="urn:microsoft.com/office/officeart/2005/8/layout/vList2"/>
    <dgm:cxn modelId="{B480F910-2AB0-4C68-91CF-BA37274CB1EB}" type="presParOf" srcId="{42259E82-002E-45A0-A2BA-7B48CBC38925}" destId="{4FBB89BC-079C-4AF7-B9C8-58F787722B6F}" srcOrd="4" destOrd="0" presId="urn:microsoft.com/office/officeart/2005/8/layout/vList2"/>
    <dgm:cxn modelId="{B450CE6B-81C4-4B6C-8192-642CC8CFBD77}" type="presParOf" srcId="{42259E82-002E-45A0-A2BA-7B48CBC38925}" destId="{135BF633-8AE7-43EB-A225-5959D1EFC567}" srcOrd="5" destOrd="0" presId="urn:microsoft.com/office/officeart/2005/8/layout/vList2"/>
    <dgm:cxn modelId="{4BCC656B-399F-479F-BF34-02F19BEE78AE}" type="presParOf" srcId="{42259E82-002E-45A0-A2BA-7B48CBC38925}" destId="{13500038-22EB-4AED-9DEF-6E5271361936}" srcOrd="6" destOrd="0" presId="urn:microsoft.com/office/officeart/2005/8/layout/vList2"/>
    <dgm:cxn modelId="{860EDBEC-9A6C-4DB7-AF3F-2C2E738AE978}" type="presParOf" srcId="{42259E82-002E-45A0-A2BA-7B48CBC38925}" destId="{D9143D50-24F4-414A-8280-85B20A5D749A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A705894-EA11-4BFC-9994-C0132299965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989C1D9-DCB8-4D1C-9825-0CF72F581F97}">
      <dgm:prSet/>
      <dgm:spPr/>
      <dgm:t>
        <a:bodyPr/>
        <a:lstStyle/>
        <a:p>
          <a:r>
            <a:rPr lang="en-GB"/>
            <a:t>Designed for Java projects using Apache Maven</a:t>
          </a:r>
          <a:endParaRPr lang="en-US"/>
        </a:p>
      </dgm:t>
    </dgm:pt>
    <dgm:pt modelId="{FE2C1489-4F55-4606-85F5-914309331208}" type="parTrans" cxnId="{6BACB105-16A9-49A0-9269-C3405E95D2B3}">
      <dgm:prSet/>
      <dgm:spPr/>
      <dgm:t>
        <a:bodyPr/>
        <a:lstStyle/>
        <a:p>
          <a:endParaRPr lang="en-US"/>
        </a:p>
      </dgm:t>
    </dgm:pt>
    <dgm:pt modelId="{C923DB90-5BB6-4CDB-A721-37768E70D978}" type="sibTrans" cxnId="{6BACB105-16A9-49A0-9269-C3405E95D2B3}">
      <dgm:prSet/>
      <dgm:spPr/>
      <dgm:t>
        <a:bodyPr/>
        <a:lstStyle/>
        <a:p>
          <a:endParaRPr lang="en-US"/>
        </a:p>
      </dgm:t>
    </dgm:pt>
    <dgm:pt modelId="{EE2FC3DF-4986-4ECC-9C07-46FF3FD6E179}">
      <dgm:prSet/>
      <dgm:spPr/>
      <dgm:t>
        <a:bodyPr/>
        <a:lstStyle/>
        <a:p>
          <a:r>
            <a:rPr lang="en-GB"/>
            <a:t>Automatically detects pom.xml and runs Maven goals</a:t>
          </a:r>
          <a:endParaRPr lang="en-US"/>
        </a:p>
      </dgm:t>
    </dgm:pt>
    <dgm:pt modelId="{E393F365-8255-4648-A9A7-82FD65E40907}" type="parTrans" cxnId="{A5C29A52-5728-4A4D-B565-AC14B54B6796}">
      <dgm:prSet/>
      <dgm:spPr/>
      <dgm:t>
        <a:bodyPr/>
        <a:lstStyle/>
        <a:p>
          <a:endParaRPr lang="en-US"/>
        </a:p>
      </dgm:t>
    </dgm:pt>
    <dgm:pt modelId="{3F76F3D9-0FDF-4908-85F9-595B820CE05F}" type="sibTrans" cxnId="{A5C29A52-5728-4A4D-B565-AC14B54B6796}">
      <dgm:prSet/>
      <dgm:spPr/>
      <dgm:t>
        <a:bodyPr/>
        <a:lstStyle/>
        <a:p>
          <a:endParaRPr lang="en-US"/>
        </a:p>
      </dgm:t>
    </dgm:pt>
    <dgm:pt modelId="{1D958C99-6033-45CD-885B-25B1243AB896}">
      <dgm:prSet/>
      <dgm:spPr/>
      <dgm:t>
        <a:bodyPr/>
        <a:lstStyle/>
        <a:p>
          <a:r>
            <a:rPr lang="en-GB"/>
            <a:t>How to Create Maven Project job:</a:t>
          </a:r>
          <a:endParaRPr lang="en-US"/>
        </a:p>
      </dgm:t>
    </dgm:pt>
    <dgm:pt modelId="{D32040EF-348E-4602-A70A-816651964C2F}" type="parTrans" cxnId="{9226A935-066C-426D-9E96-DA13D3EACCC8}">
      <dgm:prSet/>
      <dgm:spPr/>
      <dgm:t>
        <a:bodyPr/>
        <a:lstStyle/>
        <a:p>
          <a:endParaRPr lang="en-US"/>
        </a:p>
      </dgm:t>
    </dgm:pt>
    <dgm:pt modelId="{0884BC40-5295-4DC3-8C6A-70CDA26C8382}" type="sibTrans" cxnId="{9226A935-066C-426D-9E96-DA13D3EACCC8}">
      <dgm:prSet/>
      <dgm:spPr/>
      <dgm:t>
        <a:bodyPr/>
        <a:lstStyle/>
        <a:p>
          <a:endParaRPr lang="en-US"/>
        </a:p>
      </dgm:t>
    </dgm:pt>
    <dgm:pt modelId="{2B1DB8B5-8C62-4975-9435-96E81734AE00}">
      <dgm:prSet/>
      <dgm:spPr/>
      <dgm:t>
        <a:bodyPr/>
        <a:lstStyle/>
        <a:p>
          <a:r>
            <a:rPr lang="en-GB"/>
            <a:t>Create a Maven job</a:t>
          </a:r>
          <a:endParaRPr lang="en-US"/>
        </a:p>
      </dgm:t>
    </dgm:pt>
    <dgm:pt modelId="{588CB2DE-A821-4AAC-888B-6DBA8B57C193}" type="parTrans" cxnId="{40CA35B6-FD0E-4712-84F4-345DF3B4F2C6}">
      <dgm:prSet/>
      <dgm:spPr/>
      <dgm:t>
        <a:bodyPr/>
        <a:lstStyle/>
        <a:p>
          <a:endParaRPr lang="en-US"/>
        </a:p>
      </dgm:t>
    </dgm:pt>
    <dgm:pt modelId="{7A2B1A8D-87AD-4390-8418-0A67DC9AD1CD}" type="sibTrans" cxnId="{40CA35B6-FD0E-4712-84F4-345DF3B4F2C6}">
      <dgm:prSet/>
      <dgm:spPr/>
      <dgm:t>
        <a:bodyPr/>
        <a:lstStyle/>
        <a:p>
          <a:endParaRPr lang="en-US"/>
        </a:p>
      </dgm:t>
    </dgm:pt>
    <dgm:pt modelId="{5F103C6E-7944-4E01-9FAF-14873E6ED354}">
      <dgm:prSet/>
      <dgm:spPr/>
      <dgm:t>
        <a:bodyPr/>
        <a:lstStyle/>
        <a:p>
          <a:r>
            <a:rPr lang="en-GB"/>
            <a:t>Link to Git repo with pom.xml</a:t>
          </a:r>
          <a:endParaRPr lang="en-US"/>
        </a:p>
      </dgm:t>
    </dgm:pt>
    <dgm:pt modelId="{EE45DB99-9D3A-4875-BB16-1C6FFF08C010}" type="parTrans" cxnId="{98AC1DC8-D9D5-41BA-9BB8-2757007AFA2B}">
      <dgm:prSet/>
      <dgm:spPr/>
      <dgm:t>
        <a:bodyPr/>
        <a:lstStyle/>
        <a:p>
          <a:endParaRPr lang="en-US"/>
        </a:p>
      </dgm:t>
    </dgm:pt>
    <dgm:pt modelId="{0E131E14-01B2-433C-9EBF-F04BF94E56F9}" type="sibTrans" cxnId="{98AC1DC8-D9D5-41BA-9BB8-2757007AFA2B}">
      <dgm:prSet/>
      <dgm:spPr/>
      <dgm:t>
        <a:bodyPr/>
        <a:lstStyle/>
        <a:p>
          <a:endParaRPr lang="en-US"/>
        </a:p>
      </dgm:t>
    </dgm:pt>
    <dgm:pt modelId="{E8AA1DE5-F7FB-4581-B781-C03A8D5E0233}">
      <dgm:prSet/>
      <dgm:spPr/>
      <dgm:t>
        <a:bodyPr/>
        <a:lstStyle/>
        <a:p>
          <a:r>
            <a:rPr lang="en-GB"/>
            <a:t>Set goals: clean install</a:t>
          </a:r>
          <a:endParaRPr lang="en-US"/>
        </a:p>
      </dgm:t>
    </dgm:pt>
    <dgm:pt modelId="{96C6F07F-C6F7-4F22-B0F4-2C9E2C09ACF5}" type="parTrans" cxnId="{D57D54A4-2A29-4446-8A9D-29B28F1D3BFD}">
      <dgm:prSet/>
      <dgm:spPr/>
      <dgm:t>
        <a:bodyPr/>
        <a:lstStyle/>
        <a:p>
          <a:endParaRPr lang="en-US"/>
        </a:p>
      </dgm:t>
    </dgm:pt>
    <dgm:pt modelId="{61133846-5B50-43EF-A835-D0EDDE3EFADA}" type="sibTrans" cxnId="{D57D54A4-2A29-4446-8A9D-29B28F1D3BFD}">
      <dgm:prSet/>
      <dgm:spPr/>
      <dgm:t>
        <a:bodyPr/>
        <a:lstStyle/>
        <a:p>
          <a:endParaRPr lang="en-US"/>
        </a:p>
      </dgm:t>
    </dgm:pt>
    <dgm:pt modelId="{F8C13F12-9486-472E-9A73-312A209CD0C8}">
      <dgm:prSet/>
      <dgm:spPr/>
      <dgm:t>
        <a:bodyPr/>
        <a:lstStyle/>
        <a:p>
          <a:r>
            <a:rPr lang="en-GB"/>
            <a:t>Jenkins runs Maven lifecycle automatically</a:t>
          </a:r>
          <a:endParaRPr lang="en-US"/>
        </a:p>
      </dgm:t>
    </dgm:pt>
    <dgm:pt modelId="{635A6A21-AA03-4C48-B4C4-A965AB04DCE1}" type="parTrans" cxnId="{E18538EE-4C3B-4503-B780-C301CA9C6F6A}">
      <dgm:prSet/>
      <dgm:spPr/>
      <dgm:t>
        <a:bodyPr/>
        <a:lstStyle/>
        <a:p>
          <a:endParaRPr lang="en-US"/>
        </a:p>
      </dgm:t>
    </dgm:pt>
    <dgm:pt modelId="{9017284A-2C34-4D43-B70D-586C4C722041}" type="sibTrans" cxnId="{E18538EE-4C3B-4503-B780-C301CA9C6F6A}">
      <dgm:prSet/>
      <dgm:spPr/>
      <dgm:t>
        <a:bodyPr/>
        <a:lstStyle/>
        <a:p>
          <a:endParaRPr lang="en-US"/>
        </a:p>
      </dgm:t>
    </dgm:pt>
    <dgm:pt modelId="{27C7E08C-525D-4E93-AD52-71AEF6206D38}" type="pres">
      <dgm:prSet presAssocID="{1A705894-EA11-4BFC-9994-C01322999654}" presName="linear" presStyleCnt="0">
        <dgm:presLayoutVars>
          <dgm:animLvl val="lvl"/>
          <dgm:resizeHandles val="exact"/>
        </dgm:presLayoutVars>
      </dgm:prSet>
      <dgm:spPr/>
    </dgm:pt>
    <dgm:pt modelId="{F654116C-C885-4E5F-BC79-B54AAA69DEE5}" type="pres">
      <dgm:prSet presAssocID="{8989C1D9-DCB8-4D1C-9825-0CF72F581F9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707E926-C233-4EA9-8FAC-4D94709BA613}" type="pres">
      <dgm:prSet presAssocID="{C923DB90-5BB6-4CDB-A721-37768E70D978}" presName="spacer" presStyleCnt="0"/>
      <dgm:spPr/>
    </dgm:pt>
    <dgm:pt modelId="{C579D2A7-C431-410C-9D7F-472B1967D340}" type="pres">
      <dgm:prSet presAssocID="{EE2FC3DF-4986-4ECC-9C07-46FF3FD6E17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BA982F2-9054-42AA-AD43-147ED05398BD}" type="pres">
      <dgm:prSet presAssocID="{3F76F3D9-0FDF-4908-85F9-595B820CE05F}" presName="spacer" presStyleCnt="0"/>
      <dgm:spPr/>
    </dgm:pt>
    <dgm:pt modelId="{4D25C3EA-7E36-47F4-8794-946031564B77}" type="pres">
      <dgm:prSet presAssocID="{1D958C99-6033-45CD-885B-25B1243AB89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3AA6867-7664-4E08-A174-92AB284A0AE1}" type="pres">
      <dgm:prSet presAssocID="{1D958C99-6033-45CD-885B-25B1243AB89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BACB105-16A9-49A0-9269-C3405E95D2B3}" srcId="{1A705894-EA11-4BFC-9994-C01322999654}" destId="{8989C1D9-DCB8-4D1C-9825-0CF72F581F97}" srcOrd="0" destOrd="0" parTransId="{FE2C1489-4F55-4606-85F5-914309331208}" sibTransId="{C923DB90-5BB6-4CDB-A721-37768E70D978}"/>
    <dgm:cxn modelId="{2C806208-AABE-4AE1-82CB-1D5062C7705C}" type="presOf" srcId="{1A705894-EA11-4BFC-9994-C01322999654}" destId="{27C7E08C-525D-4E93-AD52-71AEF6206D38}" srcOrd="0" destOrd="0" presId="urn:microsoft.com/office/officeart/2005/8/layout/vList2"/>
    <dgm:cxn modelId="{7F04270F-D528-407C-8417-1458BDBF85B3}" type="presOf" srcId="{1D958C99-6033-45CD-885B-25B1243AB896}" destId="{4D25C3EA-7E36-47F4-8794-946031564B77}" srcOrd="0" destOrd="0" presId="urn:microsoft.com/office/officeart/2005/8/layout/vList2"/>
    <dgm:cxn modelId="{9226A935-066C-426D-9E96-DA13D3EACCC8}" srcId="{1A705894-EA11-4BFC-9994-C01322999654}" destId="{1D958C99-6033-45CD-885B-25B1243AB896}" srcOrd="2" destOrd="0" parTransId="{D32040EF-348E-4602-A70A-816651964C2F}" sibTransId="{0884BC40-5295-4DC3-8C6A-70CDA26C8382}"/>
    <dgm:cxn modelId="{AD4C7C37-A175-4F99-9183-7EF468CF6223}" type="presOf" srcId="{5F103C6E-7944-4E01-9FAF-14873E6ED354}" destId="{03AA6867-7664-4E08-A174-92AB284A0AE1}" srcOrd="0" destOrd="1" presId="urn:microsoft.com/office/officeart/2005/8/layout/vList2"/>
    <dgm:cxn modelId="{B447553F-1885-41E0-A24A-0E5E1113FBC2}" type="presOf" srcId="{EE2FC3DF-4986-4ECC-9C07-46FF3FD6E179}" destId="{C579D2A7-C431-410C-9D7F-472B1967D340}" srcOrd="0" destOrd="0" presId="urn:microsoft.com/office/officeart/2005/8/layout/vList2"/>
    <dgm:cxn modelId="{C15B0965-8AA3-49FD-B5BE-E83EAC5897A4}" type="presOf" srcId="{8989C1D9-DCB8-4D1C-9825-0CF72F581F97}" destId="{F654116C-C885-4E5F-BC79-B54AAA69DEE5}" srcOrd="0" destOrd="0" presId="urn:microsoft.com/office/officeart/2005/8/layout/vList2"/>
    <dgm:cxn modelId="{A5C29A52-5728-4A4D-B565-AC14B54B6796}" srcId="{1A705894-EA11-4BFC-9994-C01322999654}" destId="{EE2FC3DF-4986-4ECC-9C07-46FF3FD6E179}" srcOrd="1" destOrd="0" parTransId="{E393F365-8255-4648-A9A7-82FD65E40907}" sibTransId="{3F76F3D9-0FDF-4908-85F9-595B820CE05F}"/>
    <dgm:cxn modelId="{70FD0579-B77D-49F2-93C3-2D9F927992BE}" type="presOf" srcId="{E8AA1DE5-F7FB-4581-B781-C03A8D5E0233}" destId="{03AA6867-7664-4E08-A174-92AB284A0AE1}" srcOrd="0" destOrd="2" presId="urn:microsoft.com/office/officeart/2005/8/layout/vList2"/>
    <dgm:cxn modelId="{B1B2E581-41EE-4BC0-ABC8-743FB6EBD51E}" type="presOf" srcId="{2B1DB8B5-8C62-4975-9435-96E81734AE00}" destId="{03AA6867-7664-4E08-A174-92AB284A0AE1}" srcOrd="0" destOrd="0" presId="urn:microsoft.com/office/officeart/2005/8/layout/vList2"/>
    <dgm:cxn modelId="{D57D54A4-2A29-4446-8A9D-29B28F1D3BFD}" srcId="{1D958C99-6033-45CD-885B-25B1243AB896}" destId="{E8AA1DE5-F7FB-4581-B781-C03A8D5E0233}" srcOrd="2" destOrd="0" parTransId="{96C6F07F-C6F7-4F22-B0F4-2C9E2C09ACF5}" sibTransId="{61133846-5B50-43EF-A835-D0EDDE3EFADA}"/>
    <dgm:cxn modelId="{40CA35B6-FD0E-4712-84F4-345DF3B4F2C6}" srcId="{1D958C99-6033-45CD-885B-25B1243AB896}" destId="{2B1DB8B5-8C62-4975-9435-96E81734AE00}" srcOrd="0" destOrd="0" parTransId="{588CB2DE-A821-4AAC-888B-6DBA8B57C193}" sibTransId="{7A2B1A8D-87AD-4390-8418-0A67DC9AD1CD}"/>
    <dgm:cxn modelId="{98AC1DC8-D9D5-41BA-9BB8-2757007AFA2B}" srcId="{1D958C99-6033-45CD-885B-25B1243AB896}" destId="{5F103C6E-7944-4E01-9FAF-14873E6ED354}" srcOrd="1" destOrd="0" parTransId="{EE45DB99-9D3A-4875-BB16-1C6FFF08C010}" sibTransId="{0E131E14-01B2-433C-9EBF-F04BF94E56F9}"/>
    <dgm:cxn modelId="{E18538EE-4C3B-4503-B780-C301CA9C6F6A}" srcId="{1D958C99-6033-45CD-885B-25B1243AB896}" destId="{F8C13F12-9486-472E-9A73-312A209CD0C8}" srcOrd="3" destOrd="0" parTransId="{635A6A21-AA03-4C48-B4C4-A965AB04DCE1}" sibTransId="{9017284A-2C34-4D43-B70D-586C4C722041}"/>
    <dgm:cxn modelId="{0C91EEFF-9A6B-4D26-9D53-D7C0B920D347}" type="presOf" srcId="{F8C13F12-9486-472E-9A73-312A209CD0C8}" destId="{03AA6867-7664-4E08-A174-92AB284A0AE1}" srcOrd="0" destOrd="3" presId="urn:microsoft.com/office/officeart/2005/8/layout/vList2"/>
    <dgm:cxn modelId="{7B8EA769-90EF-4964-B488-FF1D37664778}" type="presParOf" srcId="{27C7E08C-525D-4E93-AD52-71AEF6206D38}" destId="{F654116C-C885-4E5F-BC79-B54AAA69DEE5}" srcOrd="0" destOrd="0" presId="urn:microsoft.com/office/officeart/2005/8/layout/vList2"/>
    <dgm:cxn modelId="{D1F6394D-0E08-4045-B9F7-E94D18D68935}" type="presParOf" srcId="{27C7E08C-525D-4E93-AD52-71AEF6206D38}" destId="{F707E926-C233-4EA9-8FAC-4D94709BA613}" srcOrd="1" destOrd="0" presId="urn:microsoft.com/office/officeart/2005/8/layout/vList2"/>
    <dgm:cxn modelId="{ACAF7F93-258F-49D2-8179-5F9235A2A2B9}" type="presParOf" srcId="{27C7E08C-525D-4E93-AD52-71AEF6206D38}" destId="{C579D2A7-C431-410C-9D7F-472B1967D340}" srcOrd="2" destOrd="0" presId="urn:microsoft.com/office/officeart/2005/8/layout/vList2"/>
    <dgm:cxn modelId="{F9D059A8-17FF-42A1-821C-D3092C499337}" type="presParOf" srcId="{27C7E08C-525D-4E93-AD52-71AEF6206D38}" destId="{4BA982F2-9054-42AA-AD43-147ED05398BD}" srcOrd="3" destOrd="0" presId="urn:microsoft.com/office/officeart/2005/8/layout/vList2"/>
    <dgm:cxn modelId="{E10D3868-BBDE-4EDA-B596-97397DEA2F0C}" type="presParOf" srcId="{27C7E08C-525D-4E93-AD52-71AEF6206D38}" destId="{4D25C3EA-7E36-47F4-8794-946031564B77}" srcOrd="4" destOrd="0" presId="urn:microsoft.com/office/officeart/2005/8/layout/vList2"/>
    <dgm:cxn modelId="{001709C8-E598-400A-A7C9-7E898FD95ECD}" type="presParOf" srcId="{27C7E08C-525D-4E93-AD52-71AEF6206D38}" destId="{03AA6867-7664-4E08-A174-92AB284A0AE1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964F03B-2C79-492B-877E-2CD2036AA7C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575A079-1ED7-47D0-9E5E-16161E54432F}">
      <dgm:prSet/>
      <dgm:spPr/>
      <dgm:t>
        <a:bodyPr/>
        <a:lstStyle/>
        <a:p>
          <a:r>
            <a:rPr lang="en-GB"/>
            <a:t>Defines CI/CD workflow as code using Groovy</a:t>
          </a:r>
          <a:endParaRPr lang="en-US"/>
        </a:p>
      </dgm:t>
    </dgm:pt>
    <dgm:pt modelId="{68140B68-7FFD-4C02-AD64-E24D1D1C142A}" type="parTrans" cxnId="{2892D475-56BA-4308-B15B-163B6445E20F}">
      <dgm:prSet/>
      <dgm:spPr/>
      <dgm:t>
        <a:bodyPr/>
        <a:lstStyle/>
        <a:p>
          <a:endParaRPr lang="en-US"/>
        </a:p>
      </dgm:t>
    </dgm:pt>
    <dgm:pt modelId="{F2DA6988-BA61-4849-A12E-741582F8D9CA}" type="sibTrans" cxnId="{2892D475-56BA-4308-B15B-163B6445E20F}">
      <dgm:prSet/>
      <dgm:spPr/>
      <dgm:t>
        <a:bodyPr/>
        <a:lstStyle/>
        <a:p>
          <a:endParaRPr lang="en-US"/>
        </a:p>
      </dgm:t>
    </dgm:pt>
    <dgm:pt modelId="{9C11855C-D992-4F18-9D22-0B60E16356B2}">
      <dgm:prSet/>
      <dgm:spPr/>
      <dgm:t>
        <a:bodyPr/>
        <a:lstStyle/>
        <a:p>
          <a:r>
            <a:rPr lang="en-GB"/>
            <a:t>Supports complex logic, stages, and parallel execution</a:t>
          </a:r>
          <a:endParaRPr lang="en-US"/>
        </a:p>
      </dgm:t>
    </dgm:pt>
    <dgm:pt modelId="{AC31F793-711E-4718-A81A-C84FC9C9B8CD}" type="parTrans" cxnId="{48B45639-0DA5-4045-AECF-87279A8A3A8C}">
      <dgm:prSet/>
      <dgm:spPr/>
      <dgm:t>
        <a:bodyPr/>
        <a:lstStyle/>
        <a:p>
          <a:endParaRPr lang="en-US"/>
        </a:p>
      </dgm:t>
    </dgm:pt>
    <dgm:pt modelId="{BDF627C6-4259-49F4-A1A1-830730F09DAC}" type="sibTrans" cxnId="{48B45639-0DA5-4045-AECF-87279A8A3A8C}">
      <dgm:prSet/>
      <dgm:spPr/>
      <dgm:t>
        <a:bodyPr/>
        <a:lstStyle/>
        <a:p>
          <a:endParaRPr lang="en-US"/>
        </a:p>
      </dgm:t>
    </dgm:pt>
    <dgm:pt modelId="{2143867A-0183-4A08-9CDE-32F1950B7AED}">
      <dgm:prSet/>
      <dgm:spPr/>
      <dgm:t>
        <a:bodyPr/>
        <a:lstStyle/>
        <a:p>
          <a:r>
            <a:rPr lang="en-GB"/>
            <a:t>Can be scripted or declarative</a:t>
          </a:r>
          <a:endParaRPr lang="en-US"/>
        </a:p>
      </dgm:t>
    </dgm:pt>
    <dgm:pt modelId="{424A67C5-301F-4329-905A-93529692200E}" type="parTrans" cxnId="{17EF6F19-FD9A-4C14-971E-ACEBFDFF2CEA}">
      <dgm:prSet/>
      <dgm:spPr/>
      <dgm:t>
        <a:bodyPr/>
        <a:lstStyle/>
        <a:p>
          <a:endParaRPr lang="en-US"/>
        </a:p>
      </dgm:t>
    </dgm:pt>
    <dgm:pt modelId="{9BCDE4D9-F228-4365-BE1C-B6E30A1CC28B}" type="sibTrans" cxnId="{17EF6F19-FD9A-4C14-971E-ACEBFDFF2CEA}">
      <dgm:prSet/>
      <dgm:spPr/>
      <dgm:t>
        <a:bodyPr/>
        <a:lstStyle/>
        <a:p>
          <a:endParaRPr lang="en-US"/>
        </a:p>
      </dgm:t>
    </dgm:pt>
    <dgm:pt modelId="{9DD937E6-DF26-4688-AB67-B2BE2D727574}">
      <dgm:prSet/>
      <dgm:spPr/>
      <dgm:t>
        <a:bodyPr/>
        <a:lstStyle/>
        <a:p>
          <a:r>
            <a:rPr lang="en-IN"/>
            <a:t>How to create a Pipeline job:</a:t>
          </a:r>
          <a:endParaRPr lang="en-US"/>
        </a:p>
      </dgm:t>
    </dgm:pt>
    <dgm:pt modelId="{97D633B5-EB87-4EE3-9575-9481F3932B61}" type="parTrans" cxnId="{E62B554F-D457-4D3A-BAE0-C54040FDF7BD}">
      <dgm:prSet/>
      <dgm:spPr/>
      <dgm:t>
        <a:bodyPr/>
        <a:lstStyle/>
        <a:p>
          <a:endParaRPr lang="en-US"/>
        </a:p>
      </dgm:t>
    </dgm:pt>
    <dgm:pt modelId="{74C822C9-96B6-467C-B659-49FE628FE4A4}" type="sibTrans" cxnId="{E62B554F-D457-4D3A-BAE0-C54040FDF7BD}">
      <dgm:prSet/>
      <dgm:spPr/>
      <dgm:t>
        <a:bodyPr/>
        <a:lstStyle/>
        <a:p>
          <a:endParaRPr lang="en-US"/>
        </a:p>
      </dgm:t>
    </dgm:pt>
    <dgm:pt modelId="{D4CBE808-0C08-4635-9AE3-978F142C8820}">
      <dgm:prSet/>
      <dgm:spPr/>
      <dgm:t>
        <a:bodyPr/>
        <a:lstStyle/>
        <a:p>
          <a:r>
            <a:rPr lang="en-GB"/>
            <a:t>Create a Multibranch Pipeline job</a:t>
          </a:r>
          <a:endParaRPr lang="en-US"/>
        </a:p>
      </dgm:t>
    </dgm:pt>
    <dgm:pt modelId="{8A53AF4F-1C24-4EC8-96EE-0611773172D5}" type="parTrans" cxnId="{6BD5BAC2-CCFB-4EA9-8A00-079F3FD2F90E}">
      <dgm:prSet/>
      <dgm:spPr/>
      <dgm:t>
        <a:bodyPr/>
        <a:lstStyle/>
        <a:p>
          <a:endParaRPr lang="en-US"/>
        </a:p>
      </dgm:t>
    </dgm:pt>
    <dgm:pt modelId="{AB84DBA5-4C4C-4D4E-8052-03A1EBF8644A}" type="sibTrans" cxnId="{6BD5BAC2-CCFB-4EA9-8A00-079F3FD2F90E}">
      <dgm:prSet/>
      <dgm:spPr/>
      <dgm:t>
        <a:bodyPr/>
        <a:lstStyle/>
        <a:p>
          <a:endParaRPr lang="en-US"/>
        </a:p>
      </dgm:t>
    </dgm:pt>
    <dgm:pt modelId="{B2A38F38-A82D-446E-9CB1-AC5CEC87CA27}">
      <dgm:prSet/>
      <dgm:spPr/>
      <dgm:t>
        <a:bodyPr/>
        <a:lstStyle/>
        <a:p>
          <a:r>
            <a:rPr lang="en-GB"/>
            <a:t>Connect to Git repo</a:t>
          </a:r>
          <a:endParaRPr lang="en-US"/>
        </a:p>
      </dgm:t>
    </dgm:pt>
    <dgm:pt modelId="{BFADA202-7403-4B7C-8DA7-5EB1B9CE3CFF}" type="parTrans" cxnId="{59CA893D-3855-4CC4-BE83-22E48A5FC0E4}">
      <dgm:prSet/>
      <dgm:spPr/>
      <dgm:t>
        <a:bodyPr/>
        <a:lstStyle/>
        <a:p>
          <a:endParaRPr lang="en-US"/>
        </a:p>
      </dgm:t>
    </dgm:pt>
    <dgm:pt modelId="{B66AC8F9-25D3-4122-9F93-CE53F4CE31B5}" type="sibTrans" cxnId="{59CA893D-3855-4CC4-BE83-22E48A5FC0E4}">
      <dgm:prSet/>
      <dgm:spPr/>
      <dgm:t>
        <a:bodyPr/>
        <a:lstStyle/>
        <a:p>
          <a:endParaRPr lang="en-US"/>
        </a:p>
      </dgm:t>
    </dgm:pt>
    <dgm:pt modelId="{2F8E1721-8BAF-4C42-AB98-471E56CC16CF}">
      <dgm:prSet/>
      <dgm:spPr/>
      <dgm:t>
        <a:bodyPr/>
        <a:lstStyle/>
        <a:p>
          <a:r>
            <a:rPr lang="en-GB"/>
            <a:t>Jenkins scans branches and runs Jenkinsfile in each</a:t>
          </a:r>
          <a:endParaRPr lang="en-US"/>
        </a:p>
      </dgm:t>
    </dgm:pt>
    <dgm:pt modelId="{B0DB4461-52AD-47BC-A39E-ED51AF9C30BE}" type="parTrans" cxnId="{F719653A-916A-4E90-9179-E35EB4B04DDC}">
      <dgm:prSet/>
      <dgm:spPr/>
      <dgm:t>
        <a:bodyPr/>
        <a:lstStyle/>
        <a:p>
          <a:endParaRPr lang="en-US"/>
        </a:p>
      </dgm:t>
    </dgm:pt>
    <dgm:pt modelId="{38612721-D69F-44EB-9C05-75F7DDB34851}" type="sibTrans" cxnId="{F719653A-916A-4E90-9179-E35EB4B04DDC}">
      <dgm:prSet/>
      <dgm:spPr/>
      <dgm:t>
        <a:bodyPr/>
        <a:lstStyle/>
        <a:p>
          <a:endParaRPr lang="en-US"/>
        </a:p>
      </dgm:t>
    </dgm:pt>
    <dgm:pt modelId="{9BFEBE9E-5D1C-4F49-BEE4-9D1DE12065D2}" type="pres">
      <dgm:prSet presAssocID="{2964F03B-2C79-492B-877E-2CD2036AA7C1}" presName="linear" presStyleCnt="0">
        <dgm:presLayoutVars>
          <dgm:animLvl val="lvl"/>
          <dgm:resizeHandles val="exact"/>
        </dgm:presLayoutVars>
      </dgm:prSet>
      <dgm:spPr/>
    </dgm:pt>
    <dgm:pt modelId="{507A5167-1639-4D02-A995-61A56A4B8813}" type="pres">
      <dgm:prSet presAssocID="{A575A079-1ED7-47D0-9E5E-16161E54432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57F6D40-8E0D-4392-9382-E088AC74D9E6}" type="pres">
      <dgm:prSet presAssocID="{F2DA6988-BA61-4849-A12E-741582F8D9CA}" presName="spacer" presStyleCnt="0"/>
      <dgm:spPr/>
    </dgm:pt>
    <dgm:pt modelId="{CF2B06C6-8BD0-42F1-8052-C1A231291EFE}" type="pres">
      <dgm:prSet presAssocID="{9C11855C-D992-4F18-9D22-0B60E16356B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0734EAB-4E87-4D64-BB9E-F7C091238E9C}" type="pres">
      <dgm:prSet presAssocID="{BDF627C6-4259-49F4-A1A1-830730F09DAC}" presName="spacer" presStyleCnt="0"/>
      <dgm:spPr/>
    </dgm:pt>
    <dgm:pt modelId="{666262C5-D300-44E6-AACD-E278B0E7AE1E}" type="pres">
      <dgm:prSet presAssocID="{2143867A-0183-4A08-9CDE-32F1950B7AE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8944D92-439F-44FD-B046-D6364178101C}" type="pres">
      <dgm:prSet presAssocID="{9BCDE4D9-F228-4365-BE1C-B6E30A1CC28B}" presName="spacer" presStyleCnt="0"/>
      <dgm:spPr/>
    </dgm:pt>
    <dgm:pt modelId="{8B2E4B8D-E6EF-49E3-BB8E-18003CB4694C}" type="pres">
      <dgm:prSet presAssocID="{9DD937E6-DF26-4688-AB67-B2BE2D72757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C1A65C5-258F-423D-80EC-05B2F3EC8D32}" type="pres">
      <dgm:prSet presAssocID="{9DD937E6-DF26-4688-AB67-B2BE2D72757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7EF6F19-FD9A-4C14-971E-ACEBFDFF2CEA}" srcId="{2964F03B-2C79-492B-877E-2CD2036AA7C1}" destId="{2143867A-0183-4A08-9CDE-32F1950B7AED}" srcOrd="2" destOrd="0" parTransId="{424A67C5-301F-4329-905A-93529692200E}" sibTransId="{9BCDE4D9-F228-4365-BE1C-B6E30A1CC28B}"/>
    <dgm:cxn modelId="{C25EBA1F-5D08-4D02-887B-DDB66C71ACDD}" type="presOf" srcId="{D4CBE808-0C08-4635-9AE3-978F142C8820}" destId="{DC1A65C5-258F-423D-80EC-05B2F3EC8D32}" srcOrd="0" destOrd="0" presId="urn:microsoft.com/office/officeart/2005/8/layout/vList2"/>
    <dgm:cxn modelId="{8808F029-6209-426F-BD68-DDF57C64C69F}" type="presOf" srcId="{A575A079-1ED7-47D0-9E5E-16161E54432F}" destId="{507A5167-1639-4D02-A995-61A56A4B8813}" srcOrd="0" destOrd="0" presId="urn:microsoft.com/office/officeart/2005/8/layout/vList2"/>
    <dgm:cxn modelId="{48B45639-0DA5-4045-AECF-87279A8A3A8C}" srcId="{2964F03B-2C79-492B-877E-2CD2036AA7C1}" destId="{9C11855C-D992-4F18-9D22-0B60E16356B2}" srcOrd="1" destOrd="0" parTransId="{AC31F793-711E-4718-A81A-C84FC9C9B8CD}" sibTransId="{BDF627C6-4259-49F4-A1A1-830730F09DAC}"/>
    <dgm:cxn modelId="{F719653A-916A-4E90-9179-E35EB4B04DDC}" srcId="{9DD937E6-DF26-4688-AB67-B2BE2D727574}" destId="{2F8E1721-8BAF-4C42-AB98-471E56CC16CF}" srcOrd="2" destOrd="0" parTransId="{B0DB4461-52AD-47BC-A39E-ED51AF9C30BE}" sibTransId="{38612721-D69F-44EB-9C05-75F7DDB34851}"/>
    <dgm:cxn modelId="{59CA893D-3855-4CC4-BE83-22E48A5FC0E4}" srcId="{9DD937E6-DF26-4688-AB67-B2BE2D727574}" destId="{B2A38F38-A82D-446E-9CB1-AC5CEC87CA27}" srcOrd="1" destOrd="0" parTransId="{BFADA202-7403-4B7C-8DA7-5EB1B9CE3CFF}" sibTransId="{B66AC8F9-25D3-4122-9F93-CE53F4CE31B5}"/>
    <dgm:cxn modelId="{4C775241-19B9-4E84-B018-7AB602B82716}" type="presOf" srcId="{2F8E1721-8BAF-4C42-AB98-471E56CC16CF}" destId="{DC1A65C5-258F-423D-80EC-05B2F3EC8D32}" srcOrd="0" destOrd="2" presId="urn:microsoft.com/office/officeart/2005/8/layout/vList2"/>
    <dgm:cxn modelId="{19E4F546-E9B8-4F14-B4FD-66687344258B}" type="presOf" srcId="{2964F03B-2C79-492B-877E-2CD2036AA7C1}" destId="{9BFEBE9E-5D1C-4F49-BEE4-9D1DE12065D2}" srcOrd="0" destOrd="0" presId="urn:microsoft.com/office/officeart/2005/8/layout/vList2"/>
    <dgm:cxn modelId="{E62B554F-D457-4D3A-BAE0-C54040FDF7BD}" srcId="{2964F03B-2C79-492B-877E-2CD2036AA7C1}" destId="{9DD937E6-DF26-4688-AB67-B2BE2D727574}" srcOrd="3" destOrd="0" parTransId="{97D633B5-EB87-4EE3-9575-9481F3932B61}" sibTransId="{74C822C9-96B6-467C-B659-49FE628FE4A4}"/>
    <dgm:cxn modelId="{2892D475-56BA-4308-B15B-163B6445E20F}" srcId="{2964F03B-2C79-492B-877E-2CD2036AA7C1}" destId="{A575A079-1ED7-47D0-9E5E-16161E54432F}" srcOrd="0" destOrd="0" parTransId="{68140B68-7FFD-4C02-AD64-E24D1D1C142A}" sibTransId="{F2DA6988-BA61-4849-A12E-741582F8D9CA}"/>
    <dgm:cxn modelId="{DBADD49F-41D2-4D0F-B2A8-A765809A4B3C}" type="presOf" srcId="{9C11855C-D992-4F18-9D22-0B60E16356B2}" destId="{CF2B06C6-8BD0-42F1-8052-C1A231291EFE}" srcOrd="0" destOrd="0" presId="urn:microsoft.com/office/officeart/2005/8/layout/vList2"/>
    <dgm:cxn modelId="{44BF58AA-EF79-46E9-BC73-5739EEA41365}" type="presOf" srcId="{2143867A-0183-4A08-9CDE-32F1950B7AED}" destId="{666262C5-D300-44E6-AACD-E278B0E7AE1E}" srcOrd="0" destOrd="0" presId="urn:microsoft.com/office/officeart/2005/8/layout/vList2"/>
    <dgm:cxn modelId="{6BD5BAC2-CCFB-4EA9-8A00-079F3FD2F90E}" srcId="{9DD937E6-DF26-4688-AB67-B2BE2D727574}" destId="{D4CBE808-0C08-4635-9AE3-978F142C8820}" srcOrd="0" destOrd="0" parTransId="{8A53AF4F-1C24-4EC8-96EE-0611773172D5}" sibTransId="{AB84DBA5-4C4C-4D4E-8052-03A1EBF8644A}"/>
    <dgm:cxn modelId="{5BC956EC-71F0-4B24-90B4-6D6F5083F831}" type="presOf" srcId="{B2A38F38-A82D-446E-9CB1-AC5CEC87CA27}" destId="{DC1A65C5-258F-423D-80EC-05B2F3EC8D32}" srcOrd="0" destOrd="1" presId="urn:microsoft.com/office/officeart/2005/8/layout/vList2"/>
    <dgm:cxn modelId="{1DFE74FC-BB7E-4D8E-8A6D-DE21845ECAAA}" type="presOf" srcId="{9DD937E6-DF26-4688-AB67-B2BE2D727574}" destId="{8B2E4B8D-E6EF-49E3-BB8E-18003CB4694C}" srcOrd="0" destOrd="0" presId="urn:microsoft.com/office/officeart/2005/8/layout/vList2"/>
    <dgm:cxn modelId="{770C6E34-EE8F-4CC2-8653-4D0C98E6F4F2}" type="presParOf" srcId="{9BFEBE9E-5D1C-4F49-BEE4-9D1DE12065D2}" destId="{507A5167-1639-4D02-A995-61A56A4B8813}" srcOrd="0" destOrd="0" presId="urn:microsoft.com/office/officeart/2005/8/layout/vList2"/>
    <dgm:cxn modelId="{6F53D5E4-1BF0-4136-9DA7-4D034E6B98DE}" type="presParOf" srcId="{9BFEBE9E-5D1C-4F49-BEE4-9D1DE12065D2}" destId="{957F6D40-8E0D-4392-9382-E088AC74D9E6}" srcOrd="1" destOrd="0" presId="urn:microsoft.com/office/officeart/2005/8/layout/vList2"/>
    <dgm:cxn modelId="{A6FF35FE-B232-4B29-A19E-A3833B7173B6}" type="presParOf" srcId="{9BFEBE9E-5D1C-4F49-BEE4-9D1DE12065D2}" destId="{CF2B06C6-8BD0-42F1-8052-C1A231291EFE}" srcOrd="2" destOrd="0" presId="urn:microsoft.com/office/officeart/2005/8/layout/vList2"/>
    <dgm:cxn modelId="{95CA3925-AEDA-4C84-B1BB-7CFF8C3DE5E2}" type="presParOf" srcId="{9BFEBE9E-5D1C-4F49-BEE4-9D1DE12065D2}" destId="{10734EAB-4E87-4D64-BB9E-F7C091238E9C}" srcOrd="3" destOrd="0" presId="urn:microsoft.com/office/officeart/2005/8/layout/vList2"/>
    <dgm:cxn modelId="{49C19151-D65F-46D5-ABA6-F657C52BB52B}" type="presParOf" srcId="{9BFEBE9E-5D1C-4F49-BEE4-9D1DE12065D2}" destId="{666262C5-D300-44E6-AACD-E278B0E7AE1E}" srcOrd="4" destOrd="0" presId="urn:microsoft.com/office/officeart/2005/8/layout/vList2"/>
    <dgm:cxn modelId="{BF8A1D9C-75D4-43EB-8A1A-74E83FF92E8A}" type="presParOf" srcId="{9BFEBE9E-5D1C-4F49-BEE4-9D1DE12065D2}" destId="{78944D92-439F-44FD-B046-D6364178101C}" srcOrd="5" destOrd="0" presId="urn:microsoft.com/office/officeart/2005/8/layout/vList2"/>
    <dgm:cxn modelId="{7F46B386-502E-4AAE-BB2A-5B0E7FB3635B}" type="presParOf" srcId="{9BFEBE9E-5D1C-4F49-BEE4-9D1DE12065D2}" destId="{8B2E4B8D-E6EF-49E3-BB8E-18003CB4694C}" srcOrd="6" destOrd="0" presId="urn:microsoft.com/office/officeart/2005/8/layout/vList2"/>
    <dgm:cxn modelId="{33FCB536-7A7D-470F-AC6A-28E4146B2A17}" type="presParOf" srcId="{9BFEBE9E-5D1C-4F49-BEE4-9D1DE12065D2}" destId="{DC1A65C5-258F-423D-80EC-05B2F3EC8D32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763D1C1-A62A-4A2F-8E87-834369804A48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D35155F-54A4-4F57-972F-437DF059D2AD}">
      <dgm:prSet/>
      <dgm:spPr/>
      <dgm:t>
        <a:bodyPr/>
        <a:lstStyle/>
        <a:p>
          <a:r>
            <a:rPr lang="en-GB"/>
            <a:t>Maven is a project management and comprehension tool</a:t>
          </a:r>
          <a:endParaRPr lang="en-US"/>
        </a:p>
      </dgm:t>
    </dgm:pt>
    <dgm:pt modelId="{5F463C35-BC89-4B27-A39A-34A8D080507B}" type="parTrans" cxnId="{11577553-6E5F-486F-A8C7-06A94FE33679}">
      <dgm:prSet/>
      <dgm:spPr/>
      <dgm:t>
        <a:bodyPr/>
        <a:lstStyle/>
        <a:p>
          <a:endParaRPr lang="en-US"/>
        </a:p>
      </dgm:t>
    </dgm:pt>
    <dgm:pt modelId="{482E5514-09F9-4AA5-8D84-08DCEC1EA2CF}" type="sibTrans" cxnId="{11577553-6E5F-486F-A8C7-06A94FE33679}">
      <dgm:prSet/>
      <dgm:spPr/>
      <dgm:t>
        <a:bodyPr/>
        <a:lstStyle/>
        <a:p>
          <a:endParaRPr lang="en-US"/>
        </a:p>
      </dgm:t>
    </dgm:pt>
    <dgm:pt modelId="{8426E3F8-9E9D-4DB4-B547-9A0E813DE53B}">
      <dgm:prSet/>
      <dgm:spPr/>
      <dgm:t>
        <a:bodyPr/>
        <a:lstStyle/>
        <a:p>
          <a:r>
            <a:rPr lang="en-GB"/>
            <a:t>Based on the Project Object Model (POM)</a:t>
          </a:r>
          <a:endParaRPr lang="en-US"/>
        </a:p>
      </dgm:t>
    </dgm:pt>
    <dgm:pt modelId="{78DA77EF-2E7E-4A3C-ACAA-770F3A36C73B}" type="parTrans" cxnId="{E11D1906-6AE6-4AA0-A295-264F0B571E26}">
      <dgm:prSet/>
      <dgm:spPr/>
      <dgm:t>
        <a:bodyPr/>
        <a:lstStyle/>
        <a:p>
          <a:endParaRPr lang="en-US"/>
        </a:p>
      </dgm:t>
    </dgm:pt>
    <dgm:pt modelId="{303E79EA-623A-4C98-A76B-A3214935FB06}" type="sibTrans" cxnId="{E11D1906-6AE6-4AA0-A295-264F0B571E26}">
      <dgm:prSet/>
      <dgm:spPr/>
      <dgm:t>
        <a:bodyPr/>
        <a:lstStyle/>
        <a:p>
          <a:endParaRPr lang="en-US"/>
        </a:p>
      </dgm:t>
    </dgm:pt>
    <dgm:pt modelId="{37190556-F622-426F-80BC-53EB69DC557C}">
      <dgm:prSet/>
      <dgm:spPr/>
      <dgm:t>
        <a:bodyPr/>
        <a:lstStyle/>
        <a:p>
          <a:r>
            <a:rPr lang="en-GB"/>
            <a:t>Automates build, documentation, reporting, and dependency management</a:t>
          </a:r>
          <a:endParaRPr lang="en-US"/>
        </a:p>
      </dgm:t>
    </dgm:pt>
    <dgm:pt modelId="{C7CDE0A6-84BF-4057-B298-C7FBADFBA3C7}" type="parTrans" cxnId="{BFC29944-928A-4DAC-9051-B6AE1D576FBE}">
      <dgm:prSet/>
      <dgm:spPr/>
      <dgm:t>
        <a:bodyPr/>
        <a:lstStyle/>
        <a:p>
          <a:endParaRPr lang="en-US"/>
        </a:p>
      </dgm:t>
    </dgm:pt>
    <dgm:pt modelId="{C08FAEE3-B354-4249-8ACF-F90FEE755809}" type="sibTrans" cxnId="{BFC29944-928A-4DAC-9051-B6AE1D576FBE}">
      <dgm:prSet/>
      <dgm:spPr/>
      <dgm:t>
        <a:bodyPr/>
        <a:lstStyle/>
        <a:p>
          <a:endParaRPr lang="en-US"/>
        </a:p>
      </dgm:t>
    </dgm:pt>
    <dgm:pt modelId="{081CDE2A-0215-46BF-9B5E-5E13889A974B}">
      <dgm:prSet/>
      <dgm:spPr/>
      <dgm:t>
        <a:bodyPr/>
        <a:lstStyle/>
        <a:p>
          <a:r>
            <a:rPr lang="en-GB"/>
            <a:t>Originally created for the Jakarta Turbine project</a:t>
          </a:r>
          <a:endParaRPr lang="en-US"/>
        </a:p>
      </dgm:t>
    </dgm:pt>
    <dgm:pt modelId="{7EBA95E6-C896-402C-AD4E-560D91518EA3}" type="parTrans" cxnId="{0F954DB3-E11E-4FC9-8064-CFA66F425ADB}">
      <dgm:prSet/>
      <dgm:spPr/>
      <dgm:t>
        <a:bodyPr/>
        <a:lstStyle/>
        <a:p>
          <a:endParaRPr lang="en-US"/>
        </a:p>
      </dgm:t>
    </dgm:pt>
    <dgm:pt modelId="{FFDDD0C2-FC27-4555-B5D0-904212129491}" type="sibTrans" cxnId="{0F954DB3-E11E-4FC9-8064-CFA66F425ADB}">
      <dgm:prSet/>
      <dgm:spPr/>
      <dgm:t>
        <a:bodyPr/>
        <a:lstStyle/>
        <a:p>
          <a:endParaRPr lang="en-US"/>
        </a:p>
      </dgm:t>
    </dgm:pt>
    <dgm:pt modelId="{3F3D6910-1C90-4E41-AEC4-9013BE337A18}" type="pres">
      <dgm:prSet presAssocID="{E763D1C1-A62A-4A2F-8E87-834369804A48}" presName="matrix" presStyleCnt="0">
        <dgm:presLayoutVars>
          <dgm:chMax val="1"/>
          <dgm:dir/>
          <dgm:resizeHandles val="exact"/>
        </dgm:presLayoutVars>
      </dgm:prSet>
      <dgm:spPr/>
    </dgm:pt>
    <dgm:pt modelId="{76F55E97-8782-48CB-A720-2C859071D8EF}" type="pres">
      <dgm:prSet presAssocID="{E763D1C1-A62A-4A2F-8E87-834369804A48}" presName="diamond" presStyleLbl="bgShp" presStyleIdx="0" presStyleCnt="1"/>
      <dgm:spPr/>
    </dgm:pt>
    <dgm:pt modelId="{934AA1B4-3B2C-4CB7-8C94-73AFB2FE6157}" type="pres">
      <dgm:prSet presAssocID="{E763D1C1-A62A-4A2F-8E87-834369804A4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D26E320-E598-4515-A433-576458E3BA9D}" type="pres">
      <dgm:prSet presAssocID="{E763D1C1-A62A-4A2F-8E87-834369804A4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6858A3C-EC5C-4D18-A8B0-3C5854E4F462}" type="pres">
      <dgm:prSet presAssocID="{E763D1C1-A62A-4A2F-8E87-834369804A4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02DC813-966F-4C9B-AD9C-60116A152C7B}" type="pres">
      <dgm:prSet presAssocID="{E763D1C1-A62A-4A2F-8E87-834369804A4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11D1906-6AE6-4AA0-A295-264F0B571E26}" srcId="{E763D1C1-A62A-4A2F-8E87-834369804A48}" destId="{8426E3F8-9E9D-4DB4-B547-9A0E813DE53B}" srcOrd="1" destOrd="0" parTransId="{78DA77EF-2E7E-4A3C-ACAA-770F3A36C73B}" sibTransId="{303E79EA-623A-4C98-A76B-A3214935FB06}"/>
    <dgm:cxn modelId="{E42D283C-92FC-473A-8231-290B3D7BC33A}" type="presOf" srcId="{8426E3F8-9E9D-4DB4-B547-9A0E813DE53B}" destId="{DD26E320-E598-4515-A433-576458E3BA9D}" srcOrd="0" destOrd="0" presId="urn:microsoft.com/office/officeart/2005/8/layout/matrix3"/>
    <dgm:cxn modelId="{3017B35B-B95C-4255-AF25-D4C620A5E39D}" type="presOf" srcId="{E763D1C1-A62A-4A2F-8E87-834369804A48}" destId="{3F3D6910-1C90-4E41-AEC4-9013BE337A18}" srcOrd="0" destOrd="0" presId="urn:microsoft.com/office/officeart/2005/8/layout/matrix3"/>
    <dgm:cxn modelId="{BFC29944-928A-4DAC-9051-B6AE1D576FBE}" srcId="{E763D1C1-A62A-4A2F-8E87-834369804A48}" destId="{37190556-F622-426F-80BC-53EB69DC557C}" srcOrd="2" destOrd="0" parTransId="{C7CDE0A6-84BF-4057-B298-C7FBADFBA3C7}" sibTransId="{C08FAEE3-B354-4249-8ACF-F90FEE755809}"/>
    <dgm:cxn modelId="{11577553-6E5F-486F-A8C7-06A94FE33679}" srcId="{E763D1C1-A62A-4A2F-8E87-834369804A48}" destId="{3D35155F-54A4-4F57-972F-437DF059D2AD}" srcOrd="0" destOrd="0" parTransId="{5F463C35-BC89-4B27-A39A-34A8D080507B}" sibTransId="{482E5514-09F9-4AA5-8D84-08DCEC1EA2CF}"/>
    <dgm:cxn modelId="{4D77177F-1B20-4F3A-B7FE-EF84952FB0E4}" type="presOf" srcId="{081CDE2A-0215-46BF-9B5E-5E13889A974B}" destId="{102DC813-966F-4C9B-AD9C-60116A152C7B}" srcOrd="0" destOrd="0" presId="urn:microsoft.com/office/officeart/2005/8/layout/matrix3"/>
    <dgm:cxn modelId="{E2DE56AA-1B75-4538-B6FF-9DEFD1726279}" type="presOf" srcId="{37190556-F622-426F-80BC-53EB69DC557C}" destId="{E6858A3C-EC5C-4D18-A8B0-3C5854E4F462}" srcOrd="0" destOrd="0" presId="urn:microsoft.com/office/officeart/2005/8/layout/matrix3"/>
    <dgm:cxn modelId="{B11134B3-801F-4335-BAAC-F12E765A4C37}" type="presOf" srcId="{3D35155F-54A4-4F57-972F-437DF059D2AD}" destId="{934AA1B4-3B2C-4CB7-8C94-73AFB2FE6157}" srcOrd="0" destOrd="0" presId="urn:microsoft.com/office/officeart/2005/8/layout/matrix3"/>
    <dgm:cxn modelId="{0F954DB3-E11E-4FC9-8064-CFA66F425ADB}" srcId="{E763D1C1-A62A-4A2F-8E87-834369804A48}" destId="{081CDE2A-0215-46BF-9B5E-5E13889A974B}" srcOrd="3" destOrd="0" parTransId="{7EBA95E6-C896-402C-AD4E-560D91518EA3}" sibTransId="{FFDDD0C2-FC27-4555-B5D0-904212129491}"/>
    <dgm:cxn modelId="{4DC37C62-1A7B-492C-A67E-92F6BCA1FEE4}" type="presParOf" srcId="{3F3D6910-1C90-4E41-AEC4-9013BE337A18}" destId="{76F55E97-8782-48CB-A720-2C859071D8EF}" srcOrd="0" destOrd="0" presId="urn:microsoft.com/office/officeart/2005/8/layout/matrix3"/>
    <dgm:cxn modelId="{8030D67F-43A7-4338-B368-7167530CFABA}" type="presParOf" srcId="{3F3D6910-1C90-4E41-AEC4-9013BE337A18}" destId="{934AA1B4-3B2C-4CB7-8C94-73AFB2FE6157}" srcOrd="1" destOrd="0" presId="urn:microsoft.com/office/officeart/2005/8/layout/matrix3"/>
    <dgm:cxn modelId="{6131D58B-EFD9-417D-B7AF-6BA08DDF2B69}" type="presParOf" srcId="{3F3D6910-1C90-4E41-AEC4-9013BE337A18}" destId="{DD26E320-E598-4515-A433-576458E3BA9D}" srcOrd="2" destOrd="0" presId="urn:microsoft.com/office/officeart/2005/8/layout/matrix3"/>
    <dgm:cxn modelId="{322F2C83-11EB-4C73-B9E1-EA6702213A38}" type="presParOf" srcId="{3F3D6910-1C90-4E41-AEC4-9013BE337A18}" destId="{E6858A3C-EC5C-4D18-A8B0-3C5854E4F462}" srcOrd="3" destOrd="0" presId="urn:microsoft.com/office/officeart/2005/8/layout/matrix3"/>
    <dgm:cxn modelId="{067C3085-CFE9-4736-A6A9-470550B998AD}" type="presParOf" srcId="{3F3D6910-1C90-4E41-AEC4-9013BE337A18}" destId="{102DC813-966F-4C9B-AD9C-60116A152C7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37BCA04-5520-43A5-91EF-004D4E2D8C4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85E89D1-EF41-4568-91F8-96E8D1C8C70C}">
      <dgm:prSet/>
      <dgm:spPr/>
      <dgm:t>
        <a:bodyPr/>
        <a:lstStyle/>
        <a:p>
          <a:r>
            <a:rPr lang="en-IN"/>
            <a:t>Dependency management</a:t>
          </a:r>
          <a:endParaRPr lang="en-US"/>
        </a:p>
      </dgm:t>
    </dgm:pt>
    <dgm:pt modelId="{D346F569-F112-49C9-92CB-C280DC548063}" type="parTrans" cxnId="{0B2732AB-F27B-449D-8A79-C45004117B6A}">
      <dgm:prSet/>
      <dgm:spPr/>
      <dgm:t>
        <a:bodyPr/>
        <a:lstStyle/>
        <a:p>
          <a:endParaRPr lang="en-US"/>
        </a:p>
      </dgm:t>
    </dgm:pt>
    <dgm:pt modelId="{17C7C0CB-68A2-435F-BFBA-C4767A62D0CB}" type="sibTrans" cxnId="{0B2732AB-F27B-449D-8A79-C45004117B6A}">
      <dgm:prSet/>
      <dgm:spPr/>
      <dgm:t>
        <a:bodyPr/>
        <a:lstStyle/>
        <a:p>
          <a:endParaRPr lang="en-US"/>
        </a:p>
      </dgm:t>
    </dgm:pt>
    <dgm:pt modelId="{AA014743-A54A-47D5-B061-3014B18E3D5B}">
      <dgm:prSet/>
      <dgm:spPr/>
      <dgm:t>
        <a:bodyPr/>
        <a:lstStyle/>
        <a:p>
          <a:r>
            <a:rPr lang="en-IN"/>
            <a:t>Build lifecycle automation</a:t>
          </a:r>
          <a:endParaRPr lang="en-US"/>
        </a:p>
      </dgm:t>
    </dgm:pt>
    <dgm:pt modelId="{95A20FDF-9B1A-4E7F-9470-4A182AC4D809}" type="parTrans" cxnId="{DF45BE73-F5DA-44B7-A5C9-1F3EC8D63589}">
      <dgm:prSet/>
      <dgm:spPr/>
      <dgm:t>
        <a:bodyPr/>
        <a:lstStyle/>
        <a:p>
          <a:endParaRPr lang="en-US"/>
        </a:p>
      </dgm:t>
    </dgm:pt>
    <dgm:pt modelId="{CDD7CD0F-01FD-44FB-973E-1AE3C9ADFA29}" type="sibTrans" cxnId="{DF45BE73-F5DA-44B7-A5C9-1F3EC8D63589}">
      <dgm:prSet/>
      <dgm:spPr/>
      <dgm:t>
        <a:bodyPr/>
        <a:lstStyle/>
        <a:p>
          <a:endParaRPr lang="en-US"/>
        </a:p>
      </dgm:t>
    </dgm:pt>
    <dgm:pt modelId="{14AE72C0-8BFE-4226-9520-F8E4EF16F871}">
      <dgm:prSet/>
      <dgm:spPr/>
      <dgm:t>
        <a:bodyPr/>
        <a:lstStyle/>
        <a:p>
          <a:r>
            <a:rPr lang="en-IN"/>
            <a:t>Standard directory structure</a:t>
          </a:r>
          <a:endParaRPr lang="en-US"/>
        </a:p>
      </dgm:t>
    </dgm:pt>
    <dgm:pt modelId="{B764DF76-6E55-4BCA-AD12-FA7BFF9CCDD9}" type="parTrans" cxnId="{DBCF7AEF-6273-42BC-972D-C8B11007490F}">
      <dgm:prSet/>
      <dgm:spPr/>
      <dgm:t>
        <a:bodyPr/>
        <a:lstStyle/>
        <a:p>
          <a:endParaRPr lang="en-US"/>
        </a:p>
      </dgm:t>
    </dgm:pt>
    <dgm:pt modelId="{AAA791E3-5BD9-4068-8FE7-EEE5412CBF37}" type="sibTrans" cxnId="{DBCF7AEF-6273-42BC-972D-C8B11007490F}">
      <dgm:prSet/>
      <dgm:spPr/>
      <dgm:t>
        <a:bodyPr/>
        <a:lstStyle/>
        <a:p>
          <a:endParaRPr lang="en-US"/>
        </a:p>
      </dgm:t>
    </dgm:pt>
    <dgm:pt modelId="{3EF56DB6-D9A9-4EEB-901F-CBEAE782747E}">
      <dgm:prSet/>
      <dgm:spPr/>
      <dgm:t>
        <a:bodyPr/>
        <a:lstStyle/>
        <a:p>
          <a:r>
            <a:rPr lang="en-IN"/>
            <a:t>Project documentation and reporting</a:t>
          </a:r>
          <a:endParaRPr lang="en-US"/>
        </a:p>
      </dgm:t>
    </dgm:pt>
    <dgm:pt modelId="{B22C34F4-1219-45D6-BBF7-7673B104FA27}" type="parTrans" cxnId="{C8B11170-9CFF-43BB-8C0E-75C0F2AE84EA}">
      <dgm:prSet/>
      <dgm:spPr/>
      <dgm:t>
        <a:bodyPr/>
        <a:lstStyle/>
        <a:p>
          <a:endParaRPr lang="en-US"/>
        </a:p>
      </dgm:t>
    </dgm:pt>
    <dgm:pt modelId="{10F09B14-9A6F-46EA-909B-0A3545A1ECE7}" type="sibTrans" cxnId="{C8B11170-9CFF-43BB-8C0E-75C0F2AE84EA}">
      <dgm:prSet/>
      <dgm:spPr/>
      <dgm:t>
        <a:bodyPr/>
        <a:lstStyle/>
        <a:p>
          <a:endParaRPr lang="en-US"/>
        </a:p>
      </dgm:t>
    </dgm:pt>
    <dgm:pt modelId="{51FC5329-ABE0-4417-BB84-691D9EBE7D15}">
      <dgm:prSet/>
      <dgm:spPr/>
      <dgm:t>
        <a:bodyPr/>
        <a:lstStyle/>
        <a:p>
          <a:r>
            <a:rPr lang="en-IN"/>
            <a:t>Central and local repositories</a:t>
          </a:r>
          <a:endParaRPr lang="en-US"/>
        </a:p>
      </dgm:t>
    </dgm:pt>
    <dgm:pt modelId="{CCBBB07D-9E8F-4B84-A0D5-D86471C679F2}" type="parTrans" cxnId="{FB38B7EA-27B1-45E4-A87A-843D8B6D72A2}">
      <dgm:prSet/>
      <dgm:spPr/>
      <dgm:t>
        <a:bodyPr/>
        <a:lstStyle/>
        <a:p>
          <a:endParaRPr lang="en-US"/>
        </a:p>
      </dgm:t>
    </dgm:pt>
    <dgm:pt modelId="{D25BBF57-E3CD-48D9-8E6B-6D7BA408558A}" type="sibTrans" cxnId="{FB38B7EA-27B1-45E4-A87A-843D8B6D72A2}">
      <dgm:prSet/>
      <dgm:spPr/>
      <dgm:t>
        <a:bodyPr/>
        <a:lstStyle/>
        <a:p>
          <a:endParaRPr lang="en-US"/>
        </a:p>
      </dgm:t>
    </dgm:pt>
    <dgm:pt modelId="{6B920FCB-1611-4C61-9A3E-C6C3D960C03A}">
      <dgm:prSet/>
      <dgm:spPr/>
      <dgm:t>
        <a:bodyPr/>
        <a:lstStyle/>
        <a:p>
          <a:r>
            <a:rPr lang="en-IN"/>
            <a:t>Plugin-based extensibility</a:t>
          </a:r>
          <a:endParaRPr lang="en-US"/>
        </a:p>
      </dgm:t>
    </dgm:pt>
    <dgm:pt modelId="{E5D55A58-4ED5-40E4-B0C0-A0C416B324D2}" type="parTrans" cxnId="{FA2FF3ED-1417-4288-970B-04C0269246F4}">
      <dgm:prSet/>
      <dgm:spPr/>
      <dgm:t>
        <a:bodyPr/>
        <a:lstStyle/>
        <a:p>
          <a:endParaRPr lang="en-US"/>
        </a:p>
      </dgm:t>
    </dgm:pt>
    <dgm:pt modelId="{4F9C3FFB-39E8-4946-BCF4-C715C479A96B}" type="sibTrans" cxnId="{FA2FF3ED-1417-4288-970B-04C0269246F4}">
      <dgm:prSet/>
      <dgm:spPr/>
      <dgm:t>
        <a:bodyPr/>
        <a:lstStyle/>
        <a:p>
          <a:endParaRPr lang="en-US"/>
        </a:p>
      </dgm:t>
    </dgm:pt>
    <dgm:pt modelId="{C69ACD7A-F29C-44BA-A03B-0DC9E02264A9}" type="pres">
      <dgm:prSet presAssocID="{B37BCA04-5520-43A5-91EF-004D4E2D8C47}" presName="linear" presStyleCnt="0">
        <dgm:presLayoutVars>
          <dgm:animLvl val="lvl"/>
          <dgm:resizeHandles val="exact"/>
        </dgm:presLayoutVars>
      </dgm:prSet>
      <dgm:spPr/>
    </dgm:pt>
    <dgm:pt modelId="{C6698958-7DAF-4CFC-BCE7-EE631AC69203}" type="pres">
      <dgm:prSet presAssocID="{B85E89D1-EF41-4568-91F8-96E8D1C8C70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905C01D-3A72-4A69-92D4-8B3DAB494634}" type="pres">
      <dgm:prSet presAssocID="{17C7C0CB-68A2-435F-BFBA-C4767A62D0CB}" presName="spacer" presStyleCnt="0"/>
      <dgm:spPr/>
    </dgm:pt>
    <dgm:pt modelId="{C9D823DC-BECC-405B-B953-1CA0BD7D78CE}" type="pres">
      <dgm:prSet presAssocID="{AA014743-A54A-47D5-B061-3014B18E3D5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FD03AB1-306E-4808-B718-CA53E3A30A8E}" type="pres">
      <dgm:prSet presAssocID="{CDD7CD0F-01FD-44FB-973E-1AE3C9ADFA29}" presName="spacer" presStyleCnt="0"/>
      <dgm:spPr/>
    </dgm:pt>
    <dgm:pt modelId="{2529F0EB-FE17-4EB0-AA2D-1A8C8DD76A58}" type="pres">
      <dgm:prSet presAssocID="{14AE72C0-8BFE-4226-9520-F8E4EF16F87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2CAC524-DCE0-4681-AA19-C1D5978C2E32}" type="pres">
      <dgm:prSet presAssocID="{AAA791E3-5BD9-4068-8FE7-EEE5412CBF37}" presName="spacer" presStyleCnt="0"/>
      <dgm:spPr/>
    </dgm:pt>
    <dgm:pt modelId="{5A0F68DF-492E-44DD-B25B-B92B9AC91152}" type="pres">
      <dgm:prSet presAssocID="{3EF56DB6-D9A9-4EEB-901F-CBEAE782747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E9B6752-29E7-456D-B54B-E59D3C4FF5D1}" type="pres">
      <dgm:prSet presAssocID="{10F09B14-9A6F-46EA-909B-0A3545A1ECE7}" presName="spacer" presStyleCnt="0"/>
      <dgm:spPr/>
    </dgm:pt>
    <dgm:pt modelId="{75FE5425-5691-4ABF-AEA5-831ACA61673C}" type="pres">
      <dgm:prSet presAssocID="{51FC5329-ABE0-4417-BB84-691D9EBE7D1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6EB8078-26D1-4249-8503-60CCFEFCB03F}" type="pres">
      <dgm:prSet presAssocID="{D25BBF57-E3CD-48D9-8E6B-6D7BA408558A}" presName="spacer" presStyleCnt="0"/>
      <dgm:spPr/>
    </dgm:pt>
    <dgm:pt modelId="{CFF968E0-0D32-4603-BCEB-55A12038BA49}" type="pres">
      <dgm:prSet presAssocID="{6B920FCB-1611-4C61-9A3E-C6C3D960C03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8323427-E4AB-441F-AF94-5814F15C0C19}" type="presOf" srcId="{3EF56DB6-D9A9-4EEB-901F-CBEAE782747E}" destId="{5A0F68DF-492E-44DD-B25B-B92B9AC91152}" srcOrd="0" destOrd="0" presId="urn:microsoft.com/office/officeart/2005/8/layout/vList2"/>
    <dgm:cxn modelId="{0BFBDF29-A8C3-40FB-8415-D987F64BC423}" type="presOf" srcId="{14AE72C0-8BFE-4226-9520-F8E4EF16F871}" destId="{2529F0EB-FE17-4EB0-AA2D-1A8C8DD76A58}" srcOrd="0" destOrd="0" presId="urn:microsoft.com/office/officeart/2005/8/layout/vList2"/>
    <dgm:cxn modelId="{ED3FA43E-801F-4602-ABDE-E348325816B9}" type="presOf" srcId="{51FC5329-ABE0-4417-BB84-691D9EBE7D15}" destId="{75FE5425-5691-4ABF-AEA5-831ACA61673C}" srcOrd="0" destOrd="0" presId="urn:microsoft.com/office/officeart/2005/8/layout/vList2"/>
    <dgm:cxn modelId="{C8B11170-9CFF-43BB-8C0E-75C0F2AE84EA}" srcId="{B37BCA04-5520-43A5-91EF-004D4E2D8C47}" destId="{3EF56DB6-D9A9-4EEB-901F-CBEAE782747E}" srcOrd="3" destOrd="0" parTransId="{B22C34F4-1219-45D6-BBF7-7673B104FA27}" sibTransId="{10F09B14-9A6F-46EA-909B-0A3545A1ECE7}"/>
    <dgm:cxn modelId="{DF45BE73-F5DA-44B7-A5C9-1F3EC8D63589}" srcId="{B37BCA04-5520-43A5-91EF-004D4E2D8C47}" destId="{AA014743-A54A-47D5-B061-3014B18E3D5B}" srcOrd="1" destOrd="0" parTransId="{95A20FDF-9B1A-4E7F-9470-4A182AC4D809}" sibTransId="{CDD7CD0F-01FD-44FB-973E-1AE3C9ADFA29}"/>
    <dgm:cxn modelId="{3CCB0A96-6768-49A3-A56F-CDFF6ADFEA7F}" type="presOf" srcId="{B85E89D1-EF41-4568-91F8-96E8D1C8C70C}" destId="{C6698958-7DAF-4CFC-BCE7-EE631AC69203}" srcOrd="0" destOrd="0" presId="urn:microsoft.com/office/officeart/2005/8/layout/vList2"/>
    <dgm:cxn modelId="{0B2732AB-F27B-449D-8A79-C45004117B6A}" srcId="{B37BCA04-5520-43A5-91EF-004D4E2D8C47}" destId="{B85E89D1-EF41-4568-91F8-96E8D1C8C70C}" srcOrd="0" destOrd="0" parTransId="{D346F569-F112-49C9-92CB-C280DC548063}" sibTransId="{17C7C0CB-68A2-435F-BFBA-C4767A62D0CB}"/>
    <dgm:cxn modelId="{D86B45B9-ACB0-467A-AD52-3D20AE54A3E2}" type="presOf" srcId="{6B920FCB-1611-4C61-9A3E-C6C3D960C03A}" destId="{CFF968E0-0D32-4603-BCEB-55A12038BA49}" srcOrd="0" destOrd="0" presId="urn:microsoft.com/office/officeart/2005/8/layout/vList2"/>
    <dgm:cxn modelId="{F9B094D8-130B-4DD4-857F-54E14882FCD4}" type="presOf" srcId="{AA014743-A54A-47D5-B061-3014B18E3D5B}" destId="{C9D823DC-BECC-405B-B953-1CA0BD7D78CE}" srcOrd="0" destOrd="0" presId="urn:microsoft.com/office/officeart/2005/8/layout/vList2"/>
    <dgm:cxn modelId="{FB38B7EA-27B1-45E4-A87A-843D8B6D72A2}" srcId="{B37BCA04-5520-43A5-91EF-004D4E2D8C47}" destId="{51FC5329-ABE0-4417-BB84-691D9EBE7D15}" srcOrd="4" destOrd="0" parTransId="{CCBBB07D-9E8F-4B84-A0D5-D86471C679F2}" sibTransId="{D25BBF57-E3CD-48D9-8E6B-6D7BA408558A}"/>
    <dgm:cxn modelId="{FA2FF3ED-1417-4288-970B-04C0269246F4}" srcId="{B37BCA04-5520-43A5-91EF-004D4E2D8C47}" destId="{6B920FCB-1611-4C61-9A3E-C6C3D960C03A}" srcOrd="5" destOrd="0" parTransId="{E5D55A58-4ED5-40E4-B0C0-A0C416B324D2}" sibTransId="{4F9C3FFB-39E8-4946-BCF4-C715C479A96B}"/>
    <dgm:cxn modelId="{76D156EF-46FC-4664-83FC-3567E35C62BC}" type="presOf" srcId="{B37BCA04-5520-43A5-91EF-004D4E2D8C47}" destId="{C69ACD7A-F29C-44BA-A03B-0DC9E02264A9}" srcOrd="0" destOrd="0" presId="urn:microsoft.com/office/officeart/2005/8/layout/vList2"/>
    <dgm:cxn modelId="{DBCF7AEF-6273-42BC-972D-C8B11007490F}" srcId="{B37BCA04-5520-43A5-91EF-004D4E2D8C47}" destId="{14AE72C0-8BFE-4226-9520-F8E4EF16F871}" srcOrd="2" destOrd="0" parTransId="{B764DF76-6E55-4BCA-AD12-FA7BFF9CCDD9}" sibTransId="{AAA791E3-5BD9-4068-8FE7-EEE5412CBF37}"/>
    <dgm:cxn modelId="{0D2348AA-8306-4623-88A2-5EE708BEF6CC}" type="presParOf" srcId="{C69ACD7A-F29C-44BA-A03B-0DC9E02264A9}" destId="{C6698958-7DAF-4CFC-BCE7-EE631AC69203}" srcOrd="0" destOrd="0" presId="urn:microsoft.com/office/officeart/2005/8/layout/vList2"/>
    <dgm:cxn modelId="{C3599285-E749-4997-9BDE-72123CD2AE48}" type="presParOf" srcId="{C69ACD7A-F29C-44BA-A03B-0DC9E02264A9}" destId="{0905C01D-3A72-4A69-92D4-8B3DAB494634}" srcOrd="1" destOrd="0" presId="urn:microsoft.com/office/officeart/2005/8/layout/vList2"/>
    <dgm:cxn modelId="{1745BB45-015F-400C-92E2-374A8BC1BA1C}" type="presParOf" srcId="{C69ACD7A-F29C-44BA-A03B-0DC9E02264A9}" destId="{C9D823DC-BECC-405B-B953-1CA0BD7D78CE}" srcOrd="2" destOrd="0" presId="urn:microsoft.com/office/officeart/2005/8/layout/vList2"/>
    <dgm:cxn modelId="{502A54BF-187A-43D3-919D-4F394F3C178D}" type="presParOf" srcId="{C69ACD7A-F29C-44BA-A03B-0DC9E02264A9}" destId="{DFD03AB1-306E-4808-B718-CA53E3A30A8E}" srcOrd="3" destOrd="0" presId="urn:microsoft.com/office/officeart/2005/8/layout/vList2"/>
    <dgm:cxn modelId="{3B1202F2-BED2-4360-9329-8F4091C14028}" type="presParOf" srcId="{C69ACD7A-F29C-44BA-A03B-0DC9E02264A9}" destId="{2529F0EB-FE17-4EB0-AA2D-1A8C8DD76A58}" srcOrd="4" destOrd="0" presId="urn:microsoft.com/office/officeart/2005/8/layout/vList2"/>
    <dgm:cxn modelId="{8D9B2AFB-2BDC-46AD-8674-AA2CD9E00C45}" type="presParOf" srcId="{C69ACD7A-F29C-44BA-A03B-0DC9E02264A9}" destId="{62CAC524-DCE0-4681-AA19-C1D5978C2E32}" srcOrd="5" destOrd="0" presId="urn:microsoft.com/office/officeart/2005/8/layout/vList2"/>
    <dgm:cxn modelId="{9E69FC8A-B7EB-4201-A451-412BF32B524B}" type="presParOf" srcId="{C69ACD7A-F29C-44BA-A03B-0DC9E02264A9}" destId="{5A0F68DF-492E-44DD-B25B-B92B9AC91152}" srcOrd="6" destOrd="0" presId="urn:microsoft.com/office/officeart/2005/8/layout/vList2"/>
    <dgm:cxn modelId="{55D37096-B9E6-4BE9-B95C-C5C287F5CFC6}" type="presParOf" srcId="{C69ACD7A-F29C-44BA-A03B-0DC9E02264A9}" destId="{EE9B6752-29E7-456D-B54B-E59D3C4FF5D1}" srcOrd="7" destOrd="0" presId="urn:microsoft.com/office/officeart/2005/8/layout/vList2"/>
    <dgm:cxn modelId="{5A30DC32-60D3-4B4B-994C-17F259D2DB5B}" type="presParOf" srcId="{C69ACD7A-F29C-44BA-A03B-0DC9E02264A9}" destId="{75FE5425-5691-4ABF-AEA5-831ACA61673C}" srcOrd="8" destOrd="0" presId="urn:microsoft.com/office/officeart/2005/8/layout/vList2"/>
    <dgm:cxn modelId="{1EB82EC0-EC41-4FC5-8887-E246D89F2607}" type="presParOf" srcId="{C69ACD7A-F29C-44BA-A03B-0DC9E02264A9}" destId="{D6EB8078-26D1-4249-8503-60CCFEFCB03F}" srcOrd="9" destOrd="0" presId="urn:microsoft.com/office/officeart/2005/8/layout/vList2"/>
    <dgm:cxn modelId="{9225A026-518E-4DE6-AFCC-2832EF50EBB6}" type="presParOf" srcId="{C69ACD7A-F29C-44BA-A03B-0DC9E02264A9}" destId="{CFF968E0-0D32-4603-BCEB-55A12038BA4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0E86DB3-E081-4EAD-9ED2-8368621625F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43AEF04-03E4-405F-B071-F78D220442C9}">
      <dgm:prSet/>
      <dgm:spPr/>
      <dgm:t>
        <a:bodyPr/>
        <a:lstStyle/>
        <a:p>
          <a:r>
            <a:rPr lang="en-GB"/>
            <a:t>Local Repository: Stored on developer’s machine</a:t>
          </a:r>
          <a:endParaRPr lang="en-US"/>
        </a:p>
      </dgm:t>
    </dgm:pt>
    <dgm:pt modelId="{72A3C527-A53F-4EB7-850C-E863E1DD5F27}" type="parTrans" cxnId="{2522B74E-2CAB-4696-84D0-707115371FFA}">
      <dgm:prSet/>
      <dgm:spPr/>
      <dgm:t>
        <a:bodyPr/>
        <a:lstStyle/>
        <a:p>
          <a:endParaRPr lang="en-US"/>
        </a:p>
      </dgm:t>
    </dgm:pt>
    <dgm:pt modelId="{987F8ED3-03D1-4B75-940D-30DB574C9D09}" type="sibTrans" cxnId="{2522B74E-2CAB-4696-84D0-707115371FFA}">
      <dgm:prSet/>
      <dgm:spPr/>
      <dgm:t>
        <a:bodyPr/>
        <a:lstStyle/>
        <a:p>
          <a:endParaRPr lang="en-US"/>
        </a:p>
      </dgm:t>
    </dgm:pt>
    <dgm:pt modelId="{84EAE329-B065-484C-AC67-CDB89DCFC6EA}">
      <dgm:prSet/>
      <dgm:spPr/>
      <dgm:t>
        <a:bodyPr/>
        <a:lstStyle/>
        <a:p>
          <a:r>
            <a:rPr lang="en-GB"/>
            <a:t>Central Repository: Default public repo (Maven Central)</a:t>
          </a:r>
          <a:endParaRPr lang="en-US"/>
        </a:p>
      </dgm:t>
    </dgm:pt>
    <dgm:pt modelId="{00121EF4-1A2C-42E9-8F31-EDA0958FD780}" type="parTrans" cxnId="{7A4B7F8B-65EE-46E0-8D89-A064E621DC1C}">
      <dgm:prSet/>
      <dgm:spPr/>
      <dgm:t>
        <a:bodyPr/>
        <a:lstStyle/>
        <a:p>
          <a:endParaRPr lang="en-US"/>
        </a:p>
      </dgm:t>
    </dgm:pt>
    <dgm:pt modelId="{CC985DE7-6DBB-4FC0-9042-DB106E52D211}" type="sibTrans" cxnId="{7A4B7F8B-65EE-46E0-8D89-A064E621DC1C}">
      <dgm:prSet/>
      <dgm:spPr/>
      <dgm:t>
        <a:bodyPr/>
        <a:lstStyle/>
        <a:p>
          <a:endParaRPr lang="en-US"/>
        </a:p>
      </dgm:t>
    </dgm:pt>
    <dgm:pt modelId="{99656872-6D58-4606-B5AE-D2CBA95E4C33}">
      <dgm:prSet/>
      <dgm:spPr/>
      <dgm:t>
        <a:bodyPr/>
        <a:lstStyle/>
        <a:p>
          <a:r>
            <a:rPr lang="en-GB"/>
            <a:t>Remote Repository: Hosted by organizations or third parties</a:t>
          </a:r>
          <a:endParaRPr lang="en-US"/>
        </a:p>
      </dgm:t>
    </dgm:pt>
    <dgm:pt modelId="{2CE876EF-DECA-4A56-BF1E-6D3A195E9FE4}" type="parTrans" cxnId="{034083F4-01ED-40CC-88BA-F850FD8AC3C6}">
      <dgm:prSet/>
      <dgm:spPr/>
      <dgm:t>
        <a:bodyPr/>
        <a:lstStyle/>
        <a:p>
          <a:endParaRPr lang="en-US"/>
        </a:p>
      </dgm:t>
    </dgm:pt>
    <dgm:pt modelId="{5F02BA75-BBE5-46F3-97F0-444D0CBEF89A}" type="sibTrans" cxnId="{034083F4-01ED-40CC-88BA-F850FD8AC3C6}">
      <dgm:prSet/>
      <dgm:spPr/>
      <dgm:t>
        <a:bodyPr/>
        <a:lstStyle/>
        <a:p>
          <a:endParaRPr lang="en-US"/>
        </a:p>
      </dgm:t>
    </dgm:pt>
    <dgm:pt modelId="{4530BF0F-8630-41CE-A687-E2ED961B72A5}" type="pres">
      <dgm:prSet presAssocID="{F0E86DB3-E081-4EAD-9ED2-8368621625FB}" presName="root" presStyleCnt="0">
        <dgm:presLayoutVars>
          <dgm:dir/>
          <dgm:resizeHandles val="exact"/>
        </dgm:presLayoutVars>
      </dgm:prSet>
      <dgm:spPr/>
    </dgm:pt>
    <dgm:pt modelId="{07A58B20-7389-4801-A1A7-5CA9C2391331}" type="pres">
      <dgm:prSet presAssocID="{043AEF04-03E4-405F-B071-F78D220442C9}" presName="compNode" presStyleCnt="0"/>
      <dgm:spPr/>
    </dgm:pt>
    <dgm:pt modelId="{F79564C1-D52E-4E59-AF36-1BB7AD297502}" type="pres">
      <dgm:prSet presAssocID="{043AEF04-03E4-405F-B071-F78D220442C9}" presName="bgRect" presStyleLbl="bgShp" presStyleIdx="0" presStyleCnt="3"/>
      <dgm:spPr/>
    </dgm:pt>
    <dgm:pt modelId="{55751840-59F3-4D25-B58C-665A6A73BC22}" type="pres">
      <dgm:prSet presAssocID="{043AEF04-03E4-405F-B071-F78D220442C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0856CC0-F1AA-469D-B2B0-B0DDBAA127FC}" type="pres">
      <dgm:prSet presAssocID="{043AEF04-03E4-405F-B071-F78D220442C9}" presName="spaceRect" presStyleCnt="0"/>
      <dgm:spPr/>
    </dgm:pt>
    <dgm:pt modelId="{EE86D223-A77C-43B4-A9CE-64B8035D4D3F}" type="pres">
      <dgm:prSet presAssocID="{043AEF04-03E4-405F-B071-F78D220442C9}" presName="parTx" presStyleLbl="revTx" presStyleIdx="0" presStyleCnt="3">
        <dgm:presLayoutVars>
          <dgm:chMax val="0"/>
          <dgm:chPref val="0"/>
        </dgm:presLayoutVars>
      </dgm:prSet>
      <dgm:spPr/>
    </dgm:pt>
    <dgm:pt modelId="{5924C567-B744-4ED3-AB94-E5615DF21371}" type="pres">
      <dgm:prSet presAssocID="{987F8ED3-03D1-4B75-940D-30DB574C9D09}" presName="sibTrans" presStyleCnt="0"/>
      <dgm:spPr/>
    </dgm:pt>
    <dgm:pt modelId="{C8515810-B8F6-498A-9EF3-A16BDB30C524}" type="pres">
      <dgm:prSet presAssocID="{84EAE329-B065-484C-AC67-CDB89DCFC6EA}" presName="compNode" presStyleCnt="0"/>
      <dgm:spPr/>
    </dgm:pt>
    <dgm:pt modelId="{F6618084-58D3-498B-AFAD-C64E436CCAB0}" type="pres">
      <dgm:prSet presAssocID="{84EAE329-B065-484C-AC67-CDB89DCFC6EA}" presName="bgRect" presStyleLbl="bgShp" presStyleIdx="1" presStyleCnt="3"/>
      <dgm:spPr/>
    </dgm:pt>
    <dgm:pt modelId="{357163CB-9C01-4458-AA08-862BC6F42D82}" type="pres">
      <dgm:prSet presAssocID="{84EAE329-B065-484C-AC67-CDB89DCFC6E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F297819-F760-48AF-9868-8F06F3CDE5F8}" type="pres">
      <dgm:prSet presAssocID="{84EAE329-B065-484C-AC67-CDB89DCFC6EA}" presName="spaceRect" presStyleCnt="0"/>
      <dgm:spPr/>
    </dgm:pt>
    <dgm:pt modelId="{BE50DB27-4B95-4595-94A9-7B79E274AB46}" type="pres">
      <dgm:prSet presAssocID="{84EAE329-B065-484C-AC67-CDB89DCFC6EA}" presName="parTx" presStyleLbl="revTx" presStyleIdx="1" presStyleCnt="3">
        <dgm:presLayoutVars>
          <dgm:chMax val="0"/>
          <dgm:chPref val="0"/>
        </dgm:presLayoutVars>
      </dgm:prSet>
      <dgm:spPr/>
    </dgm:pt>
    <dgm:pt modelId="{B137D643-4CE5-4559-96F5-0CF3024BCC63}" type="pres">
      <dgm:prSet presAssocID="{CC985DE7-6DBB-4FC0-9042-DB106E52D211}" presName="sibTrans" presStyleCnt="0"/>
      <dgm:spPr/>
    </dgm:pt>
    <dgm:pt modelId="{F861F4AB-3ABE-4559-8482-5FF077B957EA}" type="pres">
      <dgm:prSet presAssocID="{99656872-6D58-4606-B5AE-D2CBA95E4C33}" presName="compNode" presStyleCnt="0"/>
      <dgm:spPr/>
    </dgm:pt>
    <dgm:pt modelId="{56091931-4A43-4E88-8268-77EBAD0A748C}" type="pres">
      <dgm:prSet presAssocID="{99656872-6D58-4606-B5AE-D2CBA95E4C33}" presName="bgRect" presStyleLbl="bgShp" presStyleIdx="2" presStyleCnt="3"/>
      <dgm:spPr/>
    </dgm:pt>
    <dgm:pt modelId="{C4FD5F53-4E22-4D5D-B80B-1F630608CC7C}" type="pres">
      <dgm:prSet presAssocID="{99656872-6D58-4606-B5AE-D2CBA95E4C3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6CFCCE4F-F3BC-4982-8F7B-2894B242FA4F}" type="pres">
      <dgm:prSet presAssocID="{99656872-6D58-4606-B5AE-D2CBA95E4C33}" presName="spaceRect" presStyleCnt="0"/>
      <dgm:spPr/>
    </dgm:pt>
    <dgm:pt modelId="{3F0AEFB3-0841-484F-BBE9-2915E0DF362B}" type="pres">
      <dgm:prSet presAssocID="{99656872-6D58-4606-B5AE-D2CBA95E4C3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677B324-9992-45AA-8578-6B58B26FB1C9}" type="presOf" srcId="{F0E86DB3-E081-4EAD-9ED2-8368621625FB}" destId="{4530BF0F-8630-41CE-A687-E2ED961B72A5}" srcOrd="0" destOrd="0" presId="urn:microsoft.com/office/officeart/2018/2/layout/IconVerticalSolidList"/>
    <dgm:cxn modelId="{0A14A043-8BD8-4276-9548-BD18749072A7}" type="presOf" srcId="{043AEF04-03E4-405F-B071-F78D220442C9}" destId="{EE86D223-A77C-43B4-A9CE-64B8035D4D3F}" srcOrd="0" destOrd="0" presId="urn:microsoft.com/office/officeart/2018/2/layout/IconVerticalSolidList"/>
    <dgm:cxn modelId="{2522B74E-2CAB-4696-84D0-707115371FFA}" srcId="{F0E86DB3-E081-4EAD-9ED2-8368621625FB}" destId="{043AEF04-03E4-405F-B071-F78D220442C9}" srcOrd="0" destOrd="0" parTransId="{72A3C527-A53F-4EB7-850C-E863E1DD5F27}" sibTransId="{987F8ED3-03D1-4B75-940D-30DB574C9D09}"/>
    <dgm:cxn modelId="{7A4B7F8B-65EE-46E0-8D89-A064E621DC1C}" srcId="{F0E86DB3-E081-4EAD-9ED2-8368621625FB}" destId="{84EAE329-B065-484C-AC67-CDB89DCFC6EA}" srcOrd="1" destOrd="0" parTransId="{00121EF4-1A2C-42E9-8F31-EDA0958FD780}" sibTransId="{CC985DE7-6DBB-4FC0-9042-DB106E52D211}"/>
    <dgm:cxn modelId="{A355A49C-2394-46AE-AE15-3249E43ECF56}" type="presOf" srcId="{99656872-6D58-4606-B5AE-D2CBA95E4C33}" destId="{3F0AEFB3-0841-484F-BBE9-2915E0DF362B}" srcOrd="0" destOrd="0" presId="urn:microsoft.com/office/officeart/2018/2/layout/IconVerticalSolidList"/>
    <dgm:cxn modelId="{6EFFE1DB-C474-4E70-B961-617D55A98C8C}" type="presOf" srcId="{84EAE329-B065-484C-AC67-CDB89DCFC6EA}" destId="{BE50DB27-4B95-4595-94A9-7B79E274AB46}" srcOrd="0" destOrd="0" presId="urn:microsoft.com/office/officeart/2018/2/layout/IconVerticalSolidList"/>
    <dgm:cxn modelId="{034083F4-01ED-40CC-88BA-F850FD8AC3C6}" srcId="{F0E86DB3-E081-4EAD-9ED2-8368621625FB}" destId="{99656872-6D58-4606-B5AE-D2CBA95E4C33}" srcOrd="2" destOrd="0" parTransId="{2CE876EF-DECA-4A56-BF1E-6D3A195E9FE4}" sibTransId="{5F02BA75-BBE5-46F3-97F0-444D0CBEF89A}"/>
    <dgm:cxn modelId="{CDE02188-495F-446B-A024-CDF36F7749FF}" type="presParOf" srcId="{4530BF0F-8630-41CE-A687-E2ED961B72A5}" destId="{07A58B20-7389-4801-A1A7-5CA9C2391331}" srcOrd="0" destOrd="0" presId="urn:microsoft.com/office/officeart/2018/2/layout/IconVerticalSolidList"/>
    <dgm:cxn modelId="{E14C8318-B399-4D59-B76E-67C65E9841FA}" type="presParOf" srcId="{07A58B20-7389-4801-A1A7-5CA9C2391331}" destId="{F79564C1-D52E-4E59-AF36-1BB7AD297502}" srcOrd="0" destOrd="0" presId="urn:microsoft.com/office/officeart/2018/2/layout/IconVerticalSolidList"/>
    <dgm:cxn modelId="{4915ABC7-3B9F-4493-A4A0-0DF0248DDE5C}" type="presParOf" srcId="{07A58B20-7389-4801-A1A7-5CA9C2391331}" destId="{55751840-59F3-4D25-B58C-665A6A73BC22}" srcOrd="1" destOrd="0" presId="urn:microsoft.com/office/officeart/2018/2/layout/IconVerticalSolidList"/>
    <dgm:cxn modelId="{92B7C202-84FA-4803-A177-3C9BE3AD5D2F}" type="presParOf" srcId="{07A58B20-7389-4801-A1A7-5CA9C2391331}" destId="{30856CC0-F1AA-469D-B2B0-B0DDBAA127FC}" srcOrd="2" destOrd="0" presId="urn:microsoft.com/office/officeart/2018/2/layout/IconVerticalSolidList"/>
    <dgm:cxn modelId="{8F72ED64-939E-4C3F-B2A4-5D474943FE5B}" type="presParOf" srcId="{07A58B20-7389-4801-A1A7-5CA9C2391331}" destId="{EE86D223-A77C-43B4-A9CE-64B8035D4D3F}" srcOrd="3" destOrd="0" presId="urn:microsoft.com/office/officeart/2018/2/layout/IconVerticalSolidList"/>
    <dgm:cxn modelId="{C0F97B70-8579-46B2-996D-D0EC5D9BFC27}" type="presParOf" srcId="{4530BF0F-8630-41CE-A687-E2ED961B72A5}" destId="{5924C567-B744-4ED3-AB94-E5615DF21371}" srcOrd="1" destOrd="0" presId="urn:microsoft.com/office/officeart/2018/2/layout/IconVerticalSolidList"/>
    <dgm:cxn modelId="{361F9773-2BBF-4438-9065-1C7AD33EBBC6}" type="presParOf" srcId="{4530BF0F-8630-41CE-A687-E2ED961B72A5}" destId="{C8515810-B8F6-498A-9EF3-A16BDB30C524}" srcOrd="2" destOrd="0" presId="urn:microsoft.com/office/officeart/2018/2/layout/IconVerticalSolidList"/>
    <dgm:cxn modelId="{44C0CA76-1EC5-4819-9AB6-42D7315E6A76}" type="presParOf" srcId="{C8515810-B8F6-498A-9EF3-A16BDB30C524}" destId="{F6618084-58D3-498B-AFAD-C64E436CCAB0}" srcOrd="0" destOrd="0" presId="urn:microsoft.com/office/officeart/2018/2/layout/IconVerticalSolidList"/>
    <dgm:cxn modelId="{CB65EAA6-B778-42EC-BAA0-616FB44F2908}" type="presParOf" srcId="{C8515810-B8F6-498A-9EF3-A16BDB30C524}" destId="{357163CB-9C01-4458-AA08-862BC6F42D82}" srcOrd="1" destOrd="0" presId="urn:microsoft.com/office/officeart/2018/2/layout/IconVerticalSolidList"/>
    <dgm:cxn modelId="{652FF353-98A2-48F0-9AF5-60BBB34D860F}" type="presParOf" srcId="{C8515810-B8F6-498A-9EF3-A16BDB30C524}" destId="{6F297819-F760-48AF-9868-8F06F3CDE5F8}" srcOrd="2" destOrd="0" presId="urn:microsoft.com/office/officeart/2018/2/layout/IconVerticalSolidList"/>
    <dgm:cxn modelId="{5473517D-1912-4DD6-8C17-29335AF9E028}" type="presParOf" srcId="{C8515810-B8F6-498A-9EF3-A16BDB30C524}" destId="{BE50DB27-4B95-4595-94A9-7B79E274AB46}" srcOrd="3" destOrd="0" presId="urn:microsoft.com/office/officeart/2018/2/layout/IconVerticalSolidList"/>
    <dgm:cxn modelId="{4F6D079D-887B-4206-A7E1-51843DC8C74F}" type="presParOf" srcId="{4530BF0F-8630-41CE-A687-E2ED961B72A5}" destId="{B137D643-4CE5-4559-96F5-0CF3024BCC63}" srcOrd="3" destOrd="0" presId="urn:microsoft.com/office/officeart/2018/2/layout/IconVerticalSolidList"/>
    <dgm:cxn modelId="{7E10C475-FB35-4703-87CD-1793A75E3430}" type="presParOf" srcId="{4530BF0F-8630-41CE-A687-E2ED961B72A5}" destId="{F861F4AB-3ABE-4559-8482-5FF077B957EA}" srcOrd="4" destOrd="0" presId="urn:microsoft.com/office/officeart/2018/2/layout/IconVerticalSolidList"/>
    <dgm:cxn modelId="{8C03846D-83C2-47CE-A5F9-42F0A41BC584}" type="presParOf" srcId="{F861F4AB-3ABE-4559-8482-5FF077B957EA}" destId="{56091931-4A43-4E88-8268-77EBAD0A748C}" srcOrd="0" destOrd="0" presId="urn:microsoft.com/office/officeart/2018/2/layout/IconVerticalSolidList"/>
    <dgm:cxn modelId="{AE78C21D-D56A-4764-B681-3A25300811F4}" type="presParOf" srcId="{F861F4AB-3ABE-4559-8482-5FF077B957EA}" destId="{C4FD5F53-4E22-4D5D-B80B-1F630608CC7C}" srcOrd="1" destOrd="0" presId="urn:microsoft.com/office/officeart/2018/2/layout/IconVerticalSolidList"/>
    <dgm:cxn modelId="{6C56D057-E031-44F5-AA9B-7CA30CFD0316}" type="presParOf" srcId="{F861F4AB-3ABE-4559-8482-5FF077B957EA}" destId="{6CFCCE4F-F3BC-4982-8F7B-2894B242FA4F}" srcOrd="2" destOrd="0" presId="urn:microsoft.com/office/officeart/2018/2/layout/IconVerticalSolidList"/>
    <dgm:cxn modelId="{3303B4DF-B70B-4930-8BC7-C83B32C7A9F2}" type="presParOf" srcId="{F861F4AB-3ABE-4559-8482-5FF077B957EA}" destId="{3F0AEFB3-0841-484F-BBE9-2915E0DF362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B7E4A55-5485-4F9A-9536-8EB40BE0ACAB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BADC132-E203-4AE8-B321-63DFF5B25A08}">
      <dgm:prSet/>
      <dgm:spPr/>
      <dgm:t>
        <a:bodyPr/>
        <a:lstStyle/>
        <a:p>
          <a:r>
            <a:rPr lang="en-GB"/>
            <a:t>A method of packaging software with its dependencies</a:t>
          </a:r>
          <a:endParaRPr lang="en-US"/>
        </a:p>
      </dgm:t>
    </dgm:pt>
    <dgm:pt modelId="{4658C451-BF39-4539-BF21-7DC5DA0F71B4}" type="parTrans" cxnId="{EB2FE717-84DF-439C-822C-5209853A8674}">
      <dgm:prSet/>
      <dgm:spPr/>
      <dgm:t>
        <a:bodyPr/>
        <a:lstStyle/>
        <a:p>
          <a:endParaRPr lang="en-US"/>
        </a:p>
      </dgm:t>
    </dgm:pt>
    <dgm:pt modelId="{C9CCDF50-A4B5-4B3A-AFF2-CFD548702EDC}" type="sibTrans" cxnId="{EB2FE717-84DF-439C-822C-5209853A8674}">
      <dgm:prSet/>
      <dgm:spPr/>
      <dgm:t>
        <a:bodyPr/>
        <a:lstStyle/>
        <a:p>
          <a:endParaRPr lang="en-US"/>
        </a:p>
      </dgm:t>
    </dgm:pt>
    <dgm:pt modelId="{F18677DD-99CD-4E42-AB80-A9F76F576514}">
      <dgm:prSet/>
      <dgm:spPr/>
      <dgm:t>
        <a:bodyPr/>
        <a:lstStyle/>
        <a:p>
          <a:r>
            <a:rPr lang="en-GB"/>
            <a:t>Ensures consistency across environments</a:t>
          </a:r>
          <a:endParaRPr lang="en-US"/>
        </a:p>
      </dgm:t>
    </dgm:pt>
    <dgm:pt modelId="{4340D2D0-102A-4A11-B4D1-75322FF0C372}" type="parTrans" cxnId="{0B5FFD54-4F50-41D0-A785-0795C25E4829}">
      <dgm:prSet/>
      <dgm:spPr/>
      <dgm:t>
        <a:bodyPr/>
        <a:lstStyle/>
        <a:p>
          <a:endParaRPr lang="en-US"/>
        </a:p>
      </dgm:t>
    </dgm:pt>
    <dgm:pt modelId="{98A72C36-8838-4BD9-9357-684C877D0D4E}" type="sibTrans" cxnId="{0B5FFD54-4F50-41D0-A785-0795C25E4829}">
      <dgm:prSet/>
      <dgm:spPr/>
      <dgm:t>
        <a:bodyPr/>
        <a:lstStyle/>
        <a:p>
          <a:endParaRPr lang="en-US"/>
        </a:p>
      </dgm:t>
    </dgm:pt>
    <dgm:pt modelId="{C7DBF26C-6656-4335-9B4D-6E69F4FFB0EB}">
      <dgm:prSet/>
      <dgm:spPr/>
      <dgm:t>
        <a:bodyPr/>
        <a:lstStyle/>
        <a:p>
          <a:r>
            <a:rPr lang="en-GB"/>
            <a:t>Lightweight, portable, and isolated execution units</a:t>
          </a:r>
          <a:endParaRPr lang="en-US"/>
        </a:p>
      </dgm:t>
    </dgm:pt>
    <dgm:pt modelId="{87B9891E-EF9B-4804-861C-D935A9562E52}" type="parTrans" cxnId="{A5AFA056-CCAF-44C0-9E49-05615D6D97A8}">
      <dgm:prSet/>
      <dgm:spPr/>
      <dgm:t>
        <a:bodyPr/>
        <a:lstStyle/>
        <a:p>
          <a:endParaRPr lang="en-US"/>
        </a:p>
      </dgm:t>
    </dgm:pt>
    <dgm:pt modelId="{8BE94484-E3D8-4A4D-AE33-998622DB6A68}" type="sibTrans" cxnId="{A5AFA056-CCAF-44C0-9E49-05615D6D97A8}">
      <dgm:prSet/>
      <dgm:spPr/>
      <dgm:t>
        <a:bodyPr/>
        <a:lstStyle/>
        <a:p>
          <a:endParaRPr lang="en-US"/>
        </a:p>
      </dgm:t>
    </dgm:pt>
    <dgm:pt modelId="{95EC2D1B-BE08-48B2-97E9-37B642C7D86A}">
      <dgm:prSet/>
      <dgm:spPr/>
      <dgm:t>
        <a:bodyPr/>
        <a:lstStyle/>
        <a:p>
          <a:r>
            <a:rPr lang="en-GB"/>
            <a:t>Analogy: Like shipping containers for software</a:t>
          </a:r>
          <a:endParaRPr lang="en-US"/>
        </a:p>
      </dgm:t>
    </dgm:pt>
    <dgm:pt modelId="{E0E4654F-3D0E-443E-806F-99DB1AD9251E}" type="parTrans" cxnId="{E1659D97-EA91-42F5-AF50-8A0103F8844C}">
      <dgm:prSet/>
      <dgm:spPr/>
      <dgm:t>
        <a:bodyPr/>
        <a:lstStyle/>
        <a:p>
          <a:endParaRPr lang="en-US"/>
        </a:p>
      </dgm:t>
    </dgm:pt>
    <dgm:pt modelId="{23532AD4-CD59-44F7-A504-3222D18AF159}" type="sibTrans" cxnId="{E1659D97-EA91-42F5-AF50-8A0103F8844C}">
      <dgm:prSet/>
      <dgm:spPr/>
      <dgm:t>
        <a:bodyPr/>
        <a:lstStyle/>
        <a:p>
          <a:endParaRPr lang="en-US"/>
        </a:p>
      </dgm:t>
    </dgm:pt>
    <dgm:pt modelId="{D049A007-7C10-4760-8B71-68873ABB241E}" type="pres">
      <dgm:prSet presAssocID="{1B7E4A55-5485-4F9A-9536-8EB40BE0ACAB}" presName="vert0" presStyleCnt="0">
        <dgm:presLayoutVars>
          <dgm:dir/>
          <dgm:animOne val="branch"/>
          <dgm:animLvl val="lvl"/>
        </dgm:presLayoutVars>
      </dgm:prSet>
      <dgm:spPr/>
    </dgm:pt>
    <dgm:pt modelId="{D451D257-653D-4043-9B9D-4179084E10B9}" type="pres">
      <dgm:prSet presAssocID="{5BADC132-E203-4AE8-B321-63DFF5B25A08}" presName="thickLine" presStyleLbl="alignNode1" presStyleIdx="0" presStyleCnt="4"/>
      <dgm:spPr/>
    </dgm:pt>
    <dgm:pt modelId="{C2F8B894-B3FD-4B4D-9FC5-53E15C4BB286}" type="pres">
      <dgm:prSet presAssocID="{5BADC132-E203-4AE8-B321-63DFF5B25A08}" presName="horz1" presStyleCnt="0"/>
      <dgm:spPr/>
    </dgm:pt>
    <dgm:pt modelId="{35481C0B-279B-46BF-AC44-6A09CAFD9383}" type="pres">
      <dgm:prSet presAssocID="{5BADC132-E203-4AE8-B321-63DFF5B25A08}" presName="tx1" presStyleLbl="revTx" presStyleIdx="0" presStyleCnt="4"/>
      <dgm:spPr/>
    </dgm:pt>
    <dgm:pt modelId="{400C136C-9D76-4CA5-BA61-11577EF7F2A9}" type="pres">
      <dgm:prSet presAssocID="{5BADC132-E203-4AE8-B321-63DFF5B25A08}" presName="vert1" presStyleCnt="0"/>
      <dgm:spPr/>
    </dgm:pt>
    <dgm:pt modelId="{B5FAEE95-33F2-4D77-9093-8E082054AA3C}" type="pres">
      <dgm:prSet presAssocID="{F18677DD-99CD-4E42-AB80-A9F76F576514}" presName="thickLine" presStyleLbl="alignNode1" presStyleIdx="1" presStyleCnt="4"/>
      <dgm:spPr/>
    </dgm:pt>
    <dgm:pt modelId="{1E43797F-E898-454D-802B-546C0936E785}" type="pres">
      <dgm:prSet presAssocID="{F18677DD-99CD-4E42-AB80-A9F76F576514}" presName="horz1" presStyleCnt="0"/>
      <dgm:spPr/>
    </dgm:pt>
    <dgm:pt modelId="{DC07F45D-284F-40CE-83C8-983355E5E9C6}" type="pres">
      <dgm:prSet presAssocID="{F18677DD-99CD-4E42-AB80-A9F76F576514}" presName="tx1" presStyleLbl="revTx" presStyleIdx="1" presStyleCnt="4"/>
      <dgm:spPr/>
    </dgm:pt>
    <dgm:pt modelId="{8188DEA9-0634-4B07-84D7-84FE28460E6F}" type="pres">
      <dgm:prSet presAssocID="{F18677DD-99CD-4E42-AB80-A9F76F576514}" presName="vert1" presStyleCnt="0"/>
      <dgm:spPr/>
    </dgm:pt>
    <dgm:pt modelId="{4CED4446-C9B2-40E5-8453-E2B096363836}" type="pres">
      <dgm:prSet presAssocID="{C7DBF26C-6656-4335-9B4D-6E69F4FFB0EB}" presName="thickLine" presStyleLbl="alignNode1" presStyleIdx="2" presStyleCnt="4"/>
      <dgm:spPr/>
    </dgm:pt>
    <dgm:pt modelId="{BDFEF0D4-D272-41B1-989C-33733DFAB7D9}" type="pres">
      <dgm:prSet presAssocID="{C7DBF26C-6656-4335-9B4D-6E69F4FFB0EB}" presName="horz1" presStyleCnt="0"/>
      <dgm:spPr/>
    </dgm:pt>
    <dgm:pt modelId="{6476C290-F733-45B1-AAFE-B02C13A1AB81}" type="pres">
      <dgm:prSet presAssocID="{C7DBF26C-6656-4335-9B4D-6E69F4FFB0EB}" presName="tx1" presStyleLbl="revTx" presStyleIdx="2" presStyleCnt="4"/>
      <dgm:spPr/>
    </dgm:pt>
    <dgm:pt modelId="{A31FAFFB-22AA-4A38-B987-CFEBC178892D}" type="pres">
      <dgm:prSet presAssocID="{C7DBF26C-6656-4335-9B4D-6E69F4FFB0EB}" presName="vert1" presStyleCnt="0"/>
      <dgm:spPr/>
    </dgm:pt>
    <dgm:pt modelId="{D9D6830B-3776-47C8-A490-6F8B9E4732BB}" type="pres">
      <dgm:prSet presAssocID="{95EC2D1B-BE08-48B2-97E9-37B642C7D86A}" presName="thickLine" presStyleLbl="alignNode1" presStyleIdx="3" presStyleCnt="4"/>
      <dgm:spPr/>
    </dgm:pt>
    <dgm:pt modelId="{4CF58E48-25C4-4DE9-B3A9-8A9121675514}" type="pres">
      <dgm:prSet presAssocID="{95EC2D1B-BE08-48B2-97E9-37B642C7D86A}" presName="horz1" presStyleCnt="0"/>
      <dgm:spPr/>
    </dgm:pt>
    <dgm:pt modelId="{18B0202F-E0D7-4C92-BA46-15D46E6CCF64}" type="pres">
      <dgm:prSet presAssocID="{95EC2D1B-BE08-48B2-97E9-37B642C7D86A}" presName="tx1" presStyleLbl="revTx" presStyleIdx="3" presStyleCnt="4"/>
      <dgm:spPr/>
    </dgm:pt>
    <dgm:pt modelId="{C5645127-B0AD-4AD2-93A9-D912214D8264}" type="pres">
      <dgm:prSet presAssocID="{95EC2D1B-BE08-48B2-97E9-37B642C7D86A}" presName="vert1" presStyleCnt="0"/>
      <dgm:spPr/>
    </dgm:pt>
  </dgm:ptLst>
  <dgm:cxnLst>
    <dgm:cxn modelId="{23298706-B255-4A2E-98EE-A7AD6267C919}" type="presOf" srcId="{5BADC132-E203-4AE8-B321-63DFF5B25A08}" destId="{35481C0B-279B-46BF-AC44-6A09CAFD9383}" srcOrd="0" destOrd="0" presId="urn:microsoft.com/office/officeart/2008/layout/LinedList"/>
    <dgm:cxn modelId="{7AC0AB17-F96C-49BE-B569-DA40362B3C6A}" type="presOf" srcId="{95EC2D1B-BE08-48B2-97E9-37B642C7D86A}" destId="{18B0202F-E0D7-4C92-BA46-15D46E6CCF64}" srcOrd="0" destOrd="0" presId="urn:microsoft.com/office/officeart/2008/layout/LinedList"/>
    <dgm:cxn modelId="{EB2FE717-84DF-439C-822C-5209853A8674}" srcId="{1B7E4A55-5485-4F9A-9536-8EB40BE0ACAB}" destId="{5BADC132-E203-4AE8-B321-63DFF5B25A08}" srcOrd="0" destOrd="0" parTransId="{4658C451-BF39-4539-BF21-7DC5DA0F71B4}" sibTransId="{C9CCDF50-A4B5-4B3A-AFF2-CFD548702EDC}"/>
    <dgm:cxn modelId="{0B5FFD54-4F50-41D0-A785-0795C25E4829}" srcId="{1B7E4A55-5485-4F9A-9536-8EB40BE0ACAB}" destId="{F18677DD-99CD-4E42-AB80-A9F76F576514}" srcOrd="1" destOrd="0" parTransId="{4340D2D0-102A-4A11-B4D1-75322FF0C372}" sibTransId="{98A72C36-8838-4BD9-9357-684C877D0D4E}"/>
    <dgm:cxn modelId="{25119256-13A8-48FA-A599-47B8C649AD5C}" type="presOf" srcId="{C7DBF26C-6656-4335-9B4D-6E69F4FFB0EB}" destId="{6476C290-F733-45B1-AAFE-B02C13A1AB81}" srcOrd="0" destOrd="0" presId="urn:microsoft.com/office/officeart/2008/layout/LinedList"/>
    <dgm:cxn modelId="{A5AFA056-CCAF-44C0-9E49-05615D6D97A8}" srcId="{1B7E4A55-5485-4F9A-9536-8EB40BE0ACAB}" destId="{C7DBF26C-6656-4335-9B4D-6E69F4FFB0EB}" srcOrd="2" destOrd="0" parTransId="{87B9891E-EF9B-4804-861C-D935A9562E52}" sibTransId="{8BE94484-E3D8-4A4D-AE33-998622DB6A68}"/>
    <dgm:cxn modelId="{33614681-D3EA-4605-945D-4E114ECAE893}" type="presOf" srcId="{1B7E4A55-5485-4F9A-9536-8EB40BE0ACAB}" destId="{D049A007-7C10-4760-8B71-68873ABB241E}" srcOrd="0" destOrd="0" presId="urn:microsoft.com/office/officeart/2008/layout/LinedList"/>
    <dgm:cxn modelId="{E1659D97-EA91-42F5-AF50-8A0103F8844C}" srcId="{1B7E4A55-5485-4F9A-9536-8EB40BE0ACAB}" destId="{95EC2D1B-BE08-48B2-97E9-37B642C7D86A}" srcOrd="3" destOrd="0" parTransId="{E0E4654F-3D0E-443E-806F-99DB1AD9251E}" sibTransId="{23532AD4-CD59-44F7-A504-3222D18AF159}"/>
    <dgm:cxn modelId="{3125509F-9FE5-4684-9456-C64B63BDE92F}" type="presOf" srcId="{F18677DD-99CD-4E42-AB80-A9F76F576514}" destId="{DC07F45D-284F-40CE-83C8-983355E5E9C6}" srcOrd="0" destOrd="0" presId="urn:microsoft.com/office/officeart/2008/layout/LinedList"/>
    <dgm:cxn modelId="{1708C4CD-909C-483C-85CE-E95883664275}" type="presParOf" srcId="{D049A007-7C10-4760-8B71-68873ABB241E}" destId="{D451D257-653D-4043-9B9D-4179084E10B9}" srcOrd="0" destOrd="0" presId="urn:microsoft.com/office/officeart/2008/layout/LinedList"/>
    <dgm:cxn modelId="{F48CDC6D-1EF5-4C2A-973A-00EE0F9DAFB6}" type="presParOf" srcId="{D049A007-7C10-4760-8B71-68873ABB241E}" destId="{C2F8B894-B3FD-4B4D-9FC5-53E15C4BB286}" srcOrd="1" destOrd="0" presId="urn:microsoft.com/office/officeart/2008/layout/LinedList"/>
    <dgm:cxn modelId="{E5328271-81F3-4472-8F87-C224518977A8}" type="presParOf" srcId="{C2F8B894-B3FD-4B4D-9FC5-53E15C4BB286}" destId="{35481C0B-279B-46BF-AC44-6A09CAFD9383}" srcOrd="0" destOrd="0" presId="urn:microsoft.com/office/officeart/2008/layout/LinedList"/>
    <dgm:cxn modelId="{73B0DEB7-6B5B-4DD0-8CEA-984A5C1DDDB0}" type="presParOf" srcId="{C2F8B894-B3FD-4B4D-9FC5-53E15C4BB286}" destId="{400C136C-9D76-4CA5-BA61-11577EF7F2A9}" srcOrd="1" destOrd="0" presId="urn:microsoft.com/office/officeart/2008/layout/LinedList"/>
    <dgm:cxn modelId="{C06F9071-B67A-47AA-AD14-DF4B6208A078}" type="presParOf" srcId="{D049A007-7C10-4760-8B71-68873ABB241E}" destId="{B5FAEE95-33F2-4D77-9093-8E082054AA3C}" srcOrd="2" destOrd="0" presId="urn:microsoft.com/office/officeart/2008/layout/LinedList"/>
    <dgm:cxn modelId="{54A6EDA2-4070-43E8-9BA0-E60A1ECCB9E1}" type="presParOf" srcId="{D049A007-7C10-4760-8B71-68873ABB241E}" destId="{1E43797F-E898-454D-802B-546C0936E785}" srcOrd="3" destOrd="0" presId="urn:microsoft.com/office/officeart/2008/layout/LinedList"/>
    <dgm:cxn modelId="{6E0C219C-0265-4B36-B804-3ADC67AA52C2}" type="presParOf" srcId="{1E43797F-E898-454D-802B-546C0936E785}" destId="{DC07F45D-284F-40CE-83C8-983355E5E9C6}" srcOrd="0" destOrd="0" presId="urn:microsoft.com/office/officeart/2008/layout/LinedList"/>
    <dgm:cxn modelId="{65C3C5C5-C774-4937-8F86-AE15F40ACA47}" type="presParOf" srcId="{1E43797F-E898-454D-802B-546C0936E785}" destId="{8188DEA9-0634-4B07-84D7-84FE28460E6F}" srcOrd="1" destOrd="0" presId="urn:microsoft.com/office/officeart/2008/layout/LinedList"/>
    <dgm:cxn modelId="{918BD255-4B72-4247-85D0-42820BA13B61}" type="presParOf" srcId="{D049A007-7C10-4760-8B71-68873ABB241E}" destId="{4CED4446-C9B2-40E5-8453-E2B096363836}" srcOrd="4" destOrd="0" presId="urn:microsoft.com/office/officeart/2008/layout/LinedList"/>
    <dgm:cxn modelId="{5FFCD426-51F4-4986-9978-66E23931D959}" type="presParOf" srcId="{D049A007-7C10-4760-8B71-68873ABB241E}" destId="{BDFEF0D4-D272-41B1-989C-33733DFAB7D9}" srcOrd="5" destOrd="0" presId="urn:microsoft.com/office/officeart/2008/layout/LinedList"/>
    <dgm:cxn modelId="{D4D9A0DD-E7AD-4D3F-A073-000AF2425608}" type="presParOf" srcId="{BDFEF0D4-D272-41B1-989C-33733DFAB7D9}" destId="{6476C290-F733-45B1-AAFE-B02C13A1AB81}" srcOrd="0" destOrd="0" presId="urn:microsoft.com/office/officeart/2008/layout/LinedList"/>
    <dgm:cxn modelId="{D008C717-18DF-496F-A010-335FBEA74F7A}" type="presParOf" srcId="{BDFEF0D4-D272-41B1-989C-33733DFAB7D9}" destId="{A31FAFFB-22AA-4A38-B987-CFEBC178892D}" srcOrd="1" destOrd="0" presId="urn:microsoft.com/office/officeart/2008/layout/LinedList"/>
    <dgm:cxn modelId="{C73502B7-B63B-4376-8C7F-260D4DB1D6B0}" type="presParOf" srcId="{D049A007-7C10-4760-8B71-68873ABB241E}" destId="{D9D6830B-3776-47C8-A490-6F8B9E4732BB}" srcOrd="6" destOrd="0" presId="urn:microsoft.com/office/officeart/2008/layout/LinedList"/>
    <dgm:cxn modelId="{C4317F60-8C02-45CD-AAB1-7BCB0C34C9CB}" type="presParOf" srcId="{D049A007-7C10-4760-8B71-68873ABB241E}" destId="{4CF58E48-25C4-4DE9-B3A9-8A9121675514}" srcOrd="7" destOrd="0" presId="urn:microsoft.com/office/officeart/2008/layout/LinedList"/>
    <dgm:cxn modelId="{14740A0F-F563-446F-B285-AE6135ED5D36}" type="presParOf" srcId="{4CF58E48-25C4-4DE9-B3A9-8A9121675514}" destId="{18B0202F-E0D7-4C92-BA46-15D46E6CCF64}" srcOrd="0" destOrd="0" presId="urn:microsoft.com/office/officeart/2008/layout/LinedList"/>
    <dgm:cxn modelId="{BF58EE1F-C687-4FC6-8FED-083E9FB7B0A1}" type="presParOf" srcId="{4CF58E48-25C4-4DE9-B3A9-8A9121675514}" destId="{C5645127-B0AD-4AD2-93A9-D912214D826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40F75DE-8228-4F19-8B05-F864A28E7A8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EA85EDB-0967-487C-BA43-0F605B0A0F0C}">
      <dgm:prSet custT="1"/>
      <dgm:spPr/>
      <dgm:t>
        <a:bodyPr/>
        <a:lstStyle/>
        <a:p>
          <a:pPr>
            <a:defRPr cap="all"/>
          </a:pPr>
          <a:r>
            <a:rPr lang="en-GB" sz="2000" dirty="0"/>
            <a:t>An open-source platform for containerization</a:t>
          </a:r>
          <a:endParaRPr lang="en-US" sz="2000" dirty="0"/>
        </a:p>
      </dgm:t>
    </dgm:pt>
    <dgm:pt modelId="{6B81CD2E-58C6-4FD8-9C02-CDA9BE3AA638}" type="parTrans" cxnId="{9ACEDF4A-06CB-4334-8E6D-9845FFAC5B8A}">
      <dgm:prSet/>
      <dgm:spPr/>
      <dgm:t>
        <a:bodyPr/>
        <a:lstStyle/>
        <a:p>
          <a:endParaRPr lang="en-US"/>
        </a:p>
      </dgm:t>
    </dgm:pt>
    <dgm:pt modelId="{65062114-962C-4079-9411-5278421E6E70}" type="sibTrans" cxnId="{9ACEDF4A-06CB-4334-8E6D-9845FFAC5B8A}">
      <dgm:prSet/>
      <dgm:spPr/>
      <dgm:t>
        <a:bodyPr/>
        <a:lstStyle/>
        <a:p>
          <a:endParaRPr lang="en-US"/>
        </a:p>
      </dgm:t>
    </dgm:pt>
    <dgm:pt modelId="{82891B51-1289-4198-B332-887E269C3D25}">
      <dgm:prSet custT="1"/>
      <dgm:spPr/>
      <dgm:t>
        <a:bodyPr/>
        <a:lstStyle/>
        <a:p>
          <a:pPr>
            <a:defRPr cap="all"/>
          </a:pPr>
          <a:r>
            <a:rPr lang="en-GB" sz="2000"/>
            <a:t>Automates deployment of applications in containers</a:t>
          </a:r>
          <a:endParaRPr lang="en-US" sz="2000"/>
        </a:p>
      </dgm:t>
    </dgm:pt>
    <dgm:pt modelId="{BCF8CC82-9885-4E4A-B6D3-49274784FAD0}" type="parTrans" cxnId="{66D5465E-3290-4A4C-A452-882A0D95051B}">
      <dgm:prSet/>
      <dgm:spPr/>
      <dgm:t>
        <a:bodyPr/>
        <a:lstStyle/>
        <a:p>
          <a:endParaRPr lang="en-US"/>
        </a:p>
      </dgm:t>
    </dgm:pt>
    <dgm:pt modelId="{C5EF1E09-BF6B-4D14-8799-F43C060BB3A0}" type="sibTrans" cxnId="{66D5465E-3290-4A4C-A452-882A0D95051B}">
      <dgm:prSet/>
      <dgm:spPr/>
      <dgm:t>
        <a:bodyPr/>
        <a:lstStyle/>
        <a:p>
          <a:endParaRPr lang="en-US"/>
        </a:p>
      </dgm:t>
    </dgm:pt>
    <dgm:pt modelId="{13A369D0-EB58-4236-9873-A6ABA259F73B}">
      <dgm:prSet custT="1"/>
      <dgm:spPr/>
      <dgm:t>
        <a:bodyPr/>
        <a:lstStyle/>
        <a:p>
          <a:pPr>
            <a:defRPr cap="all"/>
          </a:pPr>
          <a:r>
            <a:rPr lang="en-GB" sz="2000"/>
            <a:t>Solves the “it works on my machine” problem</a:t>
          </a:r>
          <a:endParaRPr lang="en-US" sz="2000"/>
        </a:p>
      </dgm:t>
    </dgm:pt>
    <dgm:pt modelId="{99A87388-4E3D-4764-9428-00C9DC9C924D}" type="parTrans" cxnId="{7E9A76E0-F63A-42E9-BF49-0CFFDAD4685C}">
      <dgm:prSet/>
      <dgm:spPr/>
      <dgm:t>
        <a:bodyPr/>
        <a:lstStyle/>
        <a:p>
          <a:endParaRPr lang="en-US"/>
        </a:p>
      </dgm:t>
    </dgm:pt>
    <dgm:pt modelId="{FE579920-C9F4-4FD0-B43C-22F45904858D}" type="sibTrans" cxnId="{7E9A76E0-F63A-42E9-BF49-0CFFDAD4685C}">
      <dgm:prSet/>
      <dgm:spPr/>
      <dgm:t>
        <a:bodyPr/>
        <a:lstStyle/>
        <a:p>
          <a:endParaRPr lang="en-US"/>
        </a:p>
      </dgm:t>
    </dgm:pt>
    <dgm:pt modelId="{46D3B8F2-E6F9-4C53-BA2D-2BB07F30B75B}">
      <dgm:prSet custT="1"/>
      <dgm:spPr/>
      <dgm:t>
        <a:bodyPr/>
        <a:lstStyle/>
        <a:p>
          <a:pPr>
            <a:defRPr cap="all"/>
          </a:pPr>
          <a:r>
            <a:rPr lang="en-GB" sz="2000"/>
            <a:t>Over 14 million active developers use Docker globally</a:t>
          </a:r>
          <a:endParaRPr lang="en-US" sz="2000"/>
        </a:p>
      </dgm:t>
    </dgm:pt>
    <dgm:pt modelId="{271ADDBD-F8B9-4FB7-B6AE-124A45F1FEA3}" type="parTrans" cxnId="{0619385F-732B-4731-B817-EEA1155B750D}">
      <dgm:prSet/>
      <dgm:spPr/>
      <dgm:t>
        <a:bodyPr/>
        <a:lstStyle/>
        <a:p>
          <a:endParaRPr lang="en-US"/>
        </a:p>
      </dgm:t>
    </dgm:pt>
    <dgm:pt modelId="{EA299407-8F03-4416-B8A1-0A3A30D9F83C}" type="sibTrans" cxnId="{0619385F-732B-4731-B817-EEA1155B750D}">
      <dgm:prSet/>
      <dgm:spPr/>
      <dgm:t>
        <a:bodyPr/>
        <a:lstStyle/>
        <a:p>
          <a:endParaRPr lang="en-US"/>
        </a:p>
      </dgm:t>
    </dgm:pt>
    <dgm:pt modelId="{81902596-E5CA-478A-82CA-B478C1D563E7}" type="pres">
      <dgm:prSet presAssocID="{840F75DE-8228-4F19-8B05-F864A28E7A88}" presName="root" presStyleCnt="0">
        <dgm:presLayoutVars>
          <dgm:dir/>
          <dgm:resizeHandles val="exact"/>
        </dgm:presLayoutVars>
      </dgm:prSet>
      <dgm:spPr/>
    </dgm:pt>
    <dgm:pt modelId="{E9887094-61E0-4F32-9911-CA85E8D8BDD3}" type="pres">
      <dgm:prSet presAssocID="{2EA85EDB-0967-487C-BA43-0F605B0A0F0C}" presName="compNode" presStyleCnt="0"/>
      <dgm:spPr/>
    </dgm:pt>
    <dgm:pt modelId="{146F5A55-776F-4451-80B9-ABE90BF15678}" type="pres">
      <dgm:prSet presAssocID="{2EA85EDB-0967-487C-BA43-0F605B0A0F0C}" presName="iconBgRect" presStyleLbl="bgShp" presStyleIdx="0" presStyleCnt="4"/>
      <dgm:spPr/>
    </dgm:pt>
    <dgm:pt modelId="{CBA6576E-371B-4B02-B08B-222D5132D7E7}" type="pres">
      <dgm:prSet presAssocID="{2EA85EDB-0967-487C-BA43-0F605B0A0F0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B6A51C05-8E5C-4C4E-BA80-A61736190C76}" type="pres">
      <dgm:prSet presAssocID="{2EA85EDB-0967-487C-BA43-0F605B0A0F0C}" presName="spaceRect" presStyleCnt="0"/>
      <dgm:spPr/>
    </dgm:pt>
    <dgm:pt modelId="{E3A178F9-858E-489A-8A82-2D533CC40E7A}" type="pres">
      <dgm:prSet presAssocID="{2EA85EDB-0967-487C-BA43-0F605B0A0F0C}" presName="textRect" presStyleLbl="revTx" presStyleIdx="0" presStyleCnt="4">
        <dgm:presLayoutVars>
          <dgm:chMax val="1"/>
          <dgm:chPref val="1"/>
        </dgm:presLayoutVars>
      </dgm:prSet>
      <dgm:spPr/>
    </dgm:pt>
    <dgm:pt modelId="{DC00085F-3661-4822-90B6-7B2C65CF692F}" type="pres">
      <dgm:prSet presAssocID="{65062114-962C-4079-9411-5278421E6E70}" presName="sibTrans" presStyleCnt="0"/>
      <dgm:spPr/>
    </dgm:pt>
    <dgm:pt modelId="{A9A370B1-966D-45F8-A2ED-D4CDFC0C0DBC}" type="pres">
      <dgm:prSet presAssocID="{82891B51-1289-4198-B332-887E269C3D25}" presName="compNode" presStyleCnt="0"/>
      <dgm:spPr/>
    </dgm:pt>
    <dgm:pt modelId="{DB032AAB-F9EF-4790-A6C4-7083891432A8}" type="pres">
      <dgm:prSet presAssocID="{82891B51-1289-4198-B332-887E269C3D25}" presName="iconBgRect" presStyleLbl="bgShp" presStyleIdx="1" presStyleCnt="4"/>
      <dgm:spPr/>
    </dgm:pt>
    <dgm:pt modelId="{F84741C2-21D2-4DA0-95E5-4030164D535D}" type="pres">
      <dgm:prSet presAssocID="{82891B51-1289-4198-B332-887E269C3D2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D48BD9B-B07F-4B1C-8E6A-32A22F84DF32}" type="pres">
      <dgm:prSet presAssocID="{82891B51-1289-4198-B332-887E269C3D25}" presName="spaceRect" presStyleCnt="0"/>
      <dgm:spPr/>
    </dgm:pt>
    <dgm:pt modelId="{225A26E8-B655-41D7-8ECB-AD2D5237DFC6}" type="pres">
      <dgm:prSet presAssocID="{82891B51-1289-4198-B332-887E269C3D25}" presName="textRect" presStyleLbl="revTx" presStyleIdx="1" presStyleCnt="4">
        <dgm:presLayoutVars>
          <dgm:chMax val="1"/>
          <dgm:chPref val="1"/>
        </dgm:presLayoutVars>
      </dgm:prSet>
      <dgm:spPr/>
    </dgm:pt>
    <dgm:pt modelId="{38DEB2DB-D80B-416A-9A74-917AB7D3457F}" type="pres">
      <dgm:prSet presAssocID="{C5EF1E09-BF6B-4D14-8799-F43C060BB3A0}" presName="sibTrans" presStyleCnt="0"/>
      <dgm:spPr/>
    </dgm:pt>
    <dgm:pt modelId="{8F02D6C8-F72E-4D45-8EB8-8F182D14FB71}" type="pres">
      <dgm:prSet presAssocID="{13A369D0-EB58-4236-9873-A6ABA259F73B}" presName="compNode" presStyleCnt="0"/>
      <dgm:spPr/>
    </dgm:pt>
    <dgm:pt modelId="{F416DCB8-FF3B-4B07-B92E-CC44FF4A604D}" type="pres">
      <dgm:prSet presAssocID="{13A369D0-EB58-4236-9873-A6ABA259F73B}" presName="iconBgRect" presStyleLbl="bgShp" presStyleIdx="2" presStyleCnt="4"/>
      <dgm:spPr/>
    </dgm:pt>
    <dgm:pt modelId="{B7570E6A-8369-49AB-8A4F-F9BB6BF5D1DF}" type="pres">
      <dgm:prSet presAssocID="{13A369D0-EB58-4236-9873-A6ABA259F73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ctor"/>
        </a:ext>
      </dgm:extLst>
    </dgm:pt>
    <dgm:pt modelId="{09BA118C-5CFD-43E5-802F-09B74883B0F3}" type="pres">
      <dgm:prSet presAssocID="{13A369D0-EB58-4236-9873-A6ABA259F73B}" presName="spaceRect" presStyleCnt="0"/>
      <dgm:spPr/>
    </dgm:pt>
    <dgm:pt modelId="{F7F4BB7A-39B0-45F1-9A55-F1468F9C6F23}" type="pres">
      <dgm:prSet presAssocID="{13A369D0-EB58-4236-9873-A6ABA259F73B}" presName="textRect" presStyleLbl="revTx" presStyleIdx="2" presStyleCnt="4">
        <dgm:presLayoutVars>
          <dgm:chMax val="1"/>
          <dgm:chPref val="1"/>
        </dgm:presLayoutVars>
      </dgm:prSet>
      <dgm:spPr/>
    </dgm:pt>
    <dgm:pt modelId="{2B4181BD-59CA-4672-BC33-7C9DA6C06166}" type="pres">
      <dgm:prSet presAssocID="{FE579920-C9F4-4FD0-B43C-22F45904858D}" presName="sibTrans" presStyleCnt="0"/>
      <dgm:spPr/>
    </dgm:pt>
    <dgm:pt modelId="{48C00B69-9506-40EB-9EFB-BF21EE3C1353}" type="pres">
      <dgm:prSet presAssocID="{46D3B8F2-E6F9-4C53-BA2D-2BB07F30B75B}" presName="compNode" presStyleCnt="0"/>
      <dgm:spPr/>
    </dgm:pt>
    <dgm:pt modelId="{E67FF439-D898-482F-9855-F7EA4F3DBB6F}" type="pres">
      <dgm:prSet presAssocID="{46D3B8F2-E6F9-4C53-BA2D-2BB07F30B75B}" presName="iconBgRect" presStyleLbl="bgShp" presStyleIdx="3" presStyleCnt="4"/>
      <dgm:spPr/>
    </dgm:pt>
    <dgm:pt modelId="{100FD7E2-87B3-4406-AA17-D016DBF4EB39}" type="pres">
      <dgm:prSet presAssocID="{46D3B8F2-E6F9-4C53-BA2D-2BB07F30B75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8E8D6D2C-A1EA-4AA9-927F-AC458EF88BCB}" type="pres">
      <dgm:prSet presAssocID="{46D3B8F2-E6F9-4C53-BA2D-2BB07F30B75B}" presName="spaceRect" presStyleCnt="0"/>
      <dgm:spPr/>
    </dgm:pt>
    <dgm:pt modelId="{646FA778-F06D-47F3-87A4-1FDC728EC8BE}" type="pres">
      <dgm:prSet presAssocID="{46D3B8F2-E6F9-4C53-BA2D-2BB07F30B75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07E4D08-E6D1-412A-8640-3C79CBA4B865}" type="presOf" srcId="{840F75DE-8228-4F19-8B05-F864A28E7A88}" destId="{81902596-E5CA-478A-82CA-B478C1D563E7}" srcOrd="0" destOrd="0" presId="urn:microsoft.com/office/officeart/2018/5/layout/IconCircleLabelList"/>
    <dgm:cxn modelId="{859FBC0E-BF3B-41F9-BA3D-702EBD967D7D}" type="presOf" srcId="{46D3B8F2-E6F9-4C53-BA2D-2BB07F30B75B}" destId="{646FA778-F06D-47F3-87A4-1FDC728EC8BE}" srcOrd="0" destOrd="0" presId="urn:microsoft.com/office/officeart/2018/5/layout/IconCircleLabelList"/>
    <dgm:cxn modelId="{7EB4AA11-7ED6-467B-B920-C5BA158B3ECC}" type="presOf" srcId="{2EA85EDB-0967-487C-BA43-0F605B0A0F0C}" destId="{E3A178F9-858E-489A-8A82-2D533CC40E7A}" srcOrd="0" destOrd="0" presId="urn:microsoft.com/office/officeart/2018/5/layout/IconCircleLabelList"/>
    <dgm:cxn modelId="{66D5465E-3290-4A4C-A452-882A0D95051B}" srcId="{840F75DE-8228-4F19-8B05-F864A28E7A88}" destId="{82891B51-1289-4198-B332-887E269C3D25}" srcOrd="1" destOrd="0" parTransId="{BCF8CC82-9885-4E4A-B6D3-49274784FAD0}" sibTransId="{C5EF1E09-BF6B-4D14-8799-F43C060BB3A0}"/>
    <dgm:cxn modelId="{0619385F-732B-4731-B817-EEA1155B750D}" srcId="{840F75DE-8228-4F19-8B05-F864A28E7A88}" destId="{46D3B8F2-E6F9-4C53-BA2D-2BB07F30B75B}" srcOrd="3" destOrd="0" parTransId="{271ADDBD-F8B9-4FB7-B6AE-124A45F1FEA3}" sibTransId="{EA299407-8F03-4416-B8A1-0A3A30D9F83C}"/>
    <dgm:cxn modelId="{9ACEDF4A-06CB-4334-8E6D-9845FFAC5B8A}" srcId="{840F75DE-8228-4F19-8B05-F864A28E7A88}" destId="{2EA85EDB-0967-487C-BA43-0F605B0A0F0C}" srcOrd="0" destOrd="0" parTransId="{6B81CD2E-58C6-4FD8-9C02-CDA9BE3AA638}" sibTransId="{65062114-962C-4079-9411-5278421E6E70}"/>
    <dgm:cxn modelId="{C245A6C9-D25D-4DE5-960D-0B1854104485}" type="presOf" srcId="{82891B51-1289-4198-B332-887E269C3D25}" destId="{225A26E8-B655-41D7-8ECB-AD2D5237DFC6}" srcOrd="0" destOrd="0" presId="urn:microsoft.com/office/officeart/2018/5/layout/IconCircleLabelList"/>
    <dgm:cxn modelId="{519039DF-490C-4BD1-9A4F-3D0B93B1168C}" type="presOf" srcId="{13A369D0-EB58-4236-9873-A6ABA259F73B}" destId="{F7F4BB7A-39B0-45F1-9A55-F1468F9C6F23}" srcOrd="0" destOrd="0" presId="urn:microsoft.com/office/officeart/2018/5/layout/IconCircleLabelList"/>
    <dgm:cxn modelId="{7E9A76E0-F63A-42E9-BF49-0CFFDAD4685C}" srcId="{840F75DE-8228-4F19-8B05-F864A28E7A88}" destId="{13A369D0-EB58-4236-9873-A6ABA259F73B}" srcOrd="2" destOrd="0" parTransId="{99A87388-4E3D-4764-9428-00C9DC9C924D}" sibTransId="{FE579920-C9F4-4FD0-B43C-22F45904858D}"/>
    <dgm:cxn modelId="{7C8136BD-6575-4866-94B6-9B1639EE2D76}" type="presParOf" srcId="{81902596-E5CA-478A-82CA-B478C1D563E7}" destId="{E9887094-61E0-4F32-9911-CA85E8D8BDD3}" srcOrd="0" destOrd="0" presId="urn:microsoft.com/office/officeart/2018/5/layout/IconCircleLabelList"/>
    <dgm:cxn modelId="{42A819BD-A179-49C0-BA9F-CC5401BE566E}" type="presParOf" srcId="{E9887094-61E0-4F32-9911-CA85E8D8BDD3}" destId="{146F5A55-776F-4451-80B9-ABE90BF15678}" srcOrd="0" destOrd="0" presId="urn:microsoft.com/office/officeart/2018/5/layout/IconCircleLabelList"/>
    <dgm:cxn modelId="{4D5169EB-0EEA-43AE-A3B8-A7199CB7E67F}" type="presParOf" srcId="{E9887094-61E0-4F32-9911-CA85E8D8BDD3}" destId="{CBA6576E-371B-4B02-B08B-222D5132D7E7}" srcOrd="1" destOrd="0" presId="urn:microsoft.com/office/officeart/2018/5/layout/IconCircleLabelList"/>
    <dgm:cxn modelId="{147E8F65-57B1-4117-B302-A6F5AECEE68D}" type="presParOf" srcId="{E9887094-61E0-4F32-9911-CA85E8D8BDD3}" destId="{B6A51C05-8E5C-4C4E-BA80-A61736190C76}" srcOrd="2" destOrd="0" presId="urn:microsoft.com/office/officeart/2018/5/layout/IconCircleLabelList"/>
    <dgm:cxn modelId="{2D4E4B89-A1F3-4971-844B-CF3712ADB94B}" type="presParOf" srcId="{E9887094-61E0-4F32-9911-CA85E8D8BDD3}" destId="{E3A178F9-858E-489A-8A82-2D533CC40E7A}" srcOrd="3" destOrd="0" presId="urn:microsoft.com/office/officeart/2018/5/layout/IconCircleLabelList"/>
    <dgm:cxn modelId="{D7D793BB-4519-456F-8CB7-D1BDA0A29214}" type="presParOf" srcId="{81902596-E5CA-478A-82CA-B478C1D563E7}" destId="{DC00085F-3661-4822-90B6-7B2C65CF692F}" srcOrd="1" destOrd="0" presId="urn:microsoft.com/office/officeart/2018/5/layout/IconCircleLabelList"/>
    <dgm:cxn modelId="{7EC44A4C-439E-4747-B708-640078C8EAE6}" type="presParOf" srcId="{81902596-E5CA-478A-82CA-B478C1D563E7}" destId="{A9A370B1-966D-45F8-A2ED-D4CDFC0C0DBC}" srcOrd="2" destOrd="0" presId="urn:microsoft.com/office/officeart/2018/5/layout/IconCircleLabelList"/>
    <dgm:cxn modelId="{3B398837-9AA1-49E4-8FCE-60BA78249598}" type="presParOf" srcId="{A9A370B1-966D-45F8-A2ED-D4CDFC0C0DBC}" destId="{DB032AAB-F9EF-4790-A6C4-7083891432A8}" srcOrd="0" destOrd="0" presId="urn:microsoft.com/office/officeart/2018/5/layout/IconCircleLabelList"/>
    <dgm:cxn modelId="{3C4333B7-A56D-44CE-B0FC-99FEFE40915F}" type="presParOf" srcId="{A9A370B1-966D-45F8-A2ED-D4CDFC0C0DBC}" destId="{F84741C2-21D2-4DA0-95E5-4030164D535D}" srcOrd="1" destOrd="0" presId="urn:microsoft.com/office/officeart/2018/5/layout/IconCircleLabelList"/>
    <dgm:cxn modelId="{99A5AEA0-8414-4609-AE60-99BC8551F784}" type="presParOf" srcId="{A9A370B1-966D-45F8-A2ED-D4CDFC0C0DBC}" destId="{3D48BD9B-B07F-4B1C-8E6A-32A22F84DF32}" srcOrd="2" destOrd="0" presId="urn:microsoft.com/office/officeart/2018/5/layout/IconCircleLabelList"/>
    <dgm:cxn modelId="{E028301F-400C-47C8-92CF-8211ABA0A19C}" type="presParOf" srcId="{A9A370B1-966D-45F8-A2ED-D4CDFC0C0DBC}" destId="{225A26E8-B655-41D7-8ECB-AD2D5237DFC6}" srcOrd="3" destOrd="0" presId="urn:microsoft.com/office/officeart/2018/5/layout/IconCircleLabelList"/>
    <dgm:cxn modelId="{515017C4-EC88-4B2D-995C-8978C1B2D4DD}" type="presParOf" srcId="{81902596-E5CA-478A-82CA-B478C1D563E7}" destId="{38DEB2DB-D80B-416A-9A74-917AB7D3457F}" srcOrd="3" destOrd="0" presId="urn:microsoft.com/office/officeart/2018/5/layout/IconCircleLabelList"/>
    <dgm:cxn modelId="{7125072A-ACAC-41F1-A4BF-28A6E9A2F24F}" type="presParOf" srcId="{81902596-E5CA-478A-82CA-B478C1D563E7}" destId="{8F02D6C8-F72E-4D45-8EB8-8F182D14FB71}" srcOrd="4" destOrd="0" presId="urn:microsoft.com/office/officeart/2018/5/layout/IconCircleLabelList"/>
    <dgm:cxn modelId="{8DACDA08-3558-4BE0-9810-8C063EAF5181}" type="presParOf" srcId="{8F02D6C8-F72E-4D45-8EB8-8F182D14FB71}" destId="{F416DCB8-FF3B-4B07-B92E-CC44FF4A604D}" srcOrd="0" destOrd="0" presId="urn:microsoft.com/office/officeart/2018/5/layout/IconCircleLabelList"/>
    <dgm:cxn modelId="{66059476-6878-4386-A994-DD854D8D53E4}" type="presParOf" srcId="{8F02D6C8-F72E-4D45-8EB8-8F182D14FB71}" destId="{B7570E6A-8369-49AB-8A4F-F9BB6BF5D1DF}" srcOrd="1" destOrd="0" presId="urn:microsoft.com/office/officeart/2018/5/layout/IconCircleLabelList"/>
    <dgm:cxn modelId="{51BAAE0F-8DF3-4082-8F4F-AA77859A811F}" type="presParOf" srcId="{8F02D6C8-F72E-4D45-8EB8-8F182D14FB71}" destId="{09BA118C-5CFD-43E5-802F-09B74883B0F3}" srcOrd="2" destOrd="0" presId="urn:microsoft.com/office/officeart/2018/5/layout/IconCircleLabelList"/>
    <dgm:cxn modelId="{68A3CD57-6051-4CE5-8E74-A45905A4F9EF}" type="presParOf" srcId="{8F02D6C8-F72E-4D45-8EB8-8F182D14FB71}" destId="{F7F4BB7A-39B0-45F1-9A55-F1468F9C6F23}" srcOrd="3" destOrd="0" presId="urn:microsoft.com/office/officeart/2018/5/layout/IconCircleLabelList"/>
    <dgm:cxn modelId="{D5FD5F6A-3571-4B8F-9608-900F19E0A811}" type="presParOf" srcId="{81902596-E5CA-478A-82CA-B478C1D563E7}" destId="{2B4181BD-59CA-4672-BC33-7C9DA6C06166}" srcOrd="5" destOrd="0" presId="urn:microsoft.com/office/officeart/2018/5/layout/IconCircleLabelList"/>
    <dgm:cxn modelId="{7514BD48-241E-4FD4-B6CE-9D7B7DA148FE}" type="presParOf" srcId="{81902596-E5CA-478A-82CA-B478C1D563E7}" destId="{48C00B69-9506-40EB-9EFB-BF21EE3C1353}" srcOrd="6" destOrd="0" presId="urn:microsoft.com/office/officeart/2018/5/layout/IconCircleLabelList"/>
    <dgm:cxn modelId="{4CBACCF8-A34B-46F6-AECC-B1BFCBBB3A9E}" type="presParOf" srcId="{48C00B69-9506-40EB-9EFB-BF21EE3C1353}" destId="{E67FF439-D898-482F-9855-F7EA4F3DBB6F}" srcOrd="0" destOrd="0" presId="urn:microsoft.com/office/officeart/2018/5/layout/IconCircleLabelList"/>
    <dgm:cxn modelId="{F0365DEE-352A-4F06-98D3-43C0B024C4B3}" type="presParOf" srcId="{48C00B69-9506-40EB-9EFB-BF21EE3C1353}" destId="{100FD7E2-87B3-4406-AA17-D016DBF4EB39}" srcOrd="1" destOrd="0" presId="urn:microsoft.com/office/officeart/2018/5/layout/IconCircleLabelList"/>
    <dgm:cxn modelId="{6101E0AF-2CCC-4530-B73F-D35BA7BB4864}" type="presParOf" srcId="{48C00B69-9506-40EB-9EFB-BF21EE3C1353}" destId="{8E8D6D2C-A1EA-4AA9-927F-AC458EF88BCB}" srcOrd="2" destOrd="0" presId="urn:microsoft.com/office/officeart/2018/5/layout/IconCircleLabelList"/>
    <dgm:cxn modelId="{096DD473-860B-47AB-9483-4DA303732F79}" type="presParOf" srcId="{48C00B69-9506-40EB-9EFB-BF21EE3C1353}" destId="{646FA778-F06D-47F3-87A4-1FDC728EC8B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ABF3FF3-D268-454C-97E9-22BAD5FD70E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EE8C2EA-84DF-4755-BB15-1B2163824D64}">
      <dgm:prSet/>
      <dgm:spPr/>
      <dgm:t>
        <a:bodyPr/>
        <a:lstStyle/>
        <a:p>
          <a:r>
            <a:rPr lang="en-GB"/>
            <a:t>A public registry for sharing Docker images.</a:t>
          </a:r>
          <a:endParaRPr lang="en-US"/>
        </a:p>
      </dgm:t>
    </dgm:pt>
    <dgm:pt modelId="{D2992C8C-CFE6-422E-BC7B-BF01116C95CC}" type="parTrans" cxnId="{E1D9378C-A8E0-4D5E-96F8-BC6F83E40FFF}">
      <dgm:prSet/>
      <dgm:spPr/>
      <dgm:t>
        <a:bodyPr/>
        <a:lstStyle/>
        <a:p>
          <a:endParaRPr lang="en-US"/>
        </a:p>
      </dgm:t>
    </dgm:pt>
    <dgm:pt modelId="{ED894D2E-E750-4A25-A2E4-DE0B0BA3E511}" type="sibTrans" cxnId="{E1D9378C-A8E0-4D5E-96F8-BC6F83E40FFF}">
      <dgm:prSet/>
      <dgm:spPr/>
      <dgm:t>
        <a:bodyPr/>
        <a:lstStyle/>
        <a:p>
          <a:endParaRPr lang="en-US"/>
        </a:p>
      </dgm:t>
    </dgm:pt>
    <dgm:pt modelId="{49F3C80F-D2A7-448E-8FF6-9A045B1E36CD}">
      <dgm:prSet/>
      <dgm:spPr/>
      <dgm:t>
        <a:bodyPr/>
        <a:lstStyle/>
        <a:p>
          <a:r>
            <a:rPr lang="en-GB"/>
            <a:t>You can pull ready-made images like nginx, mysql, or python.</a:t>
          </a:r>
          <a:endParaRPr lang="en-US"/>
        </a:p>
      </dgm:t>
    </dgm:pt>
    <dgm:pt modelId="{0598FC22-C465-40B5-B01B-B0BA21F32A98}" type="parTrans" cxnId="{BCFF5641-1539-4158-B49F-415B89CCC0C5}">
      <dgm:prSet/>
      <dgm:spPr/>
      <dgm:t>
        <a:bodyPr/>
        <a:lstStyle/>
        <a:p>
          <a:endParaRPr lang="en-US"/>
        </a:p>
      </dgm:t>
    </dgm:pt>
    <dgm:pt modelId="{0905B431-631D-43E0-977A-C35872CF82CA}" type="sibTrans" cxnId="{BCFF5641-1539-4158-B49F-415B89CCC0C5}">
      <dgm:prSet/>
      <dgm:spPr/>
      <dgm:t>
        <a:bodyPr/>
        <a:lstStyle/>
        <a:p>
          <a:endParaRPr lang="en-US"/>
        </a:p>
      </dgm:t>
    </dgm:pt>
    <dgm:pt modelId="{42BE7903-7E89-4525-8398-679F9B763207}" type="pres">
      <dgm:prSet presAssocID="{CABF3FF3-D268-454C-97E9-22BAD5FD70EC}" presName="root" presStyleCnt="0">
        <dgm:presLayoutVars>
          <dgm:dir/>
          <dgm:resizeHandles val="exact"/>
        </dgm:presLayoutVars>
      </dgm:prSet>
      <dgm:spPr/>
    </dgm:pt>
    <dgm:pt modelId="{2144316F-0929-4190-B00C-734E26BA5AC5}" type="pres">
      <dgm:prSet presAssocID="{CABF3FF3-D268-454C-97E9-22BAD5FD70EC}" presName="container" presStyleCnt="0">
        <dgm:presLayoutVars>
          <dgm:dir/>
          <dgm:resizeHandles val="exact"/>
        </dgm:presLayoutVars>
      </dgm:prSet>
      <dgm:spPr/>
    </dgm:pt>
    <dgm:pt modelId="{8DFB9D11-FD9F-4F24-A5AB-7AAE5967AB39}" type="pres">
      <dgm:prSet presAssocID="{DEE8C2EA-84DF-4755-BB15-1B2163824D64}" presName="compNode" presStyleCnt="0"/>
      <dgm:spPr/>
    </dgm:pt>
    <dgm:pt modelId="{08410556-FB0F-4653-B5B4-F260337B3146}" type="pres">
      <dgm:prSet presAssocID="{DEE8C2EA-84DF-4755-BB15-1B2163824D64}" presName="iconBgRect" presStyleLbl="bgShp" presStyleIdx="0" presStyleCnt="2"/>
      <dgm:spPr/>
    </dgm:pt>
    <dgm:pt modelId="{B9D0339B-4BEC-4697-BDAD-9066A00AC6BC}" type="pres">
      <dgm:prSet presAssocID="{DEE8C2EA-84DF-4755-BB15-1B2163824D6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E36775DC-3FA1-40B6-BFA5-C0C5D290CEC7}" type="pres">
      <dgm:prSet presAssocID="{DEE8C2EA-84DF-4755-BB15-1B2163824D64}" presName="spaceRect" presStyleCnt="0"/>
      <dgm:spPr/>
    </dgm:pt>
    <dgm:pt modelId="{AC0FF2E5-7102-465A-B9D4-27EBF87177AB}" type="pres">
      <dgm:prSet presAssocID="{DEE8C2EA-84DF-4755-BB15-1B2163824D64}" presName="textRect" presStyleLbl="revTx" presStyleIdx="0" presStyleCnt="2">
        <dgm:presLayoutVars>
          <dgm:chMax val="1"/>
          <dgm:chPref val="1"/>
        </dgm:presLayoutVars>
      </dgm:prSet>
      <dgm:spPr/>
    </dgm:pt>
    <dgm:pt modelId="{EC76B86F-9795-4731-934A-40B0F924214E}" type="pres">
      <dgm:prSet presAssocID="{ED894D2E-E750-4A25-A2E4-DE0B0BA3E511}" presName="sibTrans" presStyleLbl="sibTrans2D1" presStyleIdx="0" presStyleCnt="0"/>
      <dgm:spPr/>
    </dgm:pt>
    <dgm:pt modelId="{EE6047D6-15DD-4465-BAAF-10ACC804CE6E}" type="pres">
      <dgm:prSet presAssocID="{49F3C80F-D2A7-448E-8FF6-9A045B1E36CD}" presName="compNode" presStyleCnt="0"/>
      <dgm:spPr/>
    </dgm:pt>
    <dgm:pt modelId="{4BB44F61-A3F7-49EA-A68E-557F09DDCA29}" type="pres">
      <dgm:prSet presAssocID="{49F3C80F-D2A7-448E-8FF6-9A045B1E36CD}" presName="iconBgRect" presStyleLbl="bgShp" presStyleIdx="1" presStyleCnt="2"/>
      <dgm:spPr/>
    </dgm:pt>
    <dgm:pt modelId="{8E66E648-D336-43B0-A86C-CEC2FA128DDD}" type="pres">
      <dgm:prSet presAssocID="{49F3C80F-D2A7-448E-8FF6-9A045B1E36C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F4033BE-A6B6-47A6-B5D3-82728128AAE8}" type="pres">
      <dgm:prSet presAssocID="{49F3C80F-D2A7-448E-8FF6-9A045B1E36CD}" presName="spaceRect" presStyleCnt="0"/>
      <dgm:spPr/>
    </dgm:pt>
    <dgm:pt modelId="{DE6FA988-D68E-4334-AD01-9D750471DDC7}" type="pres">
      <dgm:prSet presAssocID="{49F3C80F-D2A7-448E-8FF6-9A045B1E36C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52B393C-4139-417B-B59B-3DDCE66D8880}" type="presOf" srcId="{CABF3FF3-D268-454C-97E9-22BAD5FD70EC}" destId="{42BE7903-7E89-4525-8398-679F9B763207}" srcOrd="0" destOrd="0" presId="urn:microsoft.com/office/officeart/2018/2/layout/IconCircleList"/>
    <dgm:cxn modelId="{BCFF5641-1539-4158-B49F-415B89CCC0C5}" srcId="{CABF3FF3-D268-454C-97E9-22BAD5FD70EC}" destId="{49F3C80F-D2A7-448E-8FF6-9A045B1E36CD}" srcOrd="1" destOrd="0" parTransId="{0598FC22-C465-40B5-B01B-B0BA21F32A98}" sibTransId="{0905B431-631D-43E0-977A-C35872CF82CA}"/>
    <dgm:cxn modelId="{EB03E964-0999-4D7B-B7A8-0F25FF3941CF}" type="presOf" srcId="{49F3C80F-D2A7-448E-8FF6-9A045B1E36CD}" destId="{DE6FA988-D68E-4334-AD01-9D750471DDC7}" srcOrd="0" destOrd="0" presId="urn:microsoft.com/office/officeart/2018/2/layout/IconCircleList"/>
    <dgm:cxn modelId="{E1D9378C-A8E0-4D5E-96F8-BC6F83E40FFF}" srcId="{CABF3FF3-D268-454C-97E9-22BAD5FD70EC}" destId="{DEE8C2EA-84DF-4755-BB15-1B2163824D64}" srcOrd="0" destOrd="0" parTransId="{D2992C8C-CFE6-422E-BC7B-BF01116C95CC}" sibTransId="{ED894D2E-E750-4A25-A2E4-DE0B0BA3E511}"/>
    <dgm:cxn modelId="{F2C504C3-F629-4295-ACE6-AC76B4CEB9A8}" type="presOf" srcId="{DEE8C2EA-84DF-4755-BB15-1B2163824D64}" destId="{AC0FF2E5-7102-465A-B9D4-27EBF87177AB}" srcOrd="0" destOrd="0" presId="urn:microsoft.com/office/officeart/2018/2/layout/IconCircleList"/>
    <dgm:cxn modelId="{6A9BD0D3-C2C4-4CF3-8760-9334A7B24B02}" type="presOf" srcId="{ED894D2E-E750-4A25-A2E4-DE0B0BA3E511}" destId="{EC76B86F-9795-4731-934A-40B0F924214E}" srcOrd="0" destOrd="0" presId="urn:microsoft.com/office/officeart/2018/2/layout/IconCircleList"/>
    <dgm:cxn modelId="{23D830FD-BA8D-4F0A-A309-2E2E7DD466C5}" type="presParOf" srcId="{42BE7903-7E89-4525-8398-679F9B763207}" destId="{2144316F-0929-4190-B00C-734E26BA5AC5}" srcOrd="0" destOrd="0" presId="urn:microsoft.com/office/officeart/2018/2/layout/IconCircleList"/>
    <dgm:cxn modelId="{0C570D16-601A-41DC-95DA-E17AE3952970}" type="presParOf" srcId="{2144316F-0929-4190-B00C-734E26BA5AC5}" destId="{8DFB9D11-FD9F-4F24-A5AB-7AAE5967AB39}" srcOrd="0" destOrd="0" presId="urn:microsoft.com/office/officeart/2018/2/layout/IconCircleList"/>
    <dgm:cxn modelId="{3637BED9-5970-48B2-9671-30F2C1FE7683}" type="presParOf" srcId="{8DFB9D11-FD9F-4F24-A5AB-7AAE5967AB39}" destId="{08410556-FB0F-4653-B5B4-F260337B3146}" srcOrd="0" destOrd="0" presId="urn:microsoft.com/office/officeart/2018/2/layout/IconCircleList"/>
    <dgm:cxn modelId="{0E81EA37-46EC-4280-A4E6-DA3AFC236938}" type="presParOf" srcId="{8DFB9D11-FD9F-4F24-A5AB-7AAE5967AB39}" destId="{B9D0339B-4BEC-4697-BDAD-9066A00AC6BC}" srcOrd="1" destOrd="0" presId="urn:microsoft.com/office/officeart/2018/2/layout/IconCircleList"/>
    <dgm:cxn modelId="{C65CAF7A-5D21-4BE7-97DB-ED203A714FC6}" type="presParOf" srcId="{8DFB9D11-FD9F-4F24-A5AB-7AAE5967AB39}" destId="{E36775DC-3FA1-40B6-BFA5-C0C5D290CEC7}" srcOrd="2" destOrd="0" presId="urn:microsoft.com/office/officeart/2018/2/layout/IconCircleList"/>
    <dgm:cxn modelId="{CF97119E-2560-4745-B885-CD340E644CE3}" type="presParOf" srcId="{8DFB9D11-FD9F-4F24-A5AB-7AAE5967AB39}" destId="{AC0FF2E5-7102-465A-B9D4-27EBF87177AB}" srcOrd="3" destOrd="0" presId="urn:microsoft.com/office/officeart/2018/2/layout/IconCircleList"/>
    <dgm:cxn modelId="{23079E9B-B5EC-438A-825D-0C961D9F1F89}" type="presParOf" srcId="{2144316F-0929-4190-B00C-734E26BA5AC5}" destId="{EC76B86F-9795-4731-934A-40B0F924214E}" srcOrd="1" destOrd="0" presId="urn:microsoft.com/office/officeart/2018/2/layout/IconCircleList"/>
    <dgm:cxn modelId="{EE4B0CD7-7C5B-4E93-8BA7-C620D05AD5E8}" type="presParOf" srcId="{2144316F-0929-4190-B00C-734E26BA5AC5}" destId="{EE6047D6-15DD-4465-BAAF-10ACC804CE6E}" srcOrd="2" destOrd="0" presId="urn:microsoft.com/office/officeart/2018/2/layout/IconCircleList"/>
    <dgm:cxn modelId="{F51C2104-6EC5-46A0-822E-4F180CB527A2}" type="presParOf" srcId="{EE6047D6-15DD-4465-BAAF-10ACC804CE6E}" destId="{4BB44F61-A3F7-49EA-A68E-557F09DDCA29}" srcOrd="0" destOrd="0" presId="urn:microsoft.com/office/officeart/2018/2/layout/IconCircleList"/>
    <dgm:cxn modelId="{531A5E50-793A-4171-9186-589B3C880E76}" type="presParOf" srcId="{EE6047D6-15DD-4465-BAAF-10ACC804CE6E}" destId="{8E66E648-D336-43B0-A86C-CEC2FA128DDD}" srcOrd="1" destOrd="0" presId="urn:microsoft.com/office/officeart/2018/2/layout/IconCircleList"/>
    <dgm:cxn modelId="{D8B03C4E-5D49-4BF5-BBCE-628255D9AE62}" type="presParOf" srcId="{EE6047D6-15DD-4465-BAAF-10ACC804CE6E}" destId="{3F4033BE-A6B6-47A6-B5D3-82728128AAE8}" srcOrd="2" destOrd="0" presId="urn:microsoft.com/office/officeart/2018/2/layout/IconCircleList"/>
    <dgm:cxn modelId="{9D0FC416-77DB-43A1-9545-286A9B05459E}" type="presParOf" srcId="{EE6047D6-15DD-4465-BAAF-10ACC804CE6E}" destId="{DE6FA988-D68E-4334-AD01-9D750471DDC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5BF2C-FEDB-44EF-A2E4-4778FDE5C0ED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FDAD9EE-8F41-48B8-B2D7-2B3D1C756A60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DevOps = Development + Operations</a:t>
          </a:r>
          <a:endParaRPr lang="en-US" sz="2100" kern="1200"/>
        </a:p>
      </dsp:txBody>
      <dsp:txXfrm>
        <a:off x="1228411" y="621955"/>
        <a:ext cx="1919362" cy="1919362"/>
      </dsp:txXfrm>
    </dsp:sp>
    <dsp:sp modelId="{98B353BA-EB56-48B0-B1DB-C49026AC547A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A cultural and technical movement to improve collaboration</a:t>
          </a:r>
          <a:endParaRPr lang="en-US" sz="2100" kern="1200"/>
        </a:p>
      </dsp:txBody>
      <dsp:txXfrm>
        <a:off x="3519058" y="621955"/>
        <a:ext cx="1919362" cy="1919362"/>
      </dsp:txXfrm>
    </dsp:sp>
    <dsp:sp modelId="{A6CEBDAA-BA79-4C6F-BD8D-211B561625D7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Focuses on automation, continuous delivery, and rapid feedback</a:t>
          </a:r>
          <a:endParaRPr lang="en-US" sz="2100" kern="1200"/>
        </a:p>
      </dsp:txBody>
      <dsp:txXfrm>
        <a:off x="1228411" y="2912601"/>
        <a:ext cx="1919362" cy="1919362"/>
      </dsp:txXfrm>
    </dsp:sp>
    <dsp:sp modelId="{23C2977D-7D77-43DE-8E76-3DFD75B99F9B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Enables faster, more reliable software delivery</a:t>
          </a:r>
          <a:endParaRPr lang="en-US" sz="2100" kern="1200"/>
        </a:p>
      </dsp:txBody>
      <dsp:txXfrm>
        <a:off x="3519058" y="2912601"/>
        <a:ext cx="1919362" cy="19193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64FC70-AE79-4EBA-9E0D-6829C3A9A884}">
      <dsp:nvSpPr>
        <dsp:cNvPr id="0" name=""/>
        <dsp:cNvSpPr/>
      </dsp:nvSpPr>
      <dsp:spPr>
        <a:xfrm>
          <a:off x="0" y="4984565"/>
          <a:ext cx="1666708" cy="46736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42240" rIns="118536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Monitor</a:t>
          </a:r>
        </a:p>
      </dsp:txBody>
      <dsp:txXfrm>
        <a:off x="0" y="4984565"/>
        <a:ext cx="1666708" cy="467364"/>
      </dsp:txXfrm>
    </dsp:sp>
    <dsp:sp modelId="{00AEC992-0CE3-4DE1-A1E8-2A5A3315FC5C}">
      <dsp:nvSpPr>
        <dsp:cNvPr id="0" name=""/>
        <dsp:cNvSpPr/>
      </dsp:nvSpPr>
      <dsp:spPr>
        <a:xfrm>
          <a:off x="1666708" y="4984565"/>
          <a:ext cx="5000124" cy="46736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54000" rIns="101426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Monitor – Feedback, analytics</a:t>
          </a:r>
        </a:p>
      </dsp:txBody>
      <dsp:txXfrm>
        <a:off x="1666708" y="4984565"/>
        <a:ext cx="5000124" cy="467364"/>
      </dsp:txXfrm>
    </dsp:sp>
    <dsp:sp modelId="{12E055C0-BC30-4881-A99A-E0CEC83EBAE9}">
      <dsp:nvSpPr>
        <dsp:cNvPr id="0" name=""/>
        <dsp:cNvSpPr/>
      </dsp:nvSpPr>
      <dsp:spPr>
        <a:xfrm rot="10800000">
          <a:off x="0" y="4272768"/>
          <a:ext cx="1666708" cy="71880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920516"/>
                <a:satOff val="-2642"/>
                <a:lumOff val="-42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920516"/>
                <a:satOff val="-2642"/>
                <a:lumOff val="-42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920516"/>
                <a:satOff val="-2642"/>
                <a:lumOff val="-42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42240" rIns="118536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Operate</a:t>
          </a:r>
        </a:p>
      </dsp:txBody>
      <dsp:txXfrm rot="-10800000">
        <a:off x="0" y="4272768"/>
        <a:ext cx="1666708" cy="467224"/>
      </dsp:txXfrm>
    </dsp:sp>
    <dsp:sp modelId="{20BBA537-2534-435E-AFF4-38E942839D20}">
      <dsp:nvSpPr>
        <dsp:cNvPr id="0" name=""/>
        <dsp:cNvSpPr/>
      </dsp:nvSpPr>
      <dsp:spPr>
        <a:xfrm>
          <a:off x="1666708" y="4272768"/>
          <a:ext cx="5000124" cy="467224"/>
        </a:xfrm>
        <a:prstGeom prst="rect">
          <a:avLst/>
        </a:prstGeom>
        <a:solidFill>
          <a:schemeClr val="accent2">
            <a:tint val="40000"/>
            <a:alpha val="90000"/>
            <a:hueOff val="962103"/>
            <a:satOff val="-8890"/>
            <a:lumOff val="-100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62103"/>
              <a:satOff val="-8890"/>
              <a:lumOff val="-10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54000" rIns="101426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Operate – Monitoring, incident response</a:t>
          </a:r>
        </a:p>
      </dsp:txBody>
      <dsp:txXfrm>
        <a:off x="1666708" y="4272768"/>
        <a:ext cx="5000124" cy="467224"/>
      </dsp:txXfrm>
    </dsp:sp>
    <dsp:sp modelId="{C4DD80B6-8E8D-4B15-9742-6452E10EA6C0}">
      <dsp:nvSpPr>
        <dsp:cNvPr id="0" name=""/>
        <dsp:cNvSpPr/>
      </dsp:nvSpPr>
      <dsp:spPr>
        <a:xfrm rot="10800000">
          <a:off x="0" y="3560972"/>
          <a:ext cx="1666708" cy="71880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1841033"/>
                <a:satOff val="-5284"/>
                <a:lumOff val="-84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841033"/>
                <a:satOff val="-5284"/>
                <a:lumOff val="-84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841033"/>
                <a:satOff val="-5284"/>
                <a:lumOff val="-84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42240" rIns="118536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Deploy</a:t>
          </a:r>
        </a:p>
      </dsp:txBody>
      <dsp:txXfrm rot="-10800000">
        <a:off x="0" y="3560972"/>
        <a:ext cx="1666708" cy="467224"/>
      </dsp:txXfrm>
    </dsp:sp>
    <dsp:sp modelId="{58B4BC8B-A844-4D6A-A729-3D15A88D1CC8}">
      <dsp:nvSpPr>
        <dsp:cNvPr id="0" name=""/>
        <dsp:cNvSpPr/>
      </dsp:nvSpPr>
      <dsp:spPr>
        <a:xfrm>
          <a:off x="1666708" y="3560972"/>
          <a:ext cx="5000124" cy="467224"/>
        </a:xfrm>
        <a:prstGeom prst="rect">
          <a:avLst/>
        </a:prstGeom>
        <a:solidFill>
          <a:schemeClr val="accent2">
            <a:tint val="40000"/>
            <a:alpha val="90000"/>
            <a:hueOff val="1924205"/>
            <a:satOff val="-17781"/>
            <a:lumOff val="-200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24205"/>
              <a:satOff val="-17781"/>
              <a:lumOff val="-20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54000" rIns="101426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Deploy – Automated deployment</a:t>
          </a:r>
        </a:p>
      </dsp:txBody>
      <dsp:txXfrm>
        <a:off x="1666708" y="3560972"/>
        <a:ext cx="5000124" cy="467224"/>
      </dsp:txXfrm>
    </dsp:sp>
    <dsp:sp modelId="{E7C39FE1-89AA-4069-85FE-5857C5682495}">
      <dsp:nvSpPr>
        <dsp:cNvPr id="0" name=""/>
        <dsp:cNvSpPr/>
      </dsp:nvSpPr>
      <dsp:spPr>
        <a:xfrm rot="10800000">
          <a:off x="0" y="2849175"/>
          <a:ext cx="1666708" cy="71880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2761549"/>
                <a:satOff val="-7926"/>
                <a:lumOff val="-126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761549"/>
                <a:satOff val="-7926"/>
                <a:lumOff val="-126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761549"/>
                <a:satOff val="-7926"/>
                <a:lumOff val="-126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42240" rIns="118536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Release</a:t>
          </a:r>
        </a:p>
      </dsp:txBody>
      <dsp:txXfrm rot="-10800000">
        <a:off x="0" y="2849175"/>
        <a:ext cx="1666708" cy="467224"/>
      </dsp:txXfrm>
    </dsp:sp>
    <dsp:sp modelId="{B3227F64-6FE9-4F10-BB98-49B775B596E1}">
      <dsp:nvSpPr>
        <dsp:cNvPr id="0" name=""/>
        <dsp:cNvSpPr/>
      </dsp:nvSpPr>
      <dsp:spPr>
        <a:xfrm>
          <a:off x="1666708" y="2849175"/>
          <a:ext cx="5000124" cy="467224"/>
        </a:xfrm>
        <a:prstGeom prst="rect">
          <a:avLst/>
        </a:prstGeom>
        <a:solidFill>
          <a:schemeClr val="accent2">
            <a:tint val="40000"/>
            <a:alpha val="90000"/>
            <a:hueOff val="2886308"/>
            <a:satOff val="-26671"/>
            <a:lumOff val="-300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886308"/>
              <a:satOff val="-26671"/>
              <a:lumOff val="-300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54000" rIns="101426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Release – Approval, versioning</a:t>
          </a:r>
        </a:p>
      </dsp:txBody>
      <dsp:txXfrm>
        <a:off x="1666708" y="2849175"/>
        <a:ext cx="5000124" cy="467224"/>
      </dsp:txXfrm>
    </dsp:sp>
    <dsp:sp modelId="{48C18E83-2A05-4E25-AC42-A1E023919971}">
      <dsp:nvSpPr>
        <dsp:cNvPr id="0" name=""/>
        <dsp:cNvSpPr/>
      </dsp:nvSpPr>
      <dsp:spPr>
        <a:xfrm rot="10800000">
          <a:off x="0" y="2137379"/>
          <a:ext cx="1666708" cy="71880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3682065"/>
                <a:satOff val="-10567"/>
                <a:lumOff val="-169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682065"/>
                <a:satOff val="-10567"/>
                <a:lumOff val="-169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682065"/>
                <a:satOff val="-10567"/>
                <a:lumOff val="-169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42240" rIns="118536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Test</a:t>
          </a:r>
        </a:p>
      </dsp:txBody>
      <dsp:txXfrm rot="-10800000">
        <a:off x="0" y="2137379"/>
        <a:ext cx="1666708" cy="467224"/>
      </dsp:txXfrm>
    </dsp:sp>
    <dsp:sp modelId="{B8F39D71-3384-401B-AA6E-FEECAEC539EB}">
      <dsp:nvSpPr>
        <dsp:cNvPr id="0" name=""/>
        <dsp:cNvSpPr/>
      </dsp:nvSpPr>
      <dsp:spPr>
        <a:xfrm>
          <a:off x="1666708" y="2137379"/>
          <a:ext cx="5000124" cy="467224"/>
        </a:xfrm>
        <a:prstGeom prst="rect">
          <a:avLst/>
        </a:prstGeom>
        <a:solidFill>
          <a:schemeClr val="accent2">
            <a:tint val="40000"/>
            <a:alpha val="90000"/>
            <a:hueOff val="3848410"/>
            <a:satOff val="-35561"/>
            <a:lumOff val="-400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848410"/>
              <a:satOff val="-35561"/>
              <a:lumOff val="-40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54000" rIns="101426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Test – Unit, integration, performance tests</a:t>
          </a:r>
        </a:p>
      </dsp:txBody>
      <dsp:txXfrm>
        <a:off x="1666708" y="2137379"/>
        <a:ext cx="5000124" cy="467224"/>
      </dsp:txXfrm>
    </dsp:sp>
    <dsp:sp modelId="{8D50DD6F-50CA-4E05-960D-CF4642411EF4}">
      <dsp:nvSpPr>
        <dsp:cNvPr id="0" name=""/>
        <dsp:cNvSpPr/>
      </dsp:nvSpPr>
      <dsp:spPr>
        <a:xfrm rot="10800000">
          <a:off x="0" y="1425582"/>
          <a:ext cx="1666708" cy="71880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4602581"/>
                <a:satOff val="-13209"/>
                <a:lumOff val="-211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602581"/>
                <a:satOff val="-13209"/>
                <a:lumOff val="-211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602581"/>
                <a:satOff val="-13209"/>
                <a:lumOff val="-211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42240" rIns="118536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Build</a:t>
          </a:r>
        </a:p>
      </dsp:txBody>
      <dsp:txXfrm rot="-10800000">
        <a:off x="0" y="1425582"/>
        <a:ext cx="1666708" cy="467224"/>
      </dsp:txXfrm>
    </dsp:sp>
    <dsp:sp modelId="{2195A094-F98B-438F-95D6-AD0B16D5A2BF}">
      <dsp:nvSpPr>
        <dsp:cNvPr id="0" name=""/>
        <dsp:cNvSpPr/>
      </dsp:nvSpPr>
      <dsp:spPr>
        <a:xfrm>
          <a:off x="1666708" y="1425582"/>
          <a:ext cx="5000124" cy="467224"/>
        </a:xfrm>
        <a:prstGeom prst="rect">
          <a:avLst/>
        </a:prstGeom>
        <a:solidFill>
          <a:schemeClr val="accent2">
            <a:tint val="40000"/>
            <a:alpha val="90000"/>
            <a:hueOff val="4810513"/>
            <a:satOff val="-44451"/>
            <a:lumOff val="-501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810513"/>
              <a:satOff val="-44451"/>
              <a:lumOff val="-501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54000" rIns="101426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Build – Compile, package</a:t>
          </a:r>
        </a:p>
      </dsp:txBody>
      <dsp:txXfrm>
        <a:off x="1666708" y="1425582"/>
        <a:ext cx="5000124" cy="467224"/>
      </dsp:txXfrm>
    </dsp:sp>
    <dsp:sp modelId="{B991DF12-1038-4C97-B996-C7AAC2C3B79C}">
      <dsp:nvSpPr>
        <dsp:cNvPr id="0" name=""/>
        <dsp:cNvSpPr/>
      </dsp:nvSpPr>
      <dsp:spPr>
        <a:xfrm rot="10800000">
          <a:off x="0" y="713786"/>
          <a:ext cx="1666708" cy="71880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5523098"/>
                <a:satOff val="-15851"/>
                <a:lumOff val="-2537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523098"/>
                <a:satOff val="-15851"/>
                <a:lumOff val="-2537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523098"/>
                <a:satOff val="-15851"/>
                <a:lumOff val="-2537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42240" rIns="118536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Develop</a:t>
          </a:r>
        </a:p>
      </dsp:txBody>
      <dsp:txXfrm rot="-10800000">
        <a:off x="0" y="713786"/>
        <a:ext cx="1666708" cy="467224"/>
      </dsp:txXfrm>
    </dsp:sp>
    <dsp:sp modelId="{E5965E66-C7A8-497B-B3DD-63975934F82E}">
      <dsp:nvSpPr>
        <dsp:cNvPr id="0" name=""/>
        <dsp:cNvSpPr/>
      </dsp:nvSpPr>
      <dsp:spPr>
        <a:xfrm>
          <a:off x="1666708" y="713786"/>
          <a:ext cx="5000124" cy="467224"/>
        </a:xfrm>
        <a:prstGeom prst="rect">
          <a:avLst/>
        </a:prstGeom>
        <a:solidFill>
          <a:schemeClr val="accent2">
            <a:tint val="40000"/>
            <a:alpha val="90000"/>
            <a:hueOff val="5772616"/>
            <a:satOff val="-53342"/>
            <a:lumOff val="-60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772616"/>
              <a:satOff val="-53342"/>
              <a:lumOff val="-601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54000" rIns="101426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Develop – Coding, peer reviews</a:t>
          </a:r>
        </a:p>
      </dsp:txBody>
      <dsp:txXfrm>
        <a:off x="1666708" y="713786"/>
        <a:ext cx="5000124" cy="467224"/>
      </dsp:txXfrm>
    </dsp:sp>
    <dsp:sp modelId="{FECF4905-F2DB-4B9A-A4EF-555D4AA424AA}">
      <dsp:nvSpPr>
        <dsp:cNvPr id="0" name=""/>
        <dsp:cNvSpPr/>
      </dsp:nvSpPr>
      <dsp:spPr>
        <a:xfrm rot="10800000">
          <a:off x="0" y="1989"/>
          <a:ext cx="1666708" cy="71880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42240" rIns="118536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Plan</a:t>
          </a:r>
        </a:p>
      </dsp:txBody>
      <dsp:txXfrm rot="-10800000">
        <a:off x="0" y="1989"/>
        <a:ext cx="1666708" cy="467224"/>
      </dsp:txXfrm>
    </dsp:sp>
    <dsp:sp modelId="{7949BFF4-744E-44DE-B190-F3BA4DDC8391}">
      <dsp:nvSpPr>
        <dsp:cNvPr id="0" name=""/>
        <dsp:cNvSpPr/>
      </dsp:nvSpPr>
      <dsp:spPr>
        <a:xfrm>
          <a:off x="1666708" y="1989"/>
          <a:ext cx="5000124" cy="46722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54000" rIns="101426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Plan – Requirements, backlog grooming</a:t>
          </a:r>
        </a:p>
      </dsp:txBody>
      <dsp:txXfrm>
        <a:off x="1666708" y="1989"/>
        <a:ext cx="5000124" cy="4672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5FE4D-CAEA-4B88-BA9D-4BAEEE09B780}">
      <dsp:nvSpPr>
        <dsp:cNvPr id="0" name=""/>
        <dsp:cNvSpPr/>
      </dsp:nvSpPr>
      <dsp:spPr>
        <a:xfrm>
          <a:off x="0" y="592834"/>
          <a:ext cx="6666833" cy="13747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CI (Continuous Integration): </a:t>
          </a:r>
          <a:r>
            <a:rPr lang="en-GB" sz="2500" kern="1200" dirty="0"/>
            <a:t>Developers frequently merge code into a shared repository with automated builds and tests</a:t>
          </a:r>
          <a:endParaRPr lang="en-US" sz="2500" kern="1200" dirty="0"/>
        </a:p>
      </dsp:txBody>
      <dsp:txXfrm>
        <a:off x="67110" y="659944"/>
        <a:ext cx="6532613" cy="1240530"/>
      </dsp:txXfrm>
    </dsp:sp>
    <dsp:sp modelId="{7506A558-7AD4-4D85-815B-09797A3F0299}">
      <dsp:nvSpPr>
        <dsp:cNvPr id="0" name=""/>
        <dsp:cNvSpPr/>
      </dsp:nvSpPr>
      <dsp:spPr>
        <a:xfrm>
          <a:off x="0" y="2039585"/>
          <a:ext cx="6666833" cy="137475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CD (Continuous Delivery/Deployment): </a:t>
          </a:r>
          <a:r>
            <a:rPr lang="en-GB" sz="2500" kern="1200" dirty="0"/>
            <a:t>Code is automatically prepared and released to production or staging environments</a:t>
          </a:r>
          <a:endParaRPr lang="en-US" sz="2500" kern="1200" dirty="0"/>
        </a:p>
      </dsp:txBody>
      <dsp:txXfrm>
        <a:off x="67110" y="2106695"/>
        <a:ext cx="6532613" cy="1240530"/>
      </dsp:txXfrm>
    </dsp:sp>
    <dsp:sp modelId="{BE11B759-9C6E-4B26-A708-6B43386DD6F5}">
      <dsp:nvSpPr>
        <dsp:cNvPr id="0" name=""/>
        <dsp:cNvSpPr/>
      </dsp:nvSpPr>
      <dsp:spPr>
        <a:xfrm>
          <a:off x="0" y="3486335"/>
          <a:ext cx="6666833" cy="137475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CI/CD is a cornerstone of modern DevOps practices</a:t>
          </a:r>
          <a:endParaRPr lang="en-US" sz="2500" kern="1200"/>
        </a:p>
      </dsp:txBody>
      <dsp:txXfrm>
        <a:off x="67110" y="3553445"/>
        <a:ext cx="6532613" cy="12405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286948-F8B4-432C-9124-5D761E2CEF1C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Jenkins is an </a:t>
          </a:r>
          <a:r>
            <a:rPr lang="en-GB" sz="3200" b="1" kern="1200"/>
            <a:t>open-source automation server</a:t>
          </a:r>
          <a:endParaRPr lang="en-US" sz="3200" kern="1200"/>
        </a:p>
      </dsp:txBody>
      <dsp:txXfrm>
        <a:off x="62141" y="104940"/>
        <a:ext cx="6542551" cy="1148678"/>
      </dsp:txXfrm>
    </dsp:sp>
    <dsp:sp modelId="{5F88A8D1-9201-4079-A706-012769DC3300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Supports </a:t>
          </a:r>
          <a:r>
            <a:rPr lang="en-GB" sz="3200" b="1" kern="1200"/>
            <a:t>Continuous Integration (CI)</a:t>
          </a:r>
          <a:r>
            <a:rPr lang="en-GB" sz="3200" kern="1200"/>
            <a:t> and </a:t>
          </a:r>
          <a:r>
            <a:rPr lang="en-GB" sz="3200" b="1" kern="1200"/>
            <a:t>Continuous Delivery (CD)</a:t>
          </a:r>
          <a:endParaRPr lang="en-US" sz="3200" kern="1200"/>
        </a:p>
      </dsp:txBody>
      <dsp:txXfrm>
        <a:off x="62141" y="1470060"/>
        <a:ext cx="6542551" cy="1148678"/>
      </dsp:txXfrm>
    </dsp:sp>
    <dsp:sp modelId="{FE34AF74-B02B-42BE-9B2E-3BF4C4543E73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Originally developed as </a:t>
          </a:r>
          <a:r>
            <a:rPr lang="en-GB" sz="3200" b="1" kern="1200"/>
            <a:t>Hudson</a:t>
          </a:r>
          <a:r>
            <a:rPr lang="en-GB" sz="3200" kern="1200"/>
            <a:t> at Sun Microsystems</a:t>
          </a:r>
          <a:endParaRPr lang="en-US" sz="3200" kern="1200"/>
        </a:p>
      </dsp:txBody>
      <dsp:txXfrm>
        <a:off x="62141" y="2835181"/>
        <a:ext cx="6542551" cy="1148678"/>
      </dsp:txXfrm>
    </dsp:sp>
    <dsp:sp modelId="{01DB4F67-C2EC-4635-8B02-2A3AE2D1B8EA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Renamed to Jenkins in 2011 after a community fork</a:t>
          </a:r>
          <a:endParaRPr lang="en-US" sz="3200" kern="1200"/>
        </a:p>
      </dsp:txBody>
      <dsp:txXfrm>
        <a:off x="62141" y="4200301"/>
        <a:ext cx="6542551" cy="11486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158A68-697A-4D13-853D-4AD235AA6819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5F73141A-B13E-4EB6-9203-84D2E6129C5F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Developer pushes code to Git</a:t>
          </a:r>
          <a:endParaRPr lang="en-US" sz="3200" kern="1200"/>
        </a:p>
      </dsp:txBody>
      <dsp:txXfrm>
        <a:off x="8061" y="5979"/>
        <a:ext cx="3034531" cy="1820718"/>
      </dsp:txXfrm>
    </dsp:sp>
    <dsp:sp modelId="{E57F1471-FCC2-492C-AC00-DBBC04D19441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89C43B0B-1D89-4149-BA8D-23BE81738170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Jenkins detects change via webhook</a:t>
          </a:r>
          <a:endParaRPr lang="en-US" sz="3200" kern="1200"/>
        </a:p>
      </dsp:txBody>
      <dsp:txXfrm>
        <a:off x="3740534" y="5979"/>
        <a:ext cx="3034531" cy="1820718"/>
      </dsp:txXfrm>
    </dsp:sp>
    <dsp:sp modelId="{C33F92C4-80A0-4B14-8F39-2528C0CFF790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B1648DCE-B74C-499F-B37D-8178C064AE43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Jenkins pulls code and triggers build</a:t>
          </a:r>
          <a:endParaRPr lang="en-US" sz="3200" kern="1200"/>
        </a:p>
      </dsp:txBody>
      <dsp:txXfrm>
        <a:off x="7473007" y="5979"/>
        <a:ext cx="3034531" cy="1820718"/>
      </dsp:txXfrm>
    </dsp:sp>
    <dsp:sp modelId="{3F29287F-26E8-4CB2-81E8-9D66AC1FAEC1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54CAE1C0-6550-4EB5-B6CD-6E16CC1E94F1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Runs tests and generates reports</a:t>
          </a:r>
          <a:endParaRPr lang="en-US" sz="3200" kern="1200"/>
        </a:p>
      </dsp:txBody>
      <dsp:txXfrm>
        <a:off x="8061" y="2524640"/>
        <a:ext cx="3034531" cy="1820718"/>
      </dsp:txXfrm>
    </dsp:sp>
    <dsp:sp modelId="{B9F8CADD-E933-4311-B628-5BE917B3A18B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89034B5C-3C79-4E76-AE1C-8E3691AD795D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Packages and deploys if successful</a:t>
          </a:r>
          <a:endParaRPr lang="en-US" sz="3200" kern="1200"/>
        </a:p>
      </dsp:txBody>
      <dsp:txXfrm>
        <a:off x="3740534" y="2524640"/>
        <a:ext cx="3034531" cy="1820718"/>
      </dsp:txXfrm>
    </dsp:sp>
    <dsp:sp modelId="{533113EA-B985-4CAB-9650-1EE95EB7130B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Sends notifications (email, Slack)</a:t>
          </a:r>
          <a:endParaRPr lang="en-US" sz="3200" kern="1200"/>
        </a:p>
      </dsp:txBody>
      <dsp:txXfrm>
        <a:off x="7473007" y="2524640"/>
        <a:ext cx="3034531" cy="18207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69DF44-FE21-44FB-A04B-C40793AB1106}">
      <dsp:nvSpPr>
        <dsp:cNvPr id="0" name=""/>
        <dsp:cNvSpPr/>
      </dsp:nvSpPr>
      <dsp:spPr>
        <a:xfrm>
          <a:off x="0" y="41134"/>
          <a:ext cx="6666833" cy="91830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The most basic and flexible job type</a:t>
          </a:r>
          <a:endParaRPr lang="en-US" sz="2300" kern="1200"/>
        </a:p>
      </dsp:txBody>
      <dsp:txXfrm>
        <a:off x="44828" y="85962"/>
        <a:ext cx="6577177" cy="828647"/>
      </dsp:txXfrm>
    </dsp:sp>
    <dsp:sp modelId="{F24DD29F-3F66-4A5B-8255-6AC986629BB1}">
      <dsp:nvSpPr>
        <dsp:cNvPr id="0" name=""/>
        <dsp:cNvSpPr/>
      </dsp:nvSpPr>
      <dsp:spPr>
        <a:xfrm>
          <a:off x="0" y="1025678"/>
          <a:ext cx="6666833" cy="918303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Configured via Jenkins UI</a:t>
          </a:r>
          <a:endParaRPr lang="en-US" sz="2300" kern="1200"/>
        </a:p>
      </dsp:txBody>
      <dsp:txXfrm>
        <a:off x="44828" y="1070506"/>
        <a:ext cx="6577177" cy="828647"/>
      </dsp:txXfrm>
    </dsp:sp>
    <dsp:sp modelId="{4FBB89BC-079C-4AF7-B9C8-58F787722B6F}">
      <dsp:nvSpPr>
        <dsp:cNvPr id="0" name=""/>
        <dsp:cNvSpPr/>
      </dsp:nvSpPr>
      <dsp:spPr>
        <a:xfrm>
          <a:off x="0" y="2010222"/>
          <a:ext cx="6666833" cy="918303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Supports shell scripts, build tools, and post-build actions</a:t>
          </a:r>
          <a:endParaRPr lang="en-US" sz="2300" kern="1200"/>
        </a:p>
      </dsp:txBody>
      <dsp:txXfrm>
        <a:off x="44828" y="2055050"/>
        <a:ext cx="6577177" cy="828647"/>
      </dsp:txXfrm>
    </dsp:sp>
    <dsp:sp modelId="{13500038-22EB-4AED-9DEF-6E5271361936}">
      <dsp:nvSpPr>
        <dsp:cNvPr id="0" name=""/>
        <dsp:cNvSpPr/>
      </dsp:nvSpPr>
      <dsp:spPr>
        <a:xfrm>
          <a:off x="0" y="2994766"/>
          <a:ext cx="6666833" cy="918303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How to Create a job:</a:t>
          </a:r>
          <a:endParaRPr lang="en-US" sz="2300" kern="1200"/>
        </a:p>
      </dsp:txBody>
      <dsp:txXfrm>
        <a:off x="44828" y="3039594"/>
        <a:ext cx="6577177" cy="828647"/>
      </dsp:txXfrm>
    </dsp:sp>
    <dsp:sp modelId="{D9143D50-24F4-414A-8280-85B20A5D749A}">
      <dsp:nvSpPr>
        <dsp:cNvPr id="0" name=""/>
        <dsp:cNvSpPr/>
      </dsp:nvSpPr>
      <dsp:spPr>
        <a:xfrm>
          <a:off x="0" y="3913070"/>
          <a:ext cx="6666833" cy="1499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Create a new Freestyle job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 dirty="0"/>
            <a:t>Add Git repository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Add build step: Execute Shell → javac *.java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 dirty="0"/>
            <a:t>Add post-build step: Send email notification</a:t>
          </a:r>
          <a:endParaRPr lang="en-US" sz="2200" kern="1200" dirty="0"/>
        </a:p>
      </dsp:txBody>
      <dsp:txXfrm>
        <a:off x="0" y="3913070"/>
        <a:ext cx="6666833" cy="14997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54116C-C885-4E5F-BC79-B54AAA69DEE5}">
      <dsp:nvSpPr>
        <dsp:cNvPr id="0" name=""/>
        <dsp:cNvSpPr/>
      </dsp:nvSpPr>
      <dsp:spPr>
        <a:xfrm>
          <a:off x="0" y="58684"/>
          <a:ext cx="6666833" cy="1193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Designed for Java projects using Apache Maven</a:t>
          </a:r>
          <a:endParaRPr lang="en-US" sz="3000" kern="1200"/>
        </a:p>
      </dsp:txBody>
      <dsp:txXfrm>
        <a:off x="58257" y="116941"/>
        <a:ext cx="6550319" cy="1076886"/>
      </dsp:txXfrm>
    </dsp:sp>
    <dsp:sp modelId="{C579D2A7-C431-410C-9D7F-472B1967D340}">
      <dsp:nvSpPr>
        <dsp:cNvPr id="0" name=""/>
        <dsp:cNvSpPr/>
      </dsp:nvSpPr>
      <dsp:spPr>
        <a:xfrm>
          <a:off x="0" y="1338484"/>
          <a:ext cx="6666833" cy="119340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Automatically detects pom.xml and runs Maven goals</a:t>
          </a:r>
          <a:endParaRPr lang="en-US" sz="3000" kern="1200"/>
        </a:p>
      </dsp:txBody>
      <dsp:txXfrm>
        <a:off x="58257" y="1396741"/>
        <a:ext cx="6550319" cy="1076886"/>
      </dsp:txXfrm>
    </dsp:sp>
    <dsp:sp modelId="{4D25C3EA-7E36-47F4-8794-946031564B77}">
      <dsp:nvSpPr>
        <dsp:cNvPr id="0" name=""/>
        <dsp:cNvSpPr/>
      </dsp:nvSpPr>
      <dsp:spPr>
        <a:xfrm>
          <a:off x="0" y="2618284"/>
          <a:ext cx="6666833" cy="11934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How to Create Maven Project job:</a:t>
          </a:r>
          <a:endParaRPr lang="en-US" sz="3000" kern="1200"/>
        </a:p>
      </dsp:txBody>
      <dsp:txXfrm>
        <a:off x="58257" y="2676541"/>
        <a:ext cx="6550319" cy="1076886"/>
      </dsp:txXfrm>
    </dsp:sp>
    <dsp:sp modelId="{03AA6867-7664-4E08-A174-92AB284A0AE1}">
      <dsp:nvSpPr>
        <dsp:cNvPr id="0" name=""/>
        <dsp:cNvSpPr/>
      </dsp:nvSpPr>
      <dsp:spPr>
        <a:xfrm>
          <a:off x="0" y="3811685"/>
          <a:ext cx="6666833" cy="1583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kern="1200"/>
            <a:t>Create a Maven job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kern="1200"/>
            <a:t>Link to Git repo with pom.xml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kern="1200"/>
            <a:t>Set goals: clean install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kern="1200"/>
            <a:t>Jenkins runs Maven lifecycle automatically</a:t>
          </a:r>
          <a:endParaRPr lang="en-US" sz="2300" kern="1200"/>
        </a:p>
      </dsp:txBody>
      <dsp:txXfrm>
        <a:off x="0" y="3811685"/>
        <a:ext cx="6666833" cy="158354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7A5167-1639-4D02-A995-61A56A4B8813}">
      <dsp:nvSpPr>
        <dsp:cNvPr id="0" name=""/>
        <dsp:cNvSpPr/>
      </dsp:nvSpPr>
      <dsp:spPr>
        <a:xfrm>
          <a:off x="0" y="21334"/>
          <a:ext cx="6666833" cy="10342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Defines CI/CD workflow as code using Groovy</a:t>
          </a:r>
          <a:endParaRPr lang="en-US" sz="2600" kern="1200"/>
        </a:p>
      </dsp:txBody>
      <dsp:txXfrm>
        <a:off x="50489" y="71823"/>
        <a:ext cx="6565855" cy="933302"/>
      </dsp:txXfrm>
    </dsp:sp>
    <dsp:sp modelId="{CF2B06C6-8BD0-42F1-8052-C1A231291EFE}">
      <dsp:nvSpPr>
        <dsp:cNvPr id="0" name=""/>
        <dsp:cNvSpPr/>
      </dsp:nvSpPr>
      <dsp:spPr>
        <a:xfrm>
          <a:off x="0" y="1130495"/>
          <a:ext cx="6666833" cy="103428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Supports complex logic, stages, and parallel execution</a:t>
          </a:r>
          <a:endParaRPr lang="en-US" sz="2600" kern="1200"/>
        </a:p>
      </dsp:txBody>
      <dsp:txXfrm>
        <a:off x="50489" y="1180984"/>
        <a:ext cx="6565855" cy="933302"/>
      </dsp:txXfrm>
    </dsp:sp>
    <dsp:sp modelId="{666262C5-D300-44E6-AACD-E278B0E7AE1E}">
      <dsp:nvSpPr>
        <dsp:cNvPr id="0" name=""/>
        <dsp:cNvSpPr/>
      </dsp:nvSpPr>
      <dsp:spPr>
        <a:xfrm>
          <a:off x="0" y="2239655"/>
          <a:ext cx="6666833" cy="103428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Can be scripted or declarative</a:t>
          </a:r>
          <a:endParaRPr lang="en-US" sz="2600" kern="1200"/>
        </a:p>
      </dsp:txBody>
      <dsp:txXfrm>
        <a:off x="50489" y="2290144"/>
        <a:ext cx="6565855" cy="933302"/>
      </dsp:txXfrm>
    </dsp:sp>
    <dsp:sp modelId="{8B2E4B8D-E6EF-49E3-BB8E-18003CB4694C}">
      <dsp:nvSpPr>
        <dsp:cNvPr id="0" name=""/>
        <dsp:cNvSpPr/>
      </dsp:nvSpPr>
      <dsp:spPr>
        <a:xfrm>
          <a:off x="0" y="3348815"/>
          <a:ext cx="6666833" cy="10342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How to create a Pipeline job:</a:t>
          </a:r>
          <a:endParaRPr lang="en-US" sz="2600" kern="1200"/>
        </a:p>
      </dsp:txBody>
      <dsp:txXfrm>
        <a:off x="50489" y="3399304"/>
        <a:ext cx="6565855" cy="933302"/>
      </dsp:txXfrm>
    </dsp:sp>
    <dsp:sp modelId="{DC1A65C5-258F-423D-80EC-05B2F3EC8D32}">
      <dsp:nvSpPr>
        <dsp:cNvPr id="0" name=""/>
        <dsp:cNvSpPr/>
      </dsp:nvSpPr>
      <dsp:spPr>
        <a:xfrm>
          <a:off x="0" y="4383095"/>
          <a:ext cx="6666833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Create a Multibranch Pipeline job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Connect to Git repo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Jenkins scans branches and runs Jenkinsfile in each</a:t>
          </a:r>
          <a:endParaRPr lang="en-US" sz="2000" kern="1200"/>
        </a:p>
      </dsp:txBody>
      <dsp:txXfrm>
        <a:off x="0" y="4383095"/>
        <a:ext cx="6666833" cy="104949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F55E97-8782-48CB-A720-2C859071D8EF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34AA1B4-3B2C-4CB7-8C94-73AFB2FE6157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Maven is a project management and comprehension tool</a:t>
          </a:r>
          <a:endParaRPr lang="en-US" sz="2000" kern="1200"/>
        </a:p>
      </dsp:txBody>
      <dsp:txXfrm>
        <a:off x="1228411" y="621955"/>
        <a:ext cx="1919362" cy="1919362"/>
      </dsp:txXfrm>
    </dsp:sp>
    <dsp:sp modelId="{DD26E320-E598-4515-A433-576458E3BA9D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Based on the Project Object Model (POM)</a:t>
          </a:r>
          <a:endParaRPr lang="en-US" sz="2000" kern="1200"/>
        </a:p>
      </dsp:txBody>
      <dsp:txXfrm>
        <a:off x="3519058" y="621955"/>
        <a:ext cx="1919362" cy="1919362"/>
      </dsp:txXfrm>
    </dsp:sp>
    <dsp:sp modelId="{E6858A3C-EC5C-4D18-A8B0-3C5854E4F462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Automates build, documentation, reporting, and dependency management</a:t>
          </a:r>
          <a:endParaRPr lang="en-US" sz="2000" kern="1200"/>
        </a:p>
      </dsp:txBody>
      <dsp:txXfrm>
        <a:off x="1228411" y="2912601"/>
        <a:ext cx="1919362" cy="1919362"/>
      </dsp:txXfrm>
    </dsp:sp>
    <dsp:sp modelId="{102DC813-966F-4C9B-AD9C-60116A152C7B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Originally created for the Jakarta Turbine project</a:t>
          </a:r>
          <a:endParaRPr lang="en-US" sz="2000" kern="1200"/>
        </a:p>
      </dsp:txBody>
      <dsp:txXfrm>
        <a:off x="3519058" y="2912601"/>
        <a:ext cx="1919362" cy="191936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98958-7DAF-4CFC-BCE7-EE631AC69203}">
      <dsp:nvSpPr>
        <dsp:cNvPr id="0" name=""/>
        <dsp:cNvSpPr/>
      </dsp:nvSpPr>
      <dsp:spPr>
        <a:xfrm>
          <a:off x="0" y="218749"/>
          <a:ext cx="6666833" cy="76167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Dependency management</a:t>
          </a:r>
          <a:endParaRPr lang="en-US" sz="3100" kern="1200"/>
        </a:p>
      </dsp:txBody>
      <dsp:txXfrm>
        <a:off x="37182" y="255931"/>
        <a:ext cx="6592469" cy="687306"/>
      </dsp:txXfrm>
    </dsp:sp>
    <dsp:sp modelId="{C9D823DC-BECC-405B-B953-1CA0BD7D78CE}">
      <dsp:nvSpPr>
        <dsp:cNvPr id="0" name=""/>
        <dsp:cNvSpPr/>
      </dsp:nvSpPr>
      <dsp:spPr>
        <a:xfrm>
          <a:off x="0" y="1069699"/>
          <a:ext cx="6666833" cy="761670"/>
        </a:xfrm>
        <a:prstGeom prst="round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Build lifecycle automation</a:t>
          </a:r>
          <a:endParaRPr lang="en-US" sz="3100" kern="1200"/>
        </a:p>
      </dsp:txBody>
      <dsp:txXfrm>
        <a:off x="37182" y="1106881"/>
        <a:ext cx="6592469" cy="687306"/>
      </dsp:txXfrm>
    </dsp:sp>
    <dsp:sp modelId="{2529F0EB-FE17-4EB0-AA2D-1A8C8DD76A58}">
      <dsp:nvSpPr>
        <dsp:cNvPr id="0" name=""/>
        <dsp:cNvSpPr/>
      </dsp:nvSpPr>
      <dsp:spPr>
        <a:xfrm>
          <a:off x="0" y="1920649"/>
          <a:ext cx="6666833" cy="761670"/>
        </a:xfrm>
        <a:prstGeom prst="round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Standard directory structure</a:t>
          </a:r>
          <a:endParaRPr lang="en-US" sz="3100" kern="1200"/>
        </a:p>
      </dsp:txBody>
      <dsp:txXfrm>
        <a:off x="37182" y="1957831"/>
        <a:ext cx="6592469" cy="687306"/>
      </dsp:txXfrm>
    </dsp:sp>
    <dsp:sp modelId="{5A0F68DF-492E-44DD-B25B-B92B9AC91152}">
      <dsp:nvSpPr>
        <dsp:cNvPr id="0" name=""/>
        <dsp:cNvSpPr/>
      </dsp:nvSpPr>
      <dsp:spPr>
        <a:xfrm>
          <a:off x="0" y="2771599"/>
          <a:ext cx="6666833" cy="761670"/>
        </a:xfrm>
        <a:prstGeom prst="round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Project documentation and reporting</a:t>
          </a:r>
          <a:endParaRPr lang="en-US" sz="3100" kern="1200"/>
        </a:p>
      </dsp:txBody>
      <dsp:txXfrm>
        <a:off x="37182" y="2808781"/>
        <a:ext cx="6592469" cy="687306"/>
      </dsp:txXfrm>
    </dsp:sp>
    <dsp:sp modelId="{75FE5425-5691-4ABF-AEA5-831ACA61673C}">
      <dsp:nvSpPr>
        <dsp:cNvPr id="0" name=""/>
        <dsp:cNvSpPr/>
      </dsp:nvSpPr>
      <dsp:spPr>
        <a:xfrm>
          <a:off x="0" y="3622550"/>
          <a:ext cx="6666833" cy="761670"/>
        </a:xfrm>
        <a:prstGeom prst="roundRect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Central and local repositories</a:t>
          </a:r>
          <a:endParaRPr lang="en-US" sz="3100" kern="1200"/>
        </a:p>
      </dsp:txBody>
      <dsp:txXfrm>
        <a:off x="37182" y="3659732"/>
        <a:ext cx="6592469" cy="687306"/>
      </dsp:txXfrm>
    </dsp:sp>
    <dsp:sp modelId="{CFF968E0-0D32-4603-BCEB-55A12038BA49}">
      <dsp:nvSpPr>
        <dsp:cNvPr id="0" name=""/>
        <dsp:cNvSpPr/>
      </dsp:nvSpPr>
      <dsp:spPr>
        <a:xfrm>
          <a:off x="0" y="4473500"/>
          <a:ext cx="6666833" cy="76167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Plugin-based extensibility</a:t>
          </a:r>
          <a:endParaRPr lang="en-US" sz="3100" kern="1200"/>
        </a:p>
      </dsp:txBody>
      <dsp:txXfrm>
        <a:off x="37182" y="4510682"/>
        <a:ext cx="6592469" cy="68730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9564C1-D52E-4E59-AF36-1BB7AD297502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751840-59F3-4D25-B58C-665A6A73BC22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6D223-A77C-43B4-A9CE-64B8035D4D3F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Local Repository: Stored on developer’s machine</a:t>
          </a:r>
          <a:endParaRPr lang="en-US" sz="2500" kern="1200"/>
        </a:p>
      </dsp:txBody>
      <dsp:txXfrm>
        <a:off x="1844034" y="682"/>
        <a:ext cx="4401230" cy="1596566"/>
      </dsp:txXfrm>
    </dsp:sp>
    <dsp:sp modelId="{F6618084-58D3-498B-AFAD-C64E436CCAB0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7163CB-9C01-4458-AA08-862BC6F42D82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0DB27-4B95-4595-94A9-7B79E274AB46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Central Repository: Default public repo (Maven Central)</a:t>
          </a:r>
          <a:endParaRPr lang="en-US" sz="2500" kern="1200"/>
        </a:p>
      </dsp:txBody>
      <dsp:txXfrm>
        <a:off x="1844034" y="1996390"/>
        <a:ext cx="4401230" cy="1596566"/>
      </dsp:txXfrm>
    </dsp:sp>
    <dsp:sp modelId="{56091931-4A43-4E88-8268-77EBAD0A748C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FD5F53-4E22-4D5D-B80B-1F630608CC7C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AEFB3-0841-484F-BBE9-2915E0DF362B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Remote Repository: Hosted by organizations or third parties</a:t>
          </a:r>
          <a:endParaRPr lang="en-US" sz="2500" kern="1200"/>
        </a:p>
      </dsp:txBody>
      <dsp:txXfrm>
        <a:off x="1844034" y="3992098"/>
        <a:ext cx="4401230" cy="159656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51D257-653D-4043-9B9D-4179084E10B9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481C0B-279B-46BF-AC44-6A09CAFD9383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/>
            <a:t>A method of packaging software with its dependencies</a:t>
          </a:r>
          <a:endParaRPr lang="en-US" sz="3700" kern="1200"/>
        </a:p>
      </dsp:txBody>
      <dsp:txXfrm>
        <a:off x="0" y="0"/>
        <a:ext cx="6666833" cy="1363480"/>
      </dsp:txXfrm>
    </dsp:sp>
    <dsp:sp modelId="{B5FAEE95-33F2-4D77-9093-8E082054AA3C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C07F45D-284F-40CE-83C8-983355E5E9C6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/>
            <a:t>Ensures consistency across environments</a:t>
          </a:r>
          <a:endParaRPr lang="en-US" sz="3700" kern="1200"/>
        </a:p>
      </dsp:txBody>
      <dsp:txXfrm>
        <a:off x="0" y="1363480"/>
        <a:ext cx="6666833" cy="1363480"/>
      </dsp:txXfrm>
    </dsp:sp>
    <dsp:sp modelId="{4CED4446-C9B2-40E5-8453-E2B096363836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76C290-F733-45B1-AAFE-B02C13A1AB81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/>
            <a:t>Lightweight, portable, and isolated execution units</a:t>
          </a:r>
          <a:endParaRPr lang="en-US" sz="3700" kern="1200"/>
        </a:p>
      </dsp:txBody>
      <dsp:txXfrm>
        <a:off x="0" y="2726960"/>
        <a:ext cx="6666833" cy="1363480"/>
      </dsp:txXfrm>
    </dsp:sp>
    <dsp:sp modelId="{D9D6830B-3776-47C8-A490-6F8B9E4732BB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8B0202F-E0D7-4C92-BA46-15D46E6CCF64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/>
            <a:t>Analogy: Like shipping containers for software</a:t>
          </a:r>
          <a:endParaRPr lang="en-US" sz="3700" kern="1200"/>
        </a:p>
      </dsp:txBody>
      <dsp:txXfrm>
        <a:off x="0" y="4090440"/>
        <a:ext cx="6666833" cy="136348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6F5A55-776F-4451-80B9-ABE90BF15678}">
      <dsp:nvSpPr>
        <dsp:cNvPr id="0" name=""/>
        <dsp:cNvSpPr/>
      </dsp:nvSpPr>
      <dsp:spPr>
        <a:xfrm>
          <a:off x="562927" y="587113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6576E-371B-4B02-B08B-222D5132D7E7}">
      <dsp:nvSpPr>
        <dsp:cNvPr id="0" name=""/>
        <dsp:cNvSpPr/>
      </dsp:nvSpPr>
      <dsp:spPr>
        <a:xfrm>
          <a:off x="871091" y="895276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A178F9-858E-489A-8A82-2D533CC40E7A}">
      <dsp:nvSpPr>
        <dsp:cNvPr id="0" name=""/>
        <dsp:cNvSpPr/>
      </dsp:nvSpPr>
      <dsp:spPr>
        <a:xfrm>
          <a:off x="100682" y="2483504"/>
          <a:ext cx="2370489" cy="112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000" kern="1200" dirty="0"/>
            <a:t>An open-source platform for containerization</a:t>
          </a:r>
          <a:endParaRPr lang="en-US" sz="2000" kern="1200" dirty="0"/>
        </a:p>
      </dsp:txBody>
      <dsp:txXfrm>
        <a:off x="100682" y="2483504"/>
        <a:ext cx="2370489" cy="1122187"/>
      </dsp:txXfrm>
    </dsp:sp>
    <dsp:sp modelId="{DB032AAB-F9EF-4790-A6C4-7083891432A8}">
      <dsp:nvSpPr>
        <dsp:cNvPr id="0" name=""/>
        <dsp:cNvSpPr/>
      </dsp:nvSpPr>
      <dsp:spPr>
        <a:xfrm>
          <a:off x="3348252" y="587113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4741C2-21D2-4DA0-95E5-4030164D535D}">
      <dsp:nvSpPr>
        <dsp:cNvPr id="0" name=""/>
        <dsp:cNvSpPr/>
      </dsp:nvSpPr>
      <dsp:spPr>
        <a:xfrm>
          <a:off x="3656416" y="895276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5A26E8-B655-41D7-8ECB-AD2D5237DFC6}">
      <dsp:nvSpPr>
        <dsp:cNvPr id="0" name=""/>
        <dsp:cNvSpPr/>
      </dsp:nvSpPr>
      <dsp:spPr>
        <a:xfrm>
          <a:off x="2886007" y="2483504"/>
          <a:ext cx="2370489" cy="112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000" kern="1200"/>
            <a:t>Automates deployment of applications in containers</a:t>
          </a:r>
          <a:endParaRPr lang="en-US" sz="2000" kern="1200"/>
        </a:p>
      </dsp:txBody>
      <dsp:txXfrm>
        <a:off x="2886007" y="2483504"/>
        <a:ext cx="2370489" cy="1122187"/>
      </dsp:txXfrm>
    </dsp:sp>
    <dsp:sp modelId="{F416DCB8-FF3B-4B07-B92E-CC44FF4A604D}">
      <dsp:nvSpPr>
        <dsp:cNvPr id="0" name=""/>
        <dsp:cNvSpPr/>
      </dsp:nvSpPr>
      <dsp:spPr>
        <a:xfrm>
          <a:off x="6133577" y="587113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570E6A-8369-49AB-8A4F-F9BB6BF5D1DF}">
      <dsp:nvSpPr>
        <dsp:cNvPr id="0" name=""/>
        <dsp:cNvSpPr/>
      </dsp:nvSpPr>
      <dsp:spPr>
        <a:xfrm>
          <a:off x="6441741" y="895276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F4BB7A-39B0-45F1-9A55-F1468F9C6F23}">
      <dsp:nvSpPr>
        <dsp:cNvPr id="0" name=""/>
        <dsp:cNvSpPr/>
      </dsp:nvSpPr>
      <dsp:spPr>
        <a:xfrm>
          <a:off x="5671332" y="2483504"/>
          <a:ext cx="2370489" cy="112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000" kern="1200"/>
            <a:t>Solves the “it works on my machine” problem</a:t>
          </a:r>
          <a:endParaRPr lang="en-US" sz="2000" kern="1200"/>
        </a:p>
      </dsp:txBody>
      <dsp:txXfrm>
        <a:off x="5671332" y="2483504"/>
        <a:ext cx="2370489" cy="1122187"/>
      </dsp:txXfrm>
    </dsp:sp>
    <dsp:sp modelId="{E67FF439-D898-482F-9855-F7EA4F3DBB6F}">
      <dsp:nvSpPr>
        <dsp:cNvPr id="0" name=""/>
        <dsp:cNvSpPr/>
      </dsp:nvSpPr>
      <dsp:spPr>
        <a:xfrm>
          <a:off x="8918902" y="587113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0FD7E2-87B3-4406-AA17-D016DBF4EB39}">
      <dsp:nvSpPr>
        <dsp:cNvPr id="0" name=""/>
        <dsp:cNvSpPr/>
      </dsp:nvSpPr>
      <dsp:spPr>
        <a:xfrm>
          <a:off x="9227066" y="895276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FA778-F06D-47F3-87A4-1FDC728EC8BE}">
      <dsp:nvSpPr>
        <dsp:cNvPr id="0" name=""/>
        <dsp:cNvSpPr/>
      </dsp:nvSpPr>
      <dsp:spPr>
        <a:xfrm>
          <a:off x="8456657" y="2483504"/>
          <a:ext cx="2370489" cy="112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000" kern="1200"/>
            <a:t>Over 14 million active developers use Docker globally</a:t>
          </a:r>
          <a:endParaRPr lang="en-US" sz="2000" kern="1200"/>
        </a:p>
      </dsp:txBody>
      <dsp:txXfrm>
        <a:off x="8456657" y="2483504"/>
        <a:ext cx="2370489" cy="112218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10556-FB0F-4653-B5B4-F260337B3146}">
      <dsp:nvSpPr>
        <dsp:cNvPr id="0" name=""/>
        <dsp:cNvSpPr/>
      </dsp:nvSpPr>
      <dsp:spPr>
        <a:xfrm>
          <a:off x="282221" y="115870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D0339B-4BEC-4697-BDAD-9066A00AC6BC}">
      <dsp:nvSpPr>
        <dsp:cNvPr id="0" name=""/>
        <dsp:cNvSpPr/>
      </dsp:nvSpPr>
      <dsp:spPr>
        <a:xfrm>
          <a:off x="570337" y="1446826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FF2E5-7102-465A-B9D4-27EBF87177AB}">
      <dsp:nvSpPr>
        <dsp:cNvPr id="0" name=""/>
        <dsp:cNvSpPr/>
      </dsp:nvSpPr>
      <dsp:spPr>
        <a:xfrm>
          <a:off x="1948202" y="11587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A public registry for sharing Docker images.</a:t>
          </a:r>
          <a:endParaRPr lang="en-US" sz="2400" kern="1200"/>
        </a:p>
      </dsp:txBody>
      <dsp:txXfrm>
        <a:off x="1948202" y="1158709"/>
        <a:ext cx="3233964" cy="1371985"/>
      </dsp:txXfrm>
    </dsp:sp>
    <dsp:sp modelId="{4BB44F61-A3F7-49EA-A68E-557F09DDCA29}">
      <dsp:nvSpPr>
        <dsp:cNvPr id="0" name=""/>
        <dsp:cNvSpPr/>
      </dsp:nvSpPr>
      <dsp:spPr>
        <a:xfrm>
          <a:off x="5745661" y="115870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66E648-D336-43B0-A86C-CEC2FA128DDD}">
      <dsp:nvSpPr>
        <dsp:cNvPr id="0" name=""/>
        <dsp:cNvSpPr/>
      </dsp:nvSpPr>
      <dsp:spPr>
        <a:xfrm>
          <a:off x="6033778" y="1446826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FA988-D68E-4334-AD01-9D750471DDC7}">
      <dsp:nvSpPr>
        <dsp:cNvPr id="0" name=""/>
        <dsp:cNvSpPr/>
      </dsp:nvSpPr>
      <dsp:spPr>
        <a:xfrm>
          <a:off x="7411643" y="11587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You can pull ready-made images like nginx, mysql, or python.</a:t>
          </a:r>
          <a:endParaRPr lang="en-US" sz="2400" kern="1200"/>
        </a:p>
      </dsp:txBody>
      <dsp:txXfrm>
        <a:off x="7411643" y="1158709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F2C88-7FC5-0213-029B-D22CEF513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A48FD-2552-ED65-B7EB-C961C6514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56A27-9EC0-14A3-0D12-10EDED988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35A1-F544-4DCF-8126-2731B640F8A5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2EC79-B94F-C28B-2EE7-10ED8BF8E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9FD57-5770-9D28-F293-CFCD6522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3B21-868F-41B4-8497-E64EA3B4C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757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2ECAF-2DD4-8F58-67A1-A6627C29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3D702-8042-8C9B-AA8D-7F0CBC50E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4CBE5-2591-55DE-50C4-0039AC72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35A1-F544-4DCF-8126-2731B640F8A5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FD528-5F56-B87F-E8D2-0B15C12A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CC20E-8F8F-E2E6-C5EA-36CD7D59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3B21-868F-41B4-8497-E64EA3B4C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649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84E2E-2FCC-F24F-D4D3-28B8D1086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0A3C6-EBA5-3B88-E63A-9948AF161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1041A-7935-449C-F04D-52534A42A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35A1-F544-4DCF-8126-2731B640F8A5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0E0DB-09A6-BE5F-74E8-DCA7E242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DDD6A-F1B1-F200-638E-7CC3250FA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3B21-868F-41B4-8497-E64EA3B4C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55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00433-E268-43BA-0C65-A1043084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0981E-5AFC-8357-B340-B622BC9DE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29028-4E2E-4382-E00C-1A21F7196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F4229-84AE-3EE1-7AA5-A284C6E2B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35A1-F544-4DCF-8126-2731B640F8A5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2DD67-DEBC-A723-22B4-CCC9EDF4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F47BB-C30D-67A0-9A15-C357850E0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3B21-868F-41B4-8497-E64EA3B4C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001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A0A6F-4B8C-9529-CE9F-815E37716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C58F4-7219-20DF-A148-E963869D1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83064-8B29-CAEA-8815-969C99D9E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21078D-11FD-29C2-8316-71125B6AF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F2D51-2B05-AA67-7A16-258A8611B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BBDADB-D2D5-7847-DBF5-BF63EC69D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35A1-F544-4DCF-8126-2731B640F8A5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311392-690F-3515-9CC3-A6BEADFB4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96FB9E-5ADA-5D56-8288-EF9CB572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3B21-868F-41B4-8497-E64EA3B4C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780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4BC91-06E0-B278-D398-E3789FEC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ADF393-125B-A1F5-E61B-D40830380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35A1-F544-4DCF-8126-2731B640F8A5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7F268-15AE-C507-5719-11C751DE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2C786-1FFD-CA64-82D2-B8C5FA75D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3B21-868F-41B4-8497-E64EA3B4C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79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26AE6-3831-19A9-4A18-BAF7D85A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35A1-F544-4DCF-8126-2731B640F8A5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486C0E-2EA2-4727-7DA1-7B0B49F1E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241C2-FA84-5DD6-136C-C914E2F17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3B21-868F-41B4-8497-E64EA3B4C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977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2843-C5AB-1BBA-5D2D-C73ADD937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290E5-6E78-EB84-AA27-FB15B2A87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B1244-1B55-B822-4124-D581638E6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AD091-5F33-27B5-2FF8-641F4935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35A1-F544-4DCF-8126-2731B640F8A5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9AE93-E3A4-4E44-C161-D6DAC38AD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46227-3BCA-7EF6-4853-C0B9E023B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3B21-868F-41B4-8497-E64EA3B4C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783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CF00-B642-FDD2-DB55-4EEC248F5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69C217-DF44-9930-750A-52E49F33C1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12217-69DF-DB0C-6E17-E6D50FC13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451C6-5ECA-D5E2-3F30-36C8A16E0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35A1-F544-4DCF-8126-2731B640F8A5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C8AF3-F847-1A5E-F10D-79451C41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3FD32-C23E-0917-A4C2-8F631034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3B21-868F-41B4-8497-E64EA3B4C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55640-66A3-96FE-5876-F6ABB764E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CBB76-156A-9448-B4CE-BABEDDB8C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A6C5E-3273-C429-3DC8-8B694C5D5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35A1-F544-4DCF-8126-2731B640F8A5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8C368-8371-E4D7-3292-5917039C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CD9A3-3350-35EF-0A90-615A0A8F1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3B21-868F-41B4-8497-E64EA3B4C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707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F9B29-4EBD-09EF-EE60-EBC115492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A0AD7B-AE77-ADA1-82B3-B7C2C8F56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6F670-D769-2623-6136-C089106EB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35A1-F544-4DCF-8126-2731B640F8A5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01131-882C-B78E-79AA-1AB9DC590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46424-2AB3-2F1A-8FC1-E98A7F9B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3B21-868F-41B4-8497-E64EA3B4C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16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48C03-C8C2-0C45-2945-6D663212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8CBD7-77D4-427C-5269-5EC74CC66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FA790-ED68-2985-ACD0-C3681E9E6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A35A1-F544-4DCF-8126-2731B640F8A5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251A9-8BB8-2B50-FCC4-92BCC5020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CB3F-24AB-BE54-EF46-9F31B4CD4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823B21-868F-41B4-8497-E64EA3B4C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84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8C801-05CA-1DA7-6211-8F7E4FC5F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39046"/>
            <a:ext cx="10905066" cy="5179907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172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89AC2-35E0-5ABA-78D5-896042188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Devops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DD2441-386A-A82B-0662-FABDA56BCF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457518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5259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8B42BF-CFC1-ADB0-C891-3120534B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Devops Principles – CALMS Model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5FE717-F163-6928-DF48-4F7637CA0A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9319232"/>
              </p:ext>
            </p:extLst>
          </p:nvPr>
        </p:nvGraphicFramePr>
        <p:xfrm>
          <a:off x="4905052" y="1562046"/>
          <a:ext cx="6666833" cy="3830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01">
                  <a:extLst>
                    <a:ext uri="{9D8B030D-6E8A-4147-A177-3AD203B41FA5}">
                      <a16:colId xmlns:a16="http://schemas.microsoft.com/office/drawing/2014/main" val="3174984957"/>
                    </a:ext>
                  </a:extLst>
                </a:gridCol>
                <a:gridCol w="4586632">
                  <a:extLst>
                    <a:ext uri="{9D8B030D-6E8A-4147-A177-3AD203B41FA5}">
                      <a16:colId xmlns:a16="http://schemas.microsoft.com/office/drawing/2014/main" val="3833117301"/>
                    </a:ext>
                  </a:extLst>
                </a:gridCol>
              </a:tblGrid>
              <a:tr h="4566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Principle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72" marR="13772" marT="13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Description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72" marR="13772" marT="13772" marB="0" anchor="ctr"/>
                </a:tc>
                <a:extLst>
                  <a:ext uri="{0D108BD9-81ED-4DB2-BD59-A6C34878D82A}">
                    <a16:rowId xmlns:a16="http://schemas.microsoft.com/office/drawing/2014/main" val="3015942813"/>
                  </a:ext>
                </a:extLst>
              </a:tr>
              <a:tr h="82023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</a:rPr>
                        <a:t>Culture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72" marR="13772" marT="137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>
                          <a:effectLst/>
                        </a:rPr>
                        <a:t>Collaboration, ownership, and shared responsibility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72" marR="13772" marT="13772" marB="0" anchor="ctr"/>
                </a:tc>
                <a:extLst>
                  <a:ext uri="{0D108BD9-81ED-4DB2-BD59-A6C34878D82A}">
                    <a16:rowId xmlns:a16="http://schemas.microsoft.com/office/drawing/2014/main" val="674803981"/>
                  </a:ext>
                </a:extLst>
              </a:tr>
              <a:tr h="82023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</a:rPr>
                        <a:t>Automation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72" marR="13772" marT="137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u="none" strike="noStrike">
                          <a:effectLst/>
                        </a:rPr>
                        <a:t>CI/CD, infrastructure as code, testing</a:t>
                      </a:r>
                      <a:endParaRPr lang="fr-FR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72" marR="13772" marT="13772" marB="0" anchor="ctr"/>
                </a:tc>
                <a:extLst>
                  <a:ext uri="{0D108BD9-81ED-4DB2-BD59-A6C34878D82A}">
                    <a16:rowId xmlns:a16="http://schemas.microsoft.com/office/drawing/2014/main" val="3025253204"/>
                  </a:ext>
                </a:extLst>
              </a:tr>
              <a:tr h="45666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</a:rPr>
                        <a:t>Lean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72" marR="13772" marT="137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</a:rPr>
                        <a:t>Eliminate waste, optimize flow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72" marR="13772" marT="13772" marB="0" anchor="ctr"/>
                </a:tc>
                <a:extLst>
                  <a:ext uri="{0D108BD9-81ED-4DB2-BD59-A6C34878D82A}">
                    <a16:rowId xmlns:a16="http://schemas.microsoft.com/office/drawing/2014/main" val="4223088271"/>
                  </a:ext>
                </a:extLst>
              </a:tr>
              <a:tr h="45666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</a:rPr>
                        <a:t>Measurement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72" marR="13772" marT="137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</a:rPr>
                        <a:t>Metrics, KPIs, feedback loops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72" marR="13772" marT="13772" marB="0" anchor="ctr"/>
                </a:tc>
                <a:extLst>
                  <a:ext uri="{0D108BD9-81ED-4DB2-BD59-A6C34878D82A}">
                    <a16:rowId xmlns:a16="http://schemas.microsoft.com/office/drawing/2014/main" val="2383925598"/>
                  </a:ext>
                </a:extLst>
              </a:tr>
              <a:tr h="82023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</a:rPr>
                        <a:t>Sharing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72" marR="13772" marT="137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>
                          <a:effectLst/>
                        </a:rPr>
                        <a:t>Transparency, knowledge sharing, blameless postmortems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772" marR="13772" marT="13772" marB="0" anchor="ctr"/>
                </a:tc>
                <a:extLst>
                  <a:ext uri="{0D108BD9-81ED-4DB2-BD59-A6C34878D82A}">
                    <a16:rowId xmlns:a16="http://schemas.microsoft.com/office/drawing/2014/main" val="913230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975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4DB63B-0CE4-9688-078D-DDD7612E4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DevOps Lifecycle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E0DDBBA-566E-E440-C9A6-1D1C3E9487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473994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5419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732A5-0670-4989-A8D8-F38E5E185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Devops Tools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CCE072-8544-AE65-276B-5536ACC4DA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344881"/>
              </p:ext>
            </p:extLst>
          </p:nvPr>
        </p:nvGraphicFramePr>
        <p:xfrm>
          <a:off x="4905052" y="940230"/>
          <a:ext cx="6666834" cy="5074344"/>
        </p:xfrm>
        <a:graphic>
          <a:graphicData uri="http://schemas.openxmlformats.org/drawingml/2006/table">
            <a:tbl>
              <a:tblPr/>
              <a:tblGrid>
                <a:gridCol w="1539613">
                  <a:extLst>
                    <a:ext uri="{9D8B030D-6E8A-4147-A177-3AD203B41FA5}">
                      <a16:colId xmlns:a16="http://schemas.microsoft.com/office/drawing/2014/main" val="3708458400"/>
                    </a:ext>
                  </a:extLst>
                </a:gridCol>
                <a:gridCol w="5127221">
                  <a:extLst>
                    <a:ext uri="{9D8B030D-6E8A-4147-A177-3AD203B41FA5}">
                      <a16:colId xmlns:a16="http://schemas.microsoft.com/office/drawing/2014/main" val="1706798214"/>
                    </a:ext>
                  </a:extLst>
                </a:gridCol>
              </a:tblGrid>
              <a:tr h="5638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Stage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Tools Example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576273"/>
                  </a:ext>
                </a:extLst>
              </a:tr>
              <a:tr h="563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Jira, Trello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308146"/>
                  </a:ext>
                </a:extLst>
              </a:tr>
              <a:tr h="563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Develop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Git, GitHub, GitLab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492699"/>
                  </a:ext>
                </a:extLst>
              </a:tr>
              <a:tr h="563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Build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Maven, Gradle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154764"/>
                  </a:ext>
                </a:extLst>
              </a:tr>
              <a:tr h="563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Test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JUnit, Selenium, TestNG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320915"/>
                  </a:ext>
                </a:extLst>
              </a:tr>
              <a:tr h="563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Release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Nexus, Artifactory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425256"/>
                  </a:ext>
                </a:extLst>
              </a:tr>
              <a:tr h="563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Deploy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Jenkins, Spinnaker, ArgoCD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288599"/>
                  </a:ext>
                </a:extLst>
              </a:tr>
              <a:tr h="563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Operate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Docker, Kubernetes, Ansible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166306"/>
                  </a:ext>
                </a:extLst>
              </a:tr>
              <a:tr h="5638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Monitor</a:t>
                      </a:r>
                      <a:endParaRPr lang="en-IN" sz="4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Prometheus, Grafana, ELK Stack</a:t>
                      </a:r>
                      <a:endParaRPr lang="en-IN" sz="4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003" marR="17003" marT="170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470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991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B35DB-51F6-7782-8903-DE1AFE4E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Devops Practises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8DF417-2DCA-A4C1-3382-D37D8722B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522177"/>
              </p:ext>
            </p:extLst>
          </p:nvPr>
        </p:nvGraphicFramePr>
        <p:xfrm>
          <a:off x="0" y="1574310"/>
          <a:ext cx="12192000" cy="5965178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164029">
                  <a:extLst>
                    <a:ext uri="{9D8B030D-6E8A-4147-A177-3AD203B41FA5}">
                      <a16:colId xmlns:a16="http://schemas.microsoft.com/office/drawing/2014/main" val="2446966935"/>
                    </a:ext>
                  </a:extLst>
                </a:gridCol>
                <a:gridCol w="3914866">
                  <a:extLst>
                    <a:ext uri="{9D8B030D-6E8A-4147-A177-3AD203B41FA5}">
                      <a16:colId xmlns:a16="http://schemas.microsoft.com/office/drawing/2014/main" val="4269904156"/>
                    </a:ext>
                  </a:extLst>
                </a:gridCol>
                <a:gridCol w="3784798">
                  <a:extLst>
                    <a:ext uri="{9D8B030D-6E8A-4147-A177-3AD203B41FA5}">
                      <a16:colId xmlns:a16="http://schemas.microsoft.com/office/drawing/2014/main" val="3709504307"/>
                    </a:ext>
                  </a:extLst>
                </a:gridCol>
                <a:gridCol w="2328307">
                  <a:extLst>
                    <a:ext uri="{9D8B030D-6E8A-4147-A177-3AD203B41FA5}">
                      <a16:colId xmlns:a16="http://schemas.microsoft.com/office/drawing/2014/main" val="1006801080"/>
                    </a:ext>
                  </a:extLst>
                </a:gridCol>
              </a:tblGrid>
              <a:tr h="35287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Practice</a:t>
                      </a:r>
                      <a:endParaRPr lang="en-IN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en-IN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Benefits</a:t>
                      </a:r>
                      <a:endParaRPr lang="en-IN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Common Tools</a:t>
                      </a:r>
                      <a:endParaRPr lang="en-IN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123291"/>
                  </a:ext>
                </a:extLst>
              </a:tr>
              <a:tr h="5531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Continuous Integration (CI)</a:t>
                      </a:r>
                      <a:endParaRPr lang="en-IN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Developers merge code frequently into a shared repository. Automated builds and tests run on each commit.</a:t>
                      </a:r>
                      <a:endParaRPr lang="en-GB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Early bug detection, faster feedback, improved code quality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Jenkins, GitHub Actions, GitLab CI, CircleCI</a:t>
                      </a:r>
                      <a:endParaRPr lang="en-IN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6945"/>
                  </a:ext>
                </a:extLst>
              </a:tr>
              <a:tr h="5531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Continuous Delivery (CD)</a:t>
                      </a:r>
                      <a:endParaRPr lang="en-IN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Code is automatically prepared for release to production after passing CI.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Faster, safer releases; reduced manual effort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Spinnaker, ArgoCD, GitHub Actions, Octopus</a:t>
                      </a:r>
                      <a:endParaRPr lang="en-IN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000782"/>
                  </a:ext>
                </a:extLst>
              </a:tr>
              <a:tr h="5531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Infrastructure as Code (IaC)</a:t>
                      </a:r>
                      <a:endParaRPr lang="en-IN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Infrastructure is provisioned and managed using code and automation.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Consistency, scalability, version control of infrastructure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Terraform, Ansible, AWS CloudFormation</a:t>
                      </a:r>
                      <a:endParaRPr lang="en-IN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282664"/>
                  </a:ext>
                </a:extLst>
              </a:tr>
              <a:tr h="35287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Automated Testing</a:t>
                      </a:r>
                      <a:endParaRPr lang="en-IN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Tests are executed automatically during CI/CD pipelines.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Faster validation, reduced human error, higher reliability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JUnit, Selenium, TestNG, Postman</a:t>
                      </a:r>
                      <a:endParaRPr lang="en-IN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767145"/>
                  </a:ext>
                </a:extLst>
              </a:tr>
              <a:tr h="35287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Configuration Management</a:t>
                      </a:r>
                      <a:endParaRPr lang="en-IN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Maintains system configurations across environments.</a:t>
                      </a:r>
                      <a:endParaRPr lang="en-IN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Consistent environments, easier rollback, reduced drift</a:t>
                      </a:r>
                      <a:endParaRPr lang="en-IN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Chef, Puppet, Ansible</a:t>
                      </a:r>
                      <a:endParaRPr lang="en-IN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11559"/>
                  </a:ext>
                </a:extLst>
              </a:tr>
              <a:tr h="5531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Monitoring &amp; Logging</a:t>
                      </a:r>
                      <a:endParaRPr lang="en-IN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Tracks system performance and logs events for analysis.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Faster incident detection, better root cause analysis</a:t>
                      </a:r>
                      <a:endParaRPr lang="en-IN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Prometheus, Grafana, ELK Stack, Datadog</a:t>
                      </a:r>
                      <a:endParaRPr lang="en-IN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194928"/>
                  </a:ext>
                </a:extLst>
              </a:tr>
              <a:tr h="35287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Version Control</a:t>
                      </a:r>
                      <a:endParaRPr lang="en-IN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Manages changes to source code and infrastructure.</a:t>
                      </a:r>
                      <a:endParaRPr lang="en-IN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Collaboration, traceability, rollback capabilities</a:t>
                      </a:r>
                      <a:endParaRPr lang="en-IN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Git, GitHub, Bitbucket, GitLab</a:t>
                      </a:r>
                      <a:endParaRPr lang="en-IN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323184"/>
                  </a:ext>
                </a:extLst>
              </a:tr>
              <a:tr h="5531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Security Integration (DevSecOps)</a:t>
                      </a:r>
                      <a:endParaRPr lang="en-IN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Embeds security checks into CI/CD pipelines.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Early vulnerability detection, compliance enforcement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SonarQube, Snyk, OWASP ZAP</a:t>
                      </a:r>
                      <a:endParaRPr lang="en-IN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214132"/>
                  </a:ext>
                </a:extLst>
              </a:tr>
              <a:tr h="5531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Containerization</a:t>
                      </a:r>
                      <a:endParaRPr lang="en-IN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Packages applications and dependencies into portable containers.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Portability, scalability, isolation</a:t>
                      </a:r>
                      <a:endParaRPr lang="en-IN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Docker, Podman</a:t>
                      </a:r>
                      <a:endParaRPr lang="en-IN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523307"/>
                  </a:ext>
                </a:extLst>
              </a:tr>
              <a:tr h="5531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Orchestration</a:t>
                      </a:r>
                      <a:endParaRPr lang="en-IN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Manages container deployment, scaling, and networking.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High availability, automated recovery, efficient resource use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Kubernetes, OpenShift</a:t>
                      </a:r>
                      <a:endParaRPr lang="en-IN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620" marR="3060" marT="46630" marB="466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296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27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26086D-4C4C-3E6B-CA24-C2A57353E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What Is CI/CD?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FA0113-5496-7422-E44E-F1375F8FE1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652106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4320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F08ED-A167-B944-BEC5-90FDD22BE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Components of CI/CD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54950C-8C52-0A6B-AC87-94ADE7BC28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3771358"/>
              </p:ext>
            </p:extLst>
          </p:nvPr>
        </p:nvGraphicFramePr>
        <p:xfrm>
          <a:off x="4905052" y="1067292"/>
          <a:ext cx="6666834" cy="4820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6840">
                  <a:extLst>
                    <a:ext uri="{9D8B030D-6E8A-4147-A177-3AD203B41FA5}">
                      <a16:colId xmlns:a16="http://schemas.microsoft.com/office/drawing/2014/main" val="173967710"/>
                    </a:ext>
                  </a:extLst>
                </a:gridCol>
                <a:gridCol w="4749994">
                  <a:extLst>
                    <a:ext uri="{9D8B030D-6E8A-4147-A177-3AD203B41FA5}">
                      <a16:colId xmlns:a16="http://schemas.microsoft.com/office/drawing/2014/main" val="2095509852"/>
                    </a:ext>
                  </a:extLst>
                </a:gridCol>
              </a:tblGrid>
              <a:tr h="4732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500" u="none" strike="noStrike">
                          <a:effectLst/>
                        </a:rPr>
                        <a:t>Component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3" marR="14273" marT="1427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500" u="none" strike="noStrike">
                          <a:effectLst/>
                        </a:rPr>
                        <a:t>Description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3" marR="14273" marT="14273" marB="0" anchor="ctr"/>
                </a:tc>
                <a:extLst>
                  <a:ext uri="{0D108BD9-81ED-4DB2-BD59-A6C34878D82A}">
                    <a16:rowId xmlns:a16="http://schemas.microsoft.com/office/drawing/2014/main" val="211447879"/>
                  </a:ext>
                </a:extLst>
              </a:tr>
              <a:tr h="85008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Source Control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3" marR="14273" marT="142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>
                          <a:effectLst/>
                        </a:rPr>
                        <a:t>Versioning and collaboration (e.g., Git)</a:t>
                      </a:r>
                      <a:endParaRPr lang="en-GB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3" marR="14273" marT="14273" marB="0" anchor="ctr"/>
                </a:tc>
                <a:extLst>
                  <a:ext uri="{0D108BD9-81ED-4DB2-BD59-A6C34878D82A}">
                    <a16:rowId xmlns:a16="http://schemas.microsoft.com/office/drawing/2014/main" val="688914425"/>
                  </a:ext>
                </a:extLst>
              </a:tr>
              <a:tr h="85008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Build Automation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3" marR="14273" marT="142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Compiling and packaging code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3" marR="14273" marT="14273" marB="0" anchor="ctr"/>
                </a:tc>
                <a:extLst>
                  <a:ext uri="{0D108BD9-81ED-4DB2-BD59-A6C34878D82A}">
                    <a16:rowId xmlns:a16="http://schemas.microsoft.com/office/drawing/2014/main" val="926437341"/>
                  </a:ext>
                </a:extLst>
              </a:tr>
              <a:tr h="85008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Automated Testing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3" marR="14273" marT="142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>
                          <a:effectLst/>
                        </a:rPr>
                        <a:t>Unit, integration, and regression tests</a:t>
                      </a:r>
                      <a:endParaRPr lang="en-GB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3" marR="14273" marT="14273" marB="0" anchor="ctr"/>
                </a:tc>
                <a:extLst>
                  <a:ext uri="{0D108BD9-81ED-4DB2-BD59-A6C34878D82A}">
                    <a16:rowId xmlns:a16="http://schemas.microsoft.com/office/drawing/2014/main" val="350707893"/>
                  </a:ext>
                </a:extLst>
              </a:tr>
              <a:tr h="85008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Artifact Repository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3" marR="14273" marT="142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>
                          <a:effectLst/>
                        </a:rPr>
                        <a:t>Stores build outputs (e.g., JARs)</a:t>
                      </a:r>
                      <a:endParaRPr lang="en-GB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3" marR="14273" marT="14273" marB="0" anchor="ctr"/>
                </a:tc>
                <a:extLst>
                  <a:ext uri="{0D108BD9-81ED-4DB2-BD59-A6C34878D82A}">
                    <a16:rowId xmlns:a16="http://schemas.microsoft.com/office/drawing/2014/main" val="4185464190"/>
                  </a:ext>
                </a:extLst>
              </a:tr>
              <a:tr h="4732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Deployment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3" marR="14273" marT="142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Pushes code to environments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3" marR="14273" marT="14273" marB="0" anchor="ctr"/>
                </a:tc>
                <a:extLst>
                  <a:ext uri="{0D108BD9-81ED-4DB2-BD59-A6C34878D82A}">
                    <a16:rowId xmlns:a16="http://schemas.microsoft.com/office/drawing/2014/main" val="2113935610"/>
                  </a:ext>
                </a:extLst>
              </a:tr>
              <a:tr h="4732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Monitoring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3" marR="14273" marT="142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Tracks performance and errors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3" marR="14273" marT="14273" marB="0" anchor="ctr"/>
                </a:tc>
                <a:extLst>
                  <a:ext uri="{0D108BD9-81ED-4DB2-BD59-A6C34878D82A}">
                    <a16:rowId xmlns:a16="http://schemas.microsoft.com/office/drawing/2014/main" val="11341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564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D339D0-8D1E-ABF3-11AF-E04EE5723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Jenkins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46C8B0-2027-AACD-908F-F26781220D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689772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6516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4C93FC-F1FA-73E4-5393-3B28ABDA1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Key Components of Jenkins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4C4112-7446-2A6E-459D-081E5E406E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5318571"/>
              </p:ext>
            </p:extLst>
          </p:nvPr>
        </p:nvGraphicFramePr>
        <p:xfrm>
          <a:off x="4905052" y="1353942"/>
          <a:ext cx="6666834" cy="424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8793">
                  <a:extLst>
                    <a:ext uri="{9D8B030D-6E8A-4147-A177-3AD203B41FA5}">
                      <a16:colId xmlns:a16="http://schemas.microsoft.com/office/drawing/2014/main" val="2497086016"/>
                    </a:ext>
                  </a:extLst>
                </a:gridCol>
                <a:gridCol w="4808041">
                  <a:extLst>
                    <a:ext uri="{9D8B030D-6E8A-4147-A177-3AD203B41FA5}">
                      <a16:colId xmlns:a16="http://schemas.microsoft.com/office/drawing/2014/main" val="1056392957"/>
                    </a:ext>
                  </a:extLst>
                </a:gridCol>
              </a:tblGrid>
              <a:tr h="46239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Feature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44" marR="13944" marT="139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Description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44" marR="13944" marT="13944" marB="0" anchor="ctr"/>
                </a:tc>
                <a:extLst>
                  <a:ext uri="{0D108BD9-81ED-4DB2-BD59-A6C34878D82A}">
                    <a16:rowId xmlns:a16="http://schemas.microsoft.com/office/drawing/2014/main" val="1813722490"/>
                  </a:ext>
                </a:extLst>
              </a:tr>
              <a:tr h="8305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</a:rPr>
                        <a:t>Freestyle Projects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44" marR="13944" marT="139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>
                          <a:effectLst/>
                        </a:rPr>
                        <a:t>Simple jobs with basic build steps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44" marR="13944" marT="13944" marB="0" anchor="ctr"/>
                </a:tc>
                <a:extLst>
                  <a:ext uri="{0D108BD9-81ED-4DB2-BD59-A6C34878D82A}">
                    <a16:rowId xmlns:a16="http://schemas.microsoft.com/office/drawing/2014/main" val="2218442116"/>
                  </a:ext>
                </a:extLst>
              </a:tr>
              <a:tr h="4623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</a:rPr>
                        <a:t>Pipelines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44" marR="13944" marT="139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</a:rPr>
                        <a:t>Scripted and declarative workflows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44" marR="13944" marT="13944" marB="0" anchor="ctr"/>
                </a:tc>
                <a:extLst>
                  <a:ext uri="{0D108BD9-81ED-4DB2-BD59-A6C34878D82A}">
                    <a16:rowId xmlns:a16="http://schemas.microsoft.com/office/drawing/2014/main" val="2513686588"/>
                  </a:ext>
                </a:extLst>
              </a:tr>
              <a:tr h="8305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</a:rPr>
                        <a:t>Plugins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44" marR="13944" marT="139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>
                          <a:effectLst/>
                        </a:rPr>
                        <a:t>1800+ plugins for integration and customization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44" marR="13944" marT="13944" marB="0" anchor="ctr"/>
                </a:tc>
                <a:extLst>
                  <a:ext uri="{0D108BD9-81ED-4DB2-BD59-A6C34878D82A}">
                    <a16:rowId xmlns:a16="http://schemas.microsoft.com/office/drawing/2014/main" val="4251069453"/>
                  </a:ext>
                </a:extLst>
              </a:tr>
              <a:tr h="8305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</a:rPr>
                        <a:t>Distributed Builds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44" marR="13944" marT="139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</a:rPr>
                        <a:t>Supports master-agent architecture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44" marR="13944" marT="13944" marB="0" anchor="ctr"/>
                </a:tc>
                <a:extLst>
                  <a:ext uri="{0D108BD9-81ED-4DB2-BD59-A6C34878D82A}">
                    <a16:rowId xmlns:a16="http://schemas.microsoft.com/office/drawing/2014/main" val="4111232063"/>
                  </a:ext>
                </a:extLst>
              </a:tr>
              <a:tr h="8305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</a:rPr>
                        <a:t>Extensibility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44" marR="13944" marT="139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>
                          <a:effectLst/>
                        </a:rPr>
                        <a:t>Easily integrates with tools like Git, Maven, Docker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944" marR="13944" marT="13944" marB="0" anchor="ctr"/>
                </a:tc>
                <a:extLst>
                  <a:ext uri="{0D108BD9-81ED-4DB2-BD59-A6C34878D82A}">
                    <a16:rowId xmlns:a16="http://schemas.microsoft.com/office/drawing/2014/main" val="2476299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267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E2007-B5C4-4D46-F15A-677BB3C5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5000"/>
              <a:t>Jenkins Architecture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7835E-91BB-5DDE-0B89-B76C5C59C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2807208"/>
            <a:ext cx="4735286" cy="3499104"/>
          </a:xfrm>
        </p:spPr>
        <p:txBody>
          <a:bodyPr anchor="t">
            <a:normAutofit/>
          </a:bodyPr>
          <a:lstStyle/>
          <a:p>
            <a:r>
              <a:rPr lang="en-IN" sz="2200" b="1" dirty="0"/>
              <a:t>Master Node</a:t>
            </a:r>
            <a:r>
              <a:rPr lang="en-IN" sz="2200" dirty="0"/>
              <a:t>: Controls job scheduling and execution</a:t>
            </a:r>
          </a:p>
          <a:p>
            <a:r>
              <a:rPr lang="en-IN" sz="2200" b="1" dirty="0"/>
              <a:t>Agent Nodes</a:t>
            </a:r>
            <a:r>
              <a:rPr lang="en-IN" sz="2200" dirty="0"/>
              <a:t>: Execute jobs on different environments</a:t>
            </a:r>
          </a:p>
          <a:p>
            <a:r>
              <a:rPr lang="en-IN" sz="2200" b="1" dirty="0"/>
              <a:t>Web Interface</a:t>
            </a:r>
            <a:r>
              <a:rPr lang="en-IN" sz="2200" dirty="0"/>
              <a:t>: Configure jobs, view logs, manage plugins</a:t>
            </a:r>
          </a:p>
          <a:p>
            <a:r>
              <a:rPr lang="en-IN" sz="2200" b="1" dirty="0"/>
              <a:t>Plugins</a:t>
            </a:r>
            <a:r>
              <a:rPr lang="en-IN" sz="2200" dirty="0"/>
              <a:t>: Extend Jenkins functionality (e.g., Git, Slack, Docker)</a:t>
            </a:r>
          </a:p>
          <a:p>
            <a:endParaRPr lang="en-I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129801-B473-58A9-28E3-126323563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953330"/>
            <a:ext cx="6903720" cy="29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16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DFFE55-B4CF-DCA3-6D56-BD6F7311E3A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14E7DC-0C32-8859-43A9-41B020D5A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/>
              <a:t>Jenkins Workflow</a:t>
            </a:r>
            <a:endParaRPr lang="en-IN" dirty="0"/>
          </a:p>
        </p:txBody>
      </p:sp>
      <p:graphicFrame>
        <p:nvGraphicFramePr>
          <p:cNvPr id="22" name="Rectangle 1">
            <a:extLst>
              <a:ext uri="{FF2B5EF4-FFF2-40B4-BE49-F238E27FC236}">
                <a16:creationId xmlns:a16="http://schemas.microsoft.com/office/drawing/2014/main" id="{3D18D6CC-5471-436B-1FAF-ED9BBDE018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7593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66660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6004FE-3B06-DB1E-EE61-29E71652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Jenkins Jobs – Freestyle Project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8DCB70-3232-A60D-4230-9FC9F290E7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155242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489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3E9EF1-E84F-F17C-DB9F-0D38D544E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Jenkins Jobs – Maven Project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5759B3-B4D0-177A-01D9-D88F93DE5B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336140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717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99BA6-5E6F-0770-74E6-3D3FF99D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Jenkins Jobs – Pipeline Project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F5438B-CCA7-BC0E-18EA-0F2EFFC375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61056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991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DF9996-B18D-413B-7CC2-5F80F90A6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86707C-1A57-9645-ABC3-3BBF26A13F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1844635"/>
              </p:ext>
            </p:extLst>
          </p:nvPr>
        </p:nvGraphicFramePr>
        <p:xfrm>
          <a:off x="4502428" y="983862"/>
          <a:ext cx="7225748" cy="489027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874913">
                  <a:extLst>
                    <a:ext uri="{9D8B030D-6E8A-4147-A177-3AD203B41FA5}">
                      <a16:colId xmlns:a16="http://schemas.microsoft.com/office/drawing/2014/main" val="2927927807"/>
                    </a:ext>
                  </a:extLst>
                </a:gridCol>
                <a:gridCol w="2168720">
                  <a:extLst>
                    <a:ext uri="{9D8B030D-6E8A-4147-A177-3AD203B41FA5}">
                      <a16:colId xmlns:a16="http://schemas.microsoft.com/office/drawing/2014/main" val="2209937171"/>
                    </a:ext>
                  </a:extLst>
                </a:gridCol>
                <a:gridCol w="3182115">
                  <a:extLst>
                    <a:ext uri="{9D8B030D-6E8A-4147-A177-3AD203B41FA5}">
                      <a16:colId xmlns:a16="http://schemas.microsoft.com/office/drawing/2014/main" val="2176330543"/>
                    </a:ext>
                  </a:extLst>
                </a:gridCol>
              </a:tblGrid>
              <a:tr h="47302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600" b="1" u="none" strike="noStrike" cap="none" spc="30">
                          <a:solidFill>
                            <a:schemeClr val="tx1"/>
                          </a:solidFill>
                          <a:effectLst/>
                        </a:rPr>
                        <a:t>Job Type</a:t>
                      </a:r>
                      <a:endParaRPr lang="en-IN" sz="2600" b="1" i="0" u="none" strike="noStrike" cap="none" spc="3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5083" marT="1047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600" b="1" u="none" strike="noStrike" cap="none" spc="30">
                          <a:solidFill>
                            <a:schemeClr val="tx1"/>
                          </a:solidFill>
                          <a:effectLst/>
                        </a:rPr>
                        <a:t>Best For</a:t>
                      </a:r>
                      <a:endParaRPr lang="en-IN" sz="2600" b="1" i="0" u="none" strike="noStrike" cap="none" spc="3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5083" marT="1047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600" b="1" u="none" strike="noStrike" cap="none" spc="30">
                          <a:solidFill>
                            <a:schemeClr val="tx1"/>
                          </a:solidFill>
                          <a:effectLst/>
                        </a:rPr>
                        <a:t>Example Task</a:t>
                      </a:r>
                      <a:endParaRPr lang="en-IN" sz="2600" b="1" i="0" u="none" strike="noStrike" cap="none" spc="3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5083" marT="1047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673066"/>
                  </a:ext>
                </a:extLst>
              </a:tr>
              <a:tr h="6741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Freestyle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Simple builds and scripts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Compile and deploy Java app</a:t>
                      </a:r>
                      <a:endParaRPr lang="en-GB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238887"/>
                  </a:ext>
                </a:extLst>
              </a:tr>
              <a:tr h="6741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Maven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415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Java projects with Maven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415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Run clean install on pom.xml</a:t>
                      </a:r>
                      <a:endParaRPr lang="en-GB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415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835556"/>
                  </a:ext>
                </a:extLst>
              </a:tr>
              <a:tr h="6741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Pipeline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Complex CI/CD workflows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Build → Test → Deploy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64535"/>
                  </a:ext>
                </a:extLst>
              </a:tr>
              <a:tr h="6741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Multibranch Pipeline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415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Branch-specific pipelines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415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Run tests on feature/login branch</a:t>
                      </a:r>
                      <a:endParaRPr lang="en-GB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415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643772"/>
                  </a:ext>
                </a:extLst>
              </a:tr>
              <a:tr h="6741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Multi-Configuration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Matrix testing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Test app on multiple OS/browser combos</a:t>
                      </a:r>
                      <a:endParaRPr lang="en-GB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942984"/>
                  </a:ext>
                </a:extLst>
              </a:tr>
              <a:tr h="6741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Parameterized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415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Dynamic builds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415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Deploy to selected environment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415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326942"/>
                  </a:ext>
                </a:extLst>
              </a:tr>
              <a:tr h="37246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Folder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Job organization</a:t>
                      </a:r>
                      <a:endParaRPr lang="en-IN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Group jobs by team/project</a:t>
                      </a:r>
                      <a:endParaRPr lang="en-GB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0474" marT="10474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276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0719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8C1A67-B84C-64F3-BD0E-1368B6063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06871"/>
            <a:ext cx="10905066" cy="324425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191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47EDF4-50C5-F731-72D3-A34EA0A03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What Is Maven?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72E879-AD50-D836-B13F-C7CAAC74C2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4720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45AF1C-F437-DD7B-2D47-25D6397BF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Key Features of Maven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49565D-EF5B-3237-7BD2-C37054D93D4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7391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E7255-AE5C-332F-0339-3AACFB96F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Maven Architecture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0E65C4C-7D31-7006-4E6C-0F9DCFBD98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1107359"/>
          <a:ext cx="6666834" cy="4740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963">
                  <a:extLst>
                    <a:ext uri="{9D8B030D-6E8A-4147-A177-3AD203B41FA5}">
                      <a16:colId xmlns:a16="http://schemas.microsoft.com/office/drawing/2014/main" val="2642663250"/>
                    </a:ext>
                  </a:extLst>
                </a:gridCol>
                <a:gridCol w="4588871">
                  <a:extLst>
                    <a:ext uri="{9D8B030D-6E8A-4147-A177-3AD203B41FA5}">
                      <a16:colId xmlns:a16="http://schemas.microsoft.com/office/drawing/2014/main" val="397815938"/>
                    </a:ext>
                  </a:extLst>
                </a:gridCol>
              </a:tblGrid>
              <a:tr h="52780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u="none" strike="noStrike">
                          <a:effectLst/>
                        </a:rPr>
                        <a:t>Component</a:t>
                      </a:r>
                      <a:endParaRPr lang="en-IN" sz="2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917" marR="15917" marT="159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u="none" strike="noStrike">
                          <a:effectLst/>
                        </a:rPr>
                        <a:t>Description</a:t>
                      </a:r>
                      <a:endParaRPr lang="en-IN" sz="2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917" marR="15917" marT="15917" marB="0" anchor="ctr"/>
                </a:tc>
                <a:extLst>
                  <a:ext uri="{0D108BD9-81ED-4DB2-BD59-A6C34878D82A}">
                    <a16:rowId xmlns:a16="http://schemas.microsoft.com/office/drawing/2014/main" val="518359156"/>
                  </a:ext>
                </a:extLst>
              </a:tr>
              <a:tr h="94801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POM.xml 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917" marR="15917" marT="159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800" u="none" strike="noStrike">
                          <a:effectLst/>
                        </a:rPr>
                        <a:t>Core configuration file for the project</a:t>
                      </a:r>
                      <a:endParaRPr lang="en-GB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917" marR="15917" marT="15917" marB="0" anchor="ctr"/>
                </a:tc>
                <a:extLst>
                  <a:ext uri="{0D108BD9-81ED-4DB2-BD59-A6C34878D82A}">
                    <a16:rowId xmlns:a16="http://schemas.microsoft.com/office/drawing/2014/main" val="3147509278"/>
                  </a:ext>
                </a:extLst>
              </a:tr>
              <a:tr h="94801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Repository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917" marR="15917" marT="159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Stores dependencies (local, central, remote)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917" marR="15917" marT="15917" marB="0" anchor="ctr"/>
                </a:tc>
                <a:extLst>
                  <a:ext uri="{0D108BD9-81ED-4DB2-BD59-A6C34878D82A}">
                    <a16:rowId xmlns:a16="http://schemas.microsoft.com/office/drawing/2014/main" val="3242422644"/>
                  </a:ext>
                </a:extLst>
              </a:tr>
              <a:tr h="94801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Plugins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917" marR="15917" marT="159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800" u="none" strike="noStrike">
                          <a:effectLst/>
                        </a:rPr>
                        <a:t>Extend Maven functionality (e.g., compiler, surefire)</a:t>
                      </a:r>
                      <a:endParaRPr lang="en-GB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917" marR="15917" marT="15917" marB="0" anchor="ctr"/>
                </a:tc>
                <a:extLst>
                  <a:ext uri="{0D108BD9-81ED-4DB2-BD59-A6C34878D82A}">
                    <a16:rowId xmlns:a16="http://schemas.microsoft.com/office/drawing/2014/main" val="3542479451"/>
                  </a:ext>
                </a:extLst>
              </a:tr>
              <a:tr h="136822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Lifecycle Phases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917" marR="15917" marT="159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800" u="none" strike="noStrike">
                          <a:effectLst/>
                        </a:rPr>
                        <a:t>Clean, validate, compile, test, package, verify, install, deploy</a:t>
                      </a:r>
                      <a:endParaRPr lang="en-GB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917" marR="15917" marT="15917" marB="0" anchor="ctr"/>
                </a:tc>
                <a:extLst>
                  <a:ext uri="{0D108BD9-81ED-4DB2-BD59-A6C34878D82A}">
                    <a16:rowId xmlns:a16="http://schemas.microsoft.com/office/drawing/2014/main" val="1721590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955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C84D71-FCBE-F47D-CCBA-70ABDC63B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GB" sz="4800"/>
              <a:t>POM.XML</a:t>
            </a:r>
            <a:endParaRPr lang="en-IN" sz="480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50E67-B498-46E5-317B-588CE2636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GB" sz="2200" dirty="0"/>
              <a:t>Defines project metadata and dependencies</a:t>
            </a:r>
          </a:p>
          <a:p>
            <a:r>
              <a:rPr lang="en-GB" sz="2200" dirty="0"/>
              <a:t>Central to Maven’s build process</a:t>
            </a:r>
          </a:p>
          <a:p>
            <a:endParaRPr lang="en-I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24FAC1-A286-22CE-143B-44B68A20C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305384"/>
            <a:ext cx="10917936" cy="393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31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BBA48-47F9-B07D-0800-E2ED5E4F9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Maven Lifecycle Phases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1517AE-2075-DDAD-DA38-441B1A5132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155839"/>
          <a:ext cx="10927830" cy="4106288"/>
        </p:xfrm>
        <a:graphic>
          <a:graphicData uri="http://schemas.openxmlformats.org/drawingml/2006/table">
            <a:tbl>
              <a:tblPr/>
              <a:tblGrid>
                <a:gridCol w="3514830">
                  <a:extLst>
                    <a:ext uri="{9D8B030D-6E8A-4147-A177-3AD203B41FA5}">
                      <a16:colId xmlns:a16="http://schemas.microsoft.com/office/drawing/2014/main" val="2985866753"/>
                    </a:ext>
                  </a:extLst>
                </a:gridCol>
                <a:gridCol w="7413000">
                  <a:extLst>
                    <a:ext uri="{9D8B030D-6E8A-4147-A177-3AD203B41FA5}">
                      <a16:colId xmlns:a16="http://schemas.microsoft.com/office/drawing/2014/main" val="4138749026"/>
                    </a:ext>
                  </a:extLst>
                </a:gridCol>
              </a:tblGrid>
              <a:tr h="3876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Phase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908938"/>
                  </a:ext>
                </a:extLst>
              </a:tr>
              <a:tr h="6963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validate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Checks if the project is correctly configured and all required info is present</a:t>
                      </a:r>
                      <a:endParaRPr lang="en-GB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998948"/>
                  </a:ext>
                </a:extLst>
              </a:tr>
              <a:tr h="3876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compile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Compiles the source code of the project</a:t>
                      </a:r>
                      <a:endParaRPr lang="en-GB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381352"/>
                  </a:ext>
                </a:extLst>
              </a:tr>
              <a:tr h="3876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test-compile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Compiles the test source code</a:t>
                      </a:r>
                      <a:endParaRPr lang="en-GB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254609"/>
                  </a:ext>
                </a:extLst>
              </a:tr>
              <a:tr h="3876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test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Runs unit tests using a testing framework (e.g., JUnit)</a:t>
                      </a:r>
                      <a:endParaRPr lang="en-GB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67888"/>
                  </a:ext>
                </a:extLst>
              </a:tr>
              <a:tr h="3876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package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Bundles compiled code into a distributable format (e.g., JAR, WAR)</a:t>
                      </a:r>
                      <a:endParaRPr lang="en-GB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659072"/>
                  </a:ext>
                </a:extLst>
              </a:tr>
              <a:tr h="6963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verify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Runs checks to ensure package meets quality standards (e.g., integration tests)</a:t>
                      </a:r>
                      <a:endParaRPr lang="en-GB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690791"/>
                  </a:ext>
                </a:extLst>
              </a:tr>
              <a:tr h="3876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install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Installs the package into the local repository for use in other projects</a:t>
                      </a:r>
                      <a:endParaRPr lang="en-GB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11011"/>
                  </a:ext>
                </a:extLst>
              </a:tr>
              <a:tr h="3876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deploy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Copies the final package to a remote repository for sharing</a:t>
                      </a:r>
                      <a:endParaRPr lang="en-GB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91" marR="11691" marT="11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28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143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08DFA-5120-26FB-9DEB-7C3B63FDB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445" y="643467"/>
            <a:ext cx="9285109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114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C2764F-9A92-EC9C-1B22-C7D36DB7D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Maven Commands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10AD38-2760-DDEA-B128-E1B011BD5D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303411"/>
          <a:ext cx="10927830" cy="3811144"/>
        </p:xfrm>
        <a:graphic>
          <a:graphicData uri="http://schemas.openxmlformats.org/drawingml/2006/table">
            <a:tbl>
              <a:tblPr/>
              <a:tblGrid>
                <a:gridCol w="4865173">
                  <a:extLst>
                    <a:ext uri="{9D8B030D-6E8A-4147-A177-3AD203B41FA5}">
                      <a16:colId xmlns:a16="http://schemas.microsoft.com/office/drawing/2014/main" val="2977043848"/>
                    </a:ext>
                  </a:extLst>
                </a:gridCol>
                <a:gridCol w="6062657">
                  <a:extLst>
                    <a:ext uri="{9D8B030D-6E8A-4147-A177-3AD203B41FA5}">
                      <a16:colId xmlns:a16="http://schemas.microsoft.com/office/drawing/2014/main" val="567968368"/>
                    </a:ext>
                  </a:extLst>
                </a:gridCol>
              </a:tblGrid>
              <a:tr h="4763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Command</a:t>
                      </a:r>
                      <a:endParaRPr lang="en-IN" sz="4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Purpose</a:t>
                      </a:r>
                      <a:endParaRPr lang="en-IN" sz="4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818435"/>
                  </a:ext>
                </a:extLst>
              </a:tr>
              <a:tr h="4763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mvn clean</a:t>
                      </a:r>
                      <a:endParaRPr lang="en-IN" sz="4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Remove previous build artifacts</a:t>
                      </a:r>
                      <a:endParaRPr lang="en-IN" sz="4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960775"/>
                  </a:ext>
                </a:extLst>
              </a:tr>
              <a:tr h="4763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mvn compile</a:t>
                      </a:r>
                      <a:endParaRPr lang="en-IN" sz="4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Compile source code</a:t>
                      </a:r>
                      <a:endParaRPr lang="en-IN" sz="4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673272"/>
                  </a:ext>
                </a:extLst>
              </a:tr>
              <a:tr h="4763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mvn test</a:t>
                      </a:r>
                      <a:endParaRPr lang="en-IN" sz="4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 tests</a:t>
                      </a:r>
                      <a:endParaRPr lang="en-IN" sz="4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782600"/>
                  </a:ext>
                </a:extLst>
              </a:tr>
              <a:tr h="4763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mvn package</a:t>
                      </a:r>
                      <a:endParaRPr lang="en-IN" sz="4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Create JAR/WAR file</a:t>
                      </a:r>
                      <a:endParaRPr lang="en-IN" sz="4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276989"/>
                  </a:ext>
                </a:extLst>
              </a:tr>
              <a:tr h="4763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mvn install</a:t>
                      </a:r>
                      <a:endParaRPr lang="en-IN" sz="4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Install to local repo</a:t>
                      </a:r>
                      <a:endParaRPr lang="en-IN" sz="4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198975"/>
                  </a:ext>
                </a:extLst>
              </a:tr>
              <a:tr h="4763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mvn deploy</a:t>
                      </a:r>
                      <a:endParaRPr lang="en-IN" sz="4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Deploy to remote repo</a:t>
                      </a:r>
                      <a:endParaRPr lang="en-IN" sz="4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455585"/>
                  </a:ext>
                </a:extLst>
              </a:tr>
              <a:tr h="4763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mvn dependency:tree</a:t>
                      </a:r>
                      <a:endParaRPr lang="en-IN" sz="4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View dependency hierarchy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66" marR="14366" marT="14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966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557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90F91-C9C9-91B8-9FED-BB5E0AD46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GB" sz="5600"/>
              <a:t>Maven Repositories</a:t>
            </a:r>
            <a:endParaRPr lang="en-IN" sz="5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48C450-F4BF-9915-3C9B-56BC86DEC26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6117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1B498-27A5-5E9E-784E-7EBE3659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GB" sz="8000"/>
              <a:t>Maven Plugins</a:t>
            </a:r>
            <a:endParaRPr lang="en-IN" sz="8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EDDBFF-4D78-3886-A899-3D1AB2259A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08535" y="1543850"/>
          <a:ext cx="6245266" cy="4643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358">
                  <a:extLst>
                    <a:ext uri="{9D8B030D-6E8A-4147-A177-3AD203B41FA5}">
                      <a16:colId xmlns:a16="http://schemas.microsoft.com/office/drawing/2014/main" val="1970734509"/>
                    </a:ext>
                  </a:extLst>
                </a:gridCol>
                <a:gridCol w="3392908">
                  <a:extLst>
                    <a:ext uri="{9D8B030D-6E8A-4147-A177-3AD203B41FA5}">
                      <a16:colId xmlns:a16="http://schemas.microsoft.com/office/drawing/2014/main" val="2620381923"/>
                    </a:ext>
                  </a:extLst>
                </a:gridCol>
              </a:tblGrid>
              <a:tr h="38756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Plugin Name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688" marR="11688" marT="11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Purpose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688" marR="11688" marT="11688" marB="0" anchor="ctr"/>
                </a:tc>
                <a:extLst>
                  <a:ext uri="{0D108BD9-81ED-4DB2-BD59-A6C34878D82A}">
                    <a16:rowId xmlns:a16="http://schemas.microsoft.com/office/drawing/2014/main" val="622546074"/>
                  </a:ext>
                </a:extLst>
              </a:tr>
              <a:tr h="38756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maven-compiler-plugin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1688" marR="11688" marT="116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Compiles Java source code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688" marR="11688" marT="11688" marB="0" anchor="ctr"/>
                </a:tc>
                <a:extLst>
                  <a:ext uri="{0D108BD9-81ED-4DB2-BD59-A6C34878D82A}">
                    <a16:rowId xmlns:a16="http://schemas.microsoft.com/office/drawing/2014/main" val="3153180418"/>
                  </a:ext>
                </a:extLst>
              </a:tr>
              <a:tr h="6961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maven-surefire-plugin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1688" marR="11688" marT="116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Runs unit tests with JUnit/TestNG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688" marR="11688" marT="11688" marB="0" anchor="ctr"/>
                </a:tc>
                <a:extLst>
                  <a:ext uri="{0D108BD9-81ED-4DB2-BD59-A6C34878D82A}">
                    <a16:rowId xmlns:a16="http://schemas.microsoft.com/office/drawing/2014/main" val="1002430660"/>
                  </a:ext>
                </a:extLst>
              </a:tr>
              <a:tr h="38756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maven-failsafe-plugin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1688" marR="11688" marT="116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Executes integration tests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688" marR="11688" marT="11688" marB="0" anchor="ctr"/>
                </a:tc>
                <a:extLst>
                  <a:ext uri="{0D108BD9-81ED-4DB2-BD59-A6C34878D82A}">
                    <a16:rowId xmlns:a16="http://schemas.microsoft.com/office/drawing/2014/main" val="4104150609"/>
                  </a:ext>
                </a:extLst>
              </a:tr>
              <a:tr h="6961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maven-jar-plugin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1688" marR="11688" marT="116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Packages code into a JAR file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688" marR="11688" marT="11688" marB="0" anchor="ctr"/>
                </a:tc>
                <a:extLst>
                  <a:ext uri="{0D108BD9-81ED-4DB2-BD59-A6C34878D82A}">
                    <a16:rowId xmlns:a16="http://schemas.microsoft.com/office/drawing/2014/main" val="3692973216"/>
                  </a:ext>
                </a:extLst>
              </a:tr>
              <a:tr h="6961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maven-war-plugin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1688" marR="11688" marT="116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Creates a WAR file for web applications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688" marR="11688" marT="11688" marB="0" anchor="ctr"/>
                </a:tc>
                <a:extLst>
                  <a:ext uri="{0D108BD9-81ED-4DB2-BD59-A6C34878D82A}">
                    <a16:rowId xmlns:a16="http://schemas.microsoft.com/office/drawing/2014/main" val="4258875526"/>
                  </a:ext>
                </a:extLst>
              </a:tr>
              <a:tr h="6961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maven-assembly-plugin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1688" marR="11688" marT="116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Builds custom distributions (ZIP, TAR, etc.)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688" marR="11688" marT="11688" marB="0" anchor="ctr"/>
                </a:tc>
                <a:extLst>
                  <a:ext uri="{0D108BD9-81ED-4DB2-BD59-A6C34878D82A}">
                    <a16:rowId xmlns:a16="http://schemas.microsoft.com/office/drawing/2014/main" val="3589184765"/>
                  </a:ext>
                </a:extLst>
              </a:tr>
              <a:tr h="6961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spring-boot-maven-plugin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1688" marR="11688" marT="1168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Packages Spring Boot apps into executable JARs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688" marR="11688" marT="11688" marB="0" anchor="ctr"/>
                </a:tc>
                <a:extLst>
                  <a:ext uri="{0D108BD9-81ED-4DB2-BD59-A6C34878D82A}">
                    <a16:rowId xmlns:a16="http://schemas.microsoft.com/office/drawing/2014/main" val="1291107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623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C6C5E-9221-0B76-242A-DE6D4272C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GB" sz="3600" dirty="0"/>
              <a:t>.m2 Folder</a:t>
            </a:r>
            <a:endParaRPr lang="en-IN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061946-A57A-F3CC-BA3B-A6F66B4094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196" b="16392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2DF67-7079-5084-9720-B3212BD74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GB" sz="2400" dirty="0"/>
              <a:t>The default location of the Maven local repository is within the .m2 directory</a:t>
            </a:r>
          </a:p>
          <a:p>
            <a:r>
              <a:rPr lang="en-GB" sz="2400" dirty="0"/>
              <a:t>Inside this .m2 folder, there is a repository subfolder where Maven stores downloaded dependencies and plugins</a:t>
            </a:r>
          </a:p>
          <a:p>
            <a:r>
              <a:rPr lang="en-GB" sz="2400" dirty="0"/>
              <a:t>C:\Users\{your-username}\.m2\repository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77656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5D2AD-37E0-80D6-D616-5C74812C4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Containerization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00AFF3-ABD3-5F03-A257-AAE06EF32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758046"/>
            <a:ext cx="7225748" cy="334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44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B279AF-F527-B6AF-56E7-99D337E7D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400">
                <a:solidFill>
                  <a:srgbClr val="FFFFFF"/>
                </a:solidFill>
              </a:rPr>
              <a:t>What Is Containerization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EA4B31-19DC-AF73-4714-AAA5A2FEC7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25369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94905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E7CC1-A323-9162-9CDB-09DE048E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Docker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BBE5CA-E644-326F-F8A1-629AA36045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019720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36847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9EB51-0056-61D6-34DB-C05AEA52A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Components of Docker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D531E3-7D10-E74E-6016-F18F412963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9854136"/>
              </p:ext>
            </p:extLst>
          </p:nvPr>
        </p:nvGraphicFramePr>
        <p:xfrm>
          <a:off x="644056" y="2471278"/>
          <a:ext cx="10927830" cy="3475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978">
                  <a:extLst>
                    <a:ext uri="{9D8B030D-6E8A-4147-A177-3AD203B41FA5}">
                      <a16:colId xmlns:a16="http://schemas.microsoft.com/office/drawing/2014/main" val="1302874735"/>
                    </a:ext>
                  </a:extLst>
                </a:gridCol>
                <a:gridCol w="7112852">
                  <a:extLst>
                    <a:ext uri="{9D8B030D-6E8A-4147-A177-3AD203B41FA5}">
                      <a16:colId xmlns:a16="http://schemas.microsoft.com/office/drawing/2014/main" val="3558050517"/>
                    </a:ext>
                  </a:extLst>
                </a:gridCol>
              </a:tblGrid>
              <a:tr h="57923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000" u="none" strike="noStrike">
                          <a:effectLst/>
                        </a:rPr>
                        <a:t>Component</a:t>
                      </a:r>
                      <a:endParaRPr lang="en-IN" sz="3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68" marR="17468" marT="1746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000" u="none" strike="noStrike">
                          <a:effectLst/>
                        </a:rPr>
                        <a:t>Description</a:t>
                      </a:r>
                      <a:endParaRPr lang="en-IN" sz="3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68" marR="17468" marT="17468" marB="0" anchor="ctr"/>
                </a:tc>
                <a:extLst>
                  <a:ext uri="{0D108BD9-81ED-4DB2-BD59-A6C34878D82A}">
                    <a16:rowId xmlns:a16="http://schemas.microsoft.com/office/drawing/2014/main" val="3116677159"/>
                  </a:ext>
                </a:extLst>
              </a:tr>
              <a:tr h="57923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Docker Engine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68" marR="17468" marT="174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Core client-server architecture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68" marR="17468" marT="17468" marB="0" anchor="ctr"/>
                </a:tc>
                <a:extLst>
                  <a:ext uri="{0D108BD9-81ED-4DB2-BD59-A6C34878D82A}">
                    <a16:rowId xmlns:a16="http://schemas.microsoft.com/office/drawing/2014/main" val="1205047433"/>
                  </a:ext>
                </a:extLst>
              </a:tr>
              <a:tr h="57923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Docker Images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68" marR="17468" marT="174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Read-only templates for containers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68" marR="17468" marT="17468" marB="0" anchor="ctr"/>
                </a:tc>
                <a:extLst>
                  <a:ext uri="{0D108BD9-81ED-4DB2-BD59-A6C34878D82A}">
                    <a16:rowId xmlns:a16="http://schemas.microsoft.com/office/drawing/2014/main" val="3660169545"/>
                  </a:ext>
                </a:extLst>
              </a:tr>
              <a:tr h="57923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Docker Containers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68" marR="17468" marT="174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Running instances of images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68" marR="17468" marT="17468" marB="0" anchor="ctr"/>
                </a:tc>
                <a:extLst>
                  <a:ext uri="{0D108BD9-81ED-4DB2-BD59-A6C34878D82A}">
                    <a16:rowId xmlns:a16="http://schemas.microsoft.com/office/drawing/2014/main" val="1489472238"/>
                  </a:ext>
                </a:extLst>
              </a:tr>
              <a:tr h="57923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Dockerfile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68" marR="17468" marT="174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Script to build images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68" marR="17468" marT="17468" marB="0" anchor="ctr"/>
                </a:tc>
                <a:extLst>
                  <a:ext uri="{0D108BD9-81ED-4DB2-BD59-A6C34878D82A}">
                    <a16:rowId xmlns:a16="http://schemas.microsoft.com/office/drawing/2014/main" val="2903888331"/>
                  </a:ext>
                </a:extLst>
              </a:tr>
              <a:tr h="57923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Docker Hub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68" marR="17468" marT="174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3000" u="none" strike="noStrike">
                          <a:effectLst/>
                        </a:rPr>
                        <a:t>Public registry for sharing images</a:t>
                      </a:r>
                      <a:endParaRPr lang="en-GB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68" marR="17468" marT="17468" marB="0" anchor="ctr"/>
                </a:tc>
                <a:extLst>
                  <a:ext uri="{0D108BD9-81ED-4DB2-BD59-A6C34878D82A}">
                    <a16:rowId xmlns:a16="http://schemas.microsoft.com/office/drawing/2014/main" val="3148438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2352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7264A61-6AE3-4DC0-A455-5EDC604E3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0" name="Color Cover">
              <a:extLst>
                <a:ext uri="{FF2B5EF4-FFF2-40B4-BE49-F238E27FC236}">
                  <a16:creationId xmlns:a16="http://schemas.microsoft.com/office/drawing/2014/main" id="{2F23900D-D5D0-4EE8-80F4-D25038DE2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C55310DE-258B-4134-9DA8-DC4C2D0EBE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691EE10-D5F3-48FA-BE55-F24A0BE59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EF3BBC7-022F-4CD5-BE8E-BD8206C4B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A877CB3E-FE2B-43A7-A987-F921A9249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98E0F4D-DB16-6714-5B76-FE2D8A3AB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644" y="841664"/>
            <a:ext cx="5155073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 Docker Works</a:t>
            </a:r>
          </a:p>
        </p:txBody>
      </p:sp>
    </p:spTree>
    <p:extLst>
      <p:ext uri="{BB962C8B-B14F-4D97-AF65-F5344CB8AC3E}">
        <p14:creationId xmlns:p14="http://schemas.microsoft.com/office/powerpoint/2010/main" val="35245851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 Fill">
            <a:extLst>
              <a:ext uri="{FF2B5EF4-FFF2-40B4-BE49-F238E27FC236}">
                <a16:creationId xmlns:a16="http://schemas.microsoft.com/office/drawing/2014/main" id="{03AF1C04-3FEF-41BD-BB84-2F263765B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DD5E267-EB6F-47DF-ABEF-2C1BED44D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21" name="Color Cover">
              <a:extLst>
                <a:ext uri="{FF2B5EF4-FFF2-40B4-BE49-F238E27FC236}">
                  <a16:creationId xmlns:a16="http://schemas.microsoft.com/office/drawing/2014/main" id="{4BA86AA3-0623-4268-861E-ADA01A7C07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Color Cover">
              <a:extLst>
                <a:ext uri="{FF2B5EF4-FFF2-40B4-BE49-F238E27FC236}">
                  <a16:creationId xmlns:a16="http://schemas.microsoft.com/office/drawing/2014/main" id="{72692EF2-4C1F-4ED7-9C00-6CF92783E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828D02-A05D-412B-9F20-B68E970B9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25" name="Color">
              <a:extLst>
                <a:ext uri="{FF2B5EF4-FFF2-40B4-BE49-F238E27FC236}">
                  <a16:creationId xmlns:a16="http://schemas.microsoft.com/office/drawing/2014/main" id="{A1A8E50E-11DE-480E-A93B-F503760BC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D2E2EE99-89A4-435B-B61A-3C8B5B2B2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9C4CBC7-0956-FA54-ED5B-FC304928BA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66"/>
          <a:stretch>
            <a:fillRect/>
          </a:stretch>
        </p:blipFill>
        <p:spPr>
          <a:xfrm>
            <a:off x="6677026" y="1138278"/>
            <a:ext cx="4571936" cy="4558127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580676-BBF4-C4CF-DF58-3B77851EF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5" y="819015"/>
            <a:ext cx="5501548" cy="2353362"/>
          </a:xfrm>
        </p:spPr>
        <p:txBody>
          <a:bodyPr anchor="b">
            <a:normAutofit/>
          </a:bodyPr>
          <a:lstStyle/>
          <a:p>
            <a:r>
              <a:rPr lang="en-GB" sz="4800" b="1">
                <a:solidFill>
                  <a:schemeClr val="bg1"/>
                </a:solidFill>
              </a:rPr>
              <a:t>1. Docker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95DD7-022F-D246-645B-3CC64A9E3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5" y="3442089"/>
            <a:ext cx="5501548" cy="2573579"/>
          </a:xfrm>
        </p:spPr>
        <p:txBody>
          <a:bodyPr anchor="t">
            <a:normAutofit/>
          </a:bodyPr>
          <a:lstStyle/>
          <a:p>
            <a:r>
              <a:rPr lang="en-GB" sz="1800">
                <a:solidFill>
                  <a:schemeClr val="bg1"/>
                </a:solidFill>
              </a:rPr>
              <a:t>The core of Docker: a client-server application.</a:t>
            </a:r>
          </a:p>
          <a:p>
            <a:r>
              <a:rPr lang="en-GB" sz="1800">
                <a:solidFill>
                  <a:schemeClr val="bg1"/>
                </a:solidFill>
              </a:rPr>
              <a:t>Client: You run commands like docker build, docker run.</a:t>
            </a:r>
          </a:p>
          <a:p>
            <a:r>
              <a:rPr lang="en-GB" sz="1800">
                <a:solidFill>
                  <a:schemeClr val="bg1"/>
                </a:solidFill>
              </a:rPr>
              <a:t>Daemon: Executes those commands and manages containers.</a:t>
            </a:r>
            <a:endParaRPr lang="en-IN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6922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08BB4D4-D71A-48F5-B2D2-45D2D78F4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20" name="Color">
              <a:extLst>
                <a:ext uri="{FF2B5EF4-FFF2-40B4-BE49-F238E27FC236}">
                  <a16:creationId xmlns:a16="http://schemas.microsoft.com/office/drawing/2014/main" id="{F287CCC2-896F-4F04-A017-737FB703F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Color">
              <a:extLst>
                <a:ext uri="{FF2B5EF4-FFF2-40B4-BE49-F238E27FC236}">
                  <a16:creationId xmlns:a16="http://schemas.microsoft.com/office/drawing/2014/main" id="{821DD70C-9C59-4A01-BF0B-C027B5BCA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37110B5-29ED-1348-C78C-40ABE27B1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08" y="3395335"/>
            <a:ext cx="10893346" cy="313183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680211-1B7B-B688-47A5-5EB07E167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576072"/>
            <a:ext cx="5430250" cy="2751749"/>
          </a:xfrm>
        </p:spPr>
        <p:txBody>
          <a:bodyPr anchor="ctr">
            <a:normAutofit/>
          </a:bodyPr>
          <a:lstStyle/>
          <a:p>
            <a:r>
              <a:rPr lang="en-GB" sz="4800" b="1" dirty="0">
                <a:solidFill>
                  <a:schemeClr val="bg1"/>
                </a:solidFill>
              </a:rPr>
              <a:t>2. Docker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450A8-104F-56B2-CB81-31CDEBF79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514" y="576072"/>
            <a:ext cx="6019799" cy="2778231"/>
          </a:xfrm>
        </p:spPr>
        <p:txBody>
          <a:bodyPr anchor="ctr">
            <a:noAutofit/>
          </a:bodyPr>
          <a:lstStyle/>
          <a:p>
            <a:r>
              <a:rPr lang="en-GB" sz="2200" dirty="0">
                <a:solidFill>
                  <a:schemeClr val="bg1"/>
                </a:solidFill>
              </a:rPr>
              <a:t>A text file with instructions to build a Docker image.</a:t>
            </a:r>
          </a:p>
          <a:p>
            <a:r>
              <a:rPr lang="en-GB" sz="2200" dirty="0">
                <a:solidFill>
                  <a:schemeClr val="bg1"/>
                </a:solidFill>
              </a:rPr>
              <a:t>FROM: Base image</a:t>
            </a:r>
          </a:p>
          <a:p>
            <a:r>
              <a:rPr lang="en-GB" sz="2200" dirty="0">
                <a:solidFill>
                  <a:schemeClr val="bg1"/>
                </a:solidFill>
              </a:rPr>
              <a:t>COPY: Adds files</a:t>
            </a:r>
          </a:p>
          <a:p>
            <a:r>
              <a:rPr lang="en-GB" sz="2200" dirty="0">
                <a:solidFill>
                  <a:schemeClr val="bg1"/>
                </a:solidFill>
              </a:rPr>
              <a:t>WORKDIR: Sets working directory</a:t>
            </a:r>
          </a:p>
          <a:p>
            <a:r>
              <a:rPr lang="en-GB" sz="2200" dirty="0">
                <a:solidFill>
                  <a:schemeClr val="bg1"/>
                </a:solidFill>
              </a:rPr>
              <a:t>CMD: Default command to run</a:t>
            </a:r>
            <a:endParaRPr lang="en-IN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116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08BB4D4-D71A-48F5-B2D2-45D2D78F4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31" name="Color">
              <a:extLst>
                <a:ext uri="{FF2B5EF4-FFF2-40B4-BE49-F238E27FC236}">
                  <a16:creationId xmlns:a16="http://schemas.microsoft.com/office/drawing/2014/main" id="{F287CCC2-896F-4F04-A017-737FB703F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Color">
              <a:extLst>
                <a:ext uri="{FF2B5EF4-FFF2-40B4-BE49-F238E27FC236}">
                  <a16:creationId xmlns:a16="http://schemas.microsoft.com/office/drawing/2014/main" id="{821DD70C-9C59-4A01-BF0B-C027B5BCA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56AF639-7084-9EBB-C71C-486152B8A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312" y="2867656"/>
            <a:ext cx="9418265" cy="3837944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60B1AB-9A19-4163-0FF2-C33F0992D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576072"/>
            <a:ext cx="5430250" cy="2751749"/>
          </a:xfrm>
        </p:spPr>
        <p:txBody>
          <a:bodyPr anchor="ctr">
            <a:normAutofit/>
          </a:bodyPr>
          <a:lstStyle/>
          <a:p>
            <a:r>
              <a:rPr lang="en-GB" sz="4800" b="1" dirty="0">
                <a:solidFill>
                  <a:schemeClr val="bg1"/>
                </a:solidFill>
              </a:rPr>
              <a:t>3. Docker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CD7FD-233E-10AD-D7A1-5F971EE48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09" y="576072"/>
            <a:ext cx="4699459" cy="2778231"/>
          </a:xfrm>
        </p:spPr>
        <p:txBody>
          <a:bodyPr anchor="ctr">
            <a:normAutofit/>
          </a:bodyPr>
          <a:lstStyle/>
          <a:p>
            <a:r>
              <a:rPr lang="en-GB" sz="1800" dirty="0">
                <a:solidFill>
                  <a:schemeClr val="bg1"/>
                </a:solidFill>
              </a:rPr>
              <a:t>A snapshot of your application and its environment.</a:t>
            </a:r>
          </a:p>
          <a:p>
            <a:r>
              <a:rPr lang="en-GB" sz="1800" dirty="0">
                <a:solidFill>
                  <a:schemeClr val="bg1"/>
                </a:solidFill>
              </a:rPr>
              <a:t>Built from a </a:t>
            </a:r>
            <a:r>
              <a:rPr lang="en-GB" sz="1800" dirty="0" err="1">
                <a:solidFill>
                  <a:schemeClr val="bg1"/>
                </a:solidFill>
              </a:rPr>
              <a:t>Dockerfile</a:t>
            </a:r>
            <a:r>
              <a:rPr lang="en-GB" sz="1800" dirty="0">
                <a:solidFill>
                  <a:schemeClr val="bg1"/>
                </a:solidFill>
              </a:rPr>
              <a:t>.</a:t>
            </a:r>
          </a:p>
          <a:p>
            <a:r>
              <a:rPr lang="en-GB" sz="1800" dirty="0">
                <a:solidFill>
                  <a:schemeClr val="bg1"/>
                </a:solidFill>
              </a:rPr>
              <a:t>Stored locally or on Docker Hub.</a:t>
            </a:r>
          </a:p>
          <a:p>
            <a:endParaRPr lang="en-IN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8882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248F5E6-4377-481A-9615-8B26AF96A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D8552057-9E04-4499-916A-649BB6B51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D1194A2F-4E63-4228-A833-4D86528EA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1150DE0-6BAE-563B-1A59-B6C253D53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58" y="1633217"/>
            <a:ext cx="6706483" cy="503972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94D836C-01E2-5F26-D5A9-DA4BE4D3C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576072"/>
            <a:ext cx="10377484" cy="1546533"/>
          </a:xfrm>
        </p:spPr>
        <p:txBody>
          <a:bodyPr anchor="t">
            <a:normAutofit/>
          </a:bodyPr>
          <a:lstStyle/>
          <a:p>
            <a:r>
              <a:rPr lang="en-IN" sz="4800" dirty="0">
                <a:solidFill>
                  <a:schemeClr val="bg1"/>
                </a:solidFill>
              </a:rPr>
              <a:t>4. </a:t>
            </a:r>
            <a:r>
              <a:rPr lang="en-IN" sz="4800" b="1" dirty="0">
                <a:solidFill>
                  <a:schemeClr val="bg1"/>
                </a:solidFill>
              </a:rPr>
              <a:t>Docker Container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4D6CA-51C2-64B0-4CA4-9D3FB4C94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3798" y="1517536"/>
            <a:ext cx="4699459" cy="3903163"/>
          </a:xfrm>
        </p:spPr>
        <p:txBody>
          <a:bodyPr anchor="ctr">
            <a:normAutofit/>
          </a:bodyPr>
          <a:lstStyle/>
          <a:p>
            <a:r>
              <a:rPr lang="en-GB" sz="2200" dirty="0">
                <a:solidFill>
                  <a:schemeClr val="bg1"/>
                </a:solidFill>
              </a:rPr>
              <a:t>A running instance of an image.</a:t>
            </a:r>
          </a:p>
          <a:p>
            <a:r>
              <a:rPr lang="en-GB" sz="2200" dirty="0">
                <a:solidFill>
                  <a:schemeClr val="bg1"/>
                </a:solidFill>
              </a:rPr>
              <a:t>Isolated from the host system.</a:t>
            </a:r>
          </a:p>
          <a:p>
            <a:r>
              <a:rPr lang="en-GB" sz="2200" dirty="0">
                <a:solidFill>
                  <a:schemeClr val="bg1"/>
                </a:solidFill>
              </a:rPr>
              <a:t>You can start, stop, and delete containers easily.</a:t>
            </a:r>
            <a:endParaRPr lang="en-IN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6345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249984-44FA-635C-84F8-BD0AEA934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5. Docker Hub</a:t>
            </a:r>
            <a:endParaRPr lang="en-IN" sz="4000" b="1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76F2B0-79F0-7E14-3633-AAA3FF54F3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698937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64151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CDEA64-6643-7862-ED2A-B485B7267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Summary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89B229-A484-BFA8-1958-05C52C2DD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3" y="1700821"/>
            <a:ext cx="10842172" cy="515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235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1610</Words>
  <Application>Microsoft Office PowerPoint</Application>
  <PresentationFormat>Widescreen</PresentationFormat>
  <Paragraphs>332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Aptos Display</vt:lpstr>
      <vt:lpstr>Aptos Narrow</vt:lpstr>
      <vt:lpstr>Arial</vt:lpstr>
      <vt:lpstr>Arial Unicode MS</vt:lpstr>
      <vt:lpstr>Office Theme</vt:lpstr>
      <vt:lpstr>PowerPoint Presentation</vt:lpstr>
      <vt:lpstr>Devops</vt:lpstr>
      <vt:lpstr>Devops Principles – CALMS Model</vt:lpstr>
      <vt:lpstr>DevOps Lifecycle</vt:lpstr>
      <vt:lpstr>Devops Tools</vt:lpstr>
      <vt:lpstr>Devops Practises</vt:lpstr>
      <vt:lpstr>What Is CI/CD?</vt:lpstr>
      <vt:lpstr>Components of CI/CD</vt:lpstr>
      <vt:lpstr>Jenkins</vt:lpstr>
      <vt:lpstr>Key Components of Jenkins</vt:lpstr>
      <vt:lpstr>Jenkins Architecture</vt:lpstr>
      <vt:lpstr>Jenkins Workflow</vt:lpstr>
      <vt:lpstr>Jenkins Jobs – Freestyle Project</vt:lpstr>
      <vt:lpstr>Jenkins Jobs – Maven Project</vt:lpstr>
      <vt:lpstr>Jenkins Jobs – Pipeline Project</vt:lpstr>
      <vt:lpstr>Summary</vt:lpstr>
      <vt:lpstr>PowerPoint Presentation</vt:lpstr>
      <vt:lpstr>What Is Maven?</vt:lpstr>
      <vt:lpstr>Key Features of Maven</vt:lpstr>
      <vt:lpstr>Maven Architecture</vt:lpstr>
      <vt:lpstr>POM.XML</vt:lpstr>
      <vt:lpstr>Maven Lifecycle Phases</vt:lpstr>
      <vt:lpstr>PowerPoint Presentation</vt:lpstr>
      <vt:lpstr>Maven Commands</vt:lpstr>
      <vt:lpstr>Maven Repositories</vt:lpstr>
      <vt:lpstr>Maven Plugins</vt:lpstr>
      <vt:lpstr>.m2 Folder</vt:lpstr>
      <vt:lpstr>Containerization</vt:lpstr>
      <vt:lpstr>What Is Containerization</vt:lpstr>
      <vt:lpstr>Docker</vt:lpstr>
      <vt:lpstr>Components of Docker</vt:lpstr>
      <vt:lpstr>How Docker Works</vt:lpstr>
      <vt:lpstr>1. Docker Engine</vt:lpstr>
      <vt:lpstr>2. Docker file</vt:lpstr>
      <vt:lpstr>3. Docker Image</vt:lpstr>
      <vt:lpstr>4. Docker Container</vt:lpstr>
      <vt:lpstr>5. Docker Hub</vt:lpstr>
      <vt:lpstr>Summary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Kalyanakumar, Arun (Cognizant)</dc:creator>
  <cp:lastModifiedBy>Kalyanakumar, Arun (Cognizant)</cp:lastModifiedBy>
  <cp:revision>47</cp:revision>
  <dcterms:created xsi:type="dcterms:W3CDTF">2025-08-11T04:06:43Z</dcterms:created>
  <dcterms:modified xsi:type="dcterms:W3CDTF">2025-08-11T10:51:54Z</dcterms:modified>
</cp:coreProperties>
</file>