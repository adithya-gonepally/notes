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2.png"/><Relationship Id="rId7" Type="http://schemas.openxmlformats.org/officeDocument/2006/relationships/image" Target="../media/image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2.png"/><Relationship Id="rId7" Type="http://schemas.openxmlformats.org/officeDocument/2006/relationships/image" Target="../media/image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32B4D6-EDE6-44BC-B21C-411426D8A7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78950D3-9392-42AD-B7EC-417682C1B7CC}">
      <dgm:prSet/>
      <dgm:spPr/>
      <dgm:t>
        <a:bodyPr/>
        <a:lstStyle/>
        <a:p>
          <a:r>
            <a:rPr lang="en-GB"/>
            <a:t>BDD is an evolution of TDD (Test Driven Development)</a:t>
          </a:r>
          <a:endParaRPr lang="en-US"/>
        </a:p>
      </dgm:t>
    </dgm:pt>
    <dgm:pt modelId="{C4B05EC9-90EF-4BD2-8F57-DA2F9E4392D1}" type="parTrans" cxnId="{8F5828D2-936A-4A88-85DB-76114E06CC7A}">
      <dgm:prSet/>
      <dgm:spPr/>
      <dgm:t>
        <a:bodyPr/>
        <a:lstStyle/>
        <a:p>
          <a:endParaRPr lang="en-US"/>
        </a:p>
      </dgm:t>
    </dgm:pt>
    <dgm:pt modelId="{45D44686-CC8F-4052-8A17-E19E8A2B15BB}" type="sibTrans" cxnId="{8F5828D2-936A-4A88-85DB-76114E06CC7A}">
      <dgm:prSet/>
      <dgm:spPr/>
      <dgm:t>
        <a:bodyPr/>
        <a:lstStyle/>
        <a:p>
          <a:endParaRPr lang="en-US"/>
        </a:p>
      </dgm:t>
    </dgm:pt>
    <dgm:pt modelId="{3FD7E716-BB14-4F96-9AD1-4AAAA9C19689}">
      <dgm:prSet/>
      <dgm:spPr/>
      <dgm:t>
        <a:bodyPr/>
        <a:lstStyle/>
        <a:p>
          <a:r>
            <a:rPr lang="en-GB"/>
            <a:t>Focuses on </a:t>
          </a:r>
          <a:r>
            <a:rPr lang="en-GB" b="1"/>
            <a:t>behavior</a:t>
          </a:r>
          <a:r>
            <a:rPr lang="en-GB"/>
            <a:t> rather than implementation</a:t>
          </a:r>
          <a:endParaRPr lang="en-US"/>
        </a:p>
      </dgm:t>
    </dgm:pt>
    <dgm:pt modelId="{A555ED1E-2ECA-4F1D-AA9E-54AC7E314102}" type="parTrans" cxnId="{C3375BC4-CF7F-4A8F-97F0-864B74F4AF09}">
      <dgm:prSet/>
      <dgm:spPr/>
      <dgm:t>
        <a:bodyPr/>
        <a:lstStyle/>
        <a:p>
          <a:endParaRPr lang="en-US"/>
        </a:p>
      </dgm:t>
    </dgm:pt>
    <dgm:pt modelId="{96B7925D-93E1-414D-86D4-9B4B7B190240}" type="sibTrans" cxnId="{C3375BC4-CF7F-4A8F-97F0-864B74F4AF09}">
      <dgm:prSet/>
      <dgm:spPr/>
      <dgm:t>
        <a:bodyPr/>
        <a:lstStyle/>
        <a:p>
          <a:endParaRPr lang="en-US"/>
        </a:p>
      </dgm:t>
    </dgm:pt>
    <dgm:pt modelId="{73929B5C-1964-48E5-B7DB-9942A2575F7D}">
      <dgm:prSet/>
      <dgm:spPr/>
      <dgm:t>
        <a:bodyPr/>
        <a:lstStyle/>
        <a:p>
          <a:r>
            <a:rPr lang="en-GB"/>
            <a:t>Uses </a:t>
          </a:r>
          <a:r>
            <a:rPr lang="en-GB" b="1"/>
            <a:t>natural language</a:t>
          </a:r>
          <a:r>
            <a:rPr lang="en-GB"/>
            <a:t> to describe system behavior</a:t>
          </a:r>
          <a:endParaRPr lang="en-US"/>
        </a:p>
      </dgm:t>
    </dgm:pt>
    <dgm:pt modelId="{7D991194-9F60-434B-BA78-418A430A8774}" type="parTrans" cxnId="{6F66DF3D-5363-4EB3-927D-B1540B63A993}">
      <dgm:prSet/>
      <dgm:spPr/>
      <dgm:t>
        <a:bodyPr/>
        <a:lstStyle/>
        <a:p>
          <a:endParaRPr lang="en-US"/>
        </a:p>
      </dgm:t>
    </dgm:pt>
    <dgm:pt modelId="{60BD43BD-5CC2-4125-99C1-E0AF1BE837DD}" type="sibTrans" cxnId="{6F66DF3D-5363-4EB3-927D-B1540B63A993}">
      <dgm:prSet/>
      <dgm:spPr/>
      <dgm:t>
        <a:bodyPr/>
        <a:lstStyle/>
        <a:p>
          <a:endParaRPr lang="en-US"/>
        </a:p>
      </dgm:t>
    </dgm:pt>
    <dgm:pt modelId="{376B71B5-F7B6-4C3B-8AFB-F03EBE46E973}">
      <dgm:prSet/>
      <dgm:spPr/>
      <dgm:t>
        <a:bodyPr/>
        <a:lstStyle/>
        <a:p>
          <a:r>
            <a:rPr lang="en-GB"/>
            <a:t>Promotes collaboration between developers, testers, and business stakeholders</a:t>
          </a:r>
          <a:endParaRPr lang="en-US"/>
        </a:p>
      </dgm:t>
    </dgm:pt>
    <dgm:pt modelId="{F49A5A9D-E3F3-4791-9C81-E2D397F5E925}" type="parTrans" cxnId="{652C6E8E-2600-4CDE-9952-50A0C0E8D89B}">
      <dgm:prSet/>
      <dgm:spPr/>
      <dgm:t>
        <a:bodyPr/>
        <a:lstStyle/>
        <a:p>
          <a:endParaRPr lang="en-US"/>
        </a:p>
      </dgm:t>
    </dgm:pt>
    <dgm:pt modelId="{F957697F-DE71-44C7-AD93-4EEF9971FC95}" type="sibTrans" cxnId="{652C6E8E-2600-4CDE-9952-50A0C0E8D89B}">
      <dgm:prSet/>
      <dgm:spPr/>
      <dgm:t>
        <a:bodyPr/>
        <a:lstStyle/>
        <a:p>
          <a:endParaRPr lang="en-US"/>
        </a:p>
      </dgm:t>
    </dgm:pt>
    <dgm:pt modelId="{BF5E33A6-CF23-4052-9822-BADD0452202F}" type="pres">
      <dgm:prSet presAssocID="{1B32B4D6-EDE6-44BC-B21C-411426D8A71C}" presName="root" presStyleCnt="0">
        <dgm:presLayoutVars>
          <dgm:dir/>
          <dgm:resizeHandles val="exact"/>
        </dgm:presLayoutVars>
      </dgm:prSet>
      <dgm:spPr/>
    </dgm:pt>
    <dgm:pt modelId="{975A652F-BCBA-4E8B-A6F6-D2F6E998C50F}" type="pres">
      <dgm:prSet presAssocID="{478950D3-9392-42AD-B7EC-417682C1B7CC}" presName="compNode" presStyleCnt="0"/>
      <dgm:spPr/>
    </dgm:pt>
    <dgm:pt modelId="{B962ADF3-5573-409F-9868-A35ACB6A874C}" type="pres">
      <dgm:prSet presAssocID="{478950D3-9392-42AD-B7EC-417682C1B7CC}" presName="bgRect" presStyleLbl="bgShp" presStyleIdx="0" presStyleCnt="4"/>
      <dgm:spPr/>
    </dgm:pt>
    <dgm:pt modelId="{80094A83-FFC0-498E-ACEB-28884B277B42}" type="pres">
      <dgm:prSet presAssocID="{478950D3-9392-42AD-B7EC-417682C1B7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6E0B754A-652A-4BA5-BD62-3BEE43FA98FD}" type="pres">
      <dgm:prSet presAssocID="{478950D3-9392-42AD-B7EC-417682C1B7CC}" presName="spaceRect" presStyleCnt="0"/>
      <dgm:spPr/>
    </dgm:pt>
    <dgm:pt modelId="{37E3E743-205D-4647-A8E1-EBE16C0DB0E3}" type="pres">
      <dgm:prSet presAssocID="{478950D3-9392-42AD-B7EC-417682C1B7CC}" presName="parTx" presStyleLbl="revTx" presStyleIdx="0" presStyleCnt="4">
        <dgm:presLayoutVars>
          <dgm:chMax val="0"/>
          <dgm:chPref val="0"/>
        </dgm:presLayoutVars>
      </dgm:prSet>
      <dgm:spPr/>
    </dgm:pt>
    <dgm:pt modelId="{007ECB4B-8A1B-4689-8337-20E3C98FD95B}" type="pres">
      <dgm:prSet presAssocID="{45D44686-CC8F-4052-8A17-E19E8A2B15BB}" presName="sibTrans" presStyleCnt="0"/>
      <dgm:spPr/>
    </dgm:pt>
    <dgm:pt modelId="{D165C777-2587-40F2-AF24-3694637BBF94}" type="pres">
      <dgm:prSet presAssocID="{3FD7E716-BB14-4F96-9AD1-4AAAA9C19689}" presName="compNode" presStyleCnt="0"/>
      <dgm:spPr/>
    </dgm:pt>
    <dgm:pt modelId="{E955C8B1-5FA6-4D7C-A96E-6FD8160F4060}" type="pres">
      <dgm:prSet presAssocID="{3FD7E716-BB14-4F96-9AD1-4AAAA9C19689}" presName="bgRect" presStyleLbl="bgShp" presStyleIdx="1" presStyleCnt="4"/>
      <dgm:spPr/>
    </dgm:pt>
    <dgm:pt modelId="{CB8B07AC-4BB0-467F-AD68-067869A09504}" type="pres">
      <dgm:prSet presAssocID="{3FD7E716-BB14-4F96-9AD1-4AAAA9C1968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9F938A3-3D18-4370-A084-7CB480AFE854}" type="pres">
      <dgm:prSet presAssocID="{3FD7E716-BB14-4F96-9AD1-4AAAA9C19689}" presName="spaceRect" presStyleCnt="0"/>
      <dgm:spPr/>
    </dgm:pt>
    <dgm:pt modelId="{4D9E978C-ED05-49C9-B010-B608D3D0138F}" type="pres">
      <dgm:prSet presAssocID="{3FD7E716-BB14-4F96-9AD1-4AAAA9C19689}" presName="parTx" presStyleLbl="revTx" presStyleIdx="1" presStyleCnt="4">
        <dgm:presLayoutVars>
          <dgm:chMax val="0"/>
          <dgm:chPref val="0"/>
        </dgm:presLayoutVars>
      </dgm:prSet>
      <dgm:spPr/>
    </dgm:pt>
    <dgm:pt modelId="{4CA0BC53-3904-4338-A032-58E936F2ADC3}" type="pres">
      <dgm:prSet presAssocID="{96B7925D-93E1-414D-86D4-9B4B7B190240}" presName="sibTrans" presStyleCnt="0"/>
      <dgm:spPr/>
    </dgm:pt>
    <dgm:pt modelId="{76112277-28D6-4E22-800F-8DD479127CF7}" type="pres">
      <dgm:prSet presAssocID="{73929B5C-1964-48E5-B7DB-9942A2575F7D}" presName="compNode" presStyleCnt="0"/>
      <dgm:spPr/>
    </dgm:pt>
    <dgm:pt modelId="{4A2494FB-0738-4F59-BBF6-C9F0BEB287A6}" type="pres">
      <dgm:prSet presAssocID="{73929B5C-1964-48E5-B7DB-9942A2575F7D}" presName="bgRect" presStyleLbl="bgShp" presStyleIdx="2" presStyleCnt="4"/>
      <dgm:spPr/>
    </dgm:pt>
    <dgm:pt modelId="{9AFF8D69-6D7F-4924-B78C-F0D6F8D00023}" type="pres">
      <dgm:prSet presAssocID="{73929B5C-1964-48E5-B7DB-9942A2575F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C5F4B072-EC8D-45F5-96E1-B8D5C8C91599}" type="pres">
      <dgm:prSet presAssocID="{73929B5C-1964-48E5-B7DB-9942A2575F7D}" presName="spaceRect" presStyleCnt="0"/>
      <dgm:spPr/>
    </dgm:pt>
    <dgm:pt modelId="{3C0E9C83-9D82-41A5-A28A-746E780073BB}" type="pres">
      <dgm:prSet presAssocID="{73929B5C-1964-48E5-B7DB-9942A2575F7D}" presName="parTx" presStyleLbl="revTx" presStyleIdx="2" presStyleCnt="4">
        <dgm:presLayoutVars>
          <dgm:chMax val="0"/>
          <dgm:chPref val="0"/>
        </dgm:presLayoutVars>
      </dgm:prSet>
      <dgm:spPr/>
    </dgm:pt>
    <dgm:pt modelId="{029F6B46-27FE-4E86-9542-0F4FC1C50D62}" type="pres">
      <dgm:prSet presAssocID="{60BD43BD-5CC2-4125-99C1-E0AF1BE837DD}" presName="sibTrans" presStyleCnt="0"/>
      <dgm:spPr/>
    </dgm:pt>
    <dgm:pt modelId="{16CB4F76-E15C-4230-9648-9F8757E01A0B}" type="pres">
      <dgm:prSet presAssocID="{376B71B5-F7B6-4C3B-8AFB-F03EBE46E973}" presName="compNode" presStyleCnt="0"/>
      <dgm:spPr/>
    </dgm:pt>
    <dgm:pt modelId="{86F263FC-8F6F-4450-B482-AC2ED680F387}" type="pres">
      <dgm:prSet presAssocID="{376B71B5-F7B6-4C3B-8AFB-F03EBE46E973}" presName="bgRect" presStyleLbl="bgShp" presStyleIdx="3" presStyleCnt="4"/>
      <dgm:spPr/>
    </dgm:pt>
    <dgm:pt modelId="{5CE96574-F138-430B-AE66-66B2C5AAA982}" type="pres">
      <dgm:prSet presAssocID="{376B71B5-F7B6-4C3B-8AFB-F03EBE46E97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0BBC211-32E7-4F62-8936-BFDCBE8AE117}" type="pres">
      <dgm:prSet presAssocID="{376B71B5-F7B6-4C3B-8AFB-F03EBE46E973}" presName="spaceRect" presStyleCnt="0"/>
      <dgm:spPr/>
    </dgm:pt>
    <dgm:pt modelId="{E78A4300-9D0A-4900-97B6-6E036492AE0E}" type="pres">
      <dgm:prSet presAssocID="{376B71B5-F7B6-4C3B-8AFB-F03EBE46E97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D2F1902-FF61-4D73-AB9A-51C633B49733}" type="presOf" srcId="{1B32B4D6-EDE6-44BC-B21C-411426D8A71C}" destId="{BF5E33A6-CF23-4052-9822-BADD0452202F}" srcOrd="0" destOrd="0" presId="urn:microsoft.com/office/officeart/2018/2/layout/IconVerticalSolidList"/>
    <dgm:cxn modelId="{6F66DF3D-5363-4EB3-927D-B1540B63A993}" srcId="{1B32B4D6-EDE6-44BC-B21C-411426D8A71C}" destId="{73929B5C-1964-48E5-B7DB-9942A2575F7D}" srcOrd="2" destOrd="0" parTransId="{7D991194-9F60-434B-BA78-418A430A8774}" sibTransId="{60BD43BD-5CC2-4125-99C1-E0AF1BE837DD}"/>
    <dgm:cxn modelId="{114E303E-C2E9-4F27-BD6F-320E78848866}" type="presOf" srcId="{3FD7E716-BB14-4F96-9AD1-4AAAA9C19689}" destId="{4D9E978C-ED05-49C9-B010-B608D3D0138F}" srcOrd="0" destOrd="0" presId="urn:microsoft.com/office/officeart/2018/2/layout/IconVerticalSolidList"/>
    <dgm:cxn modelId="{96E3EA60-071B-4175-868A-82F3B2538E23}" type="presOf" srcId="{73929B5C-1964-48E5-B7DB-9942A2575F7D}" destId="{3C0E9C83-9D82-41A5-A28A-746E780073BB}" srcOrd="0" destOrd="0" presId="urn:microsoft.com/office/officeart/2018/2/layout/IconVerticalSolidList"/>
    <dgm:cxn modelId="{652C6E8E-2600-4CDE-9952-50A0C0E8D89B}" srcId="{1B32B4D6-EDE6-44BC-B21C-411426D8A71C}" destId="{376B71B5-F7B6-4C3B-8AFB-F03EBE46E973}" srcOrd="3" destOrd="0" parTransId="{F49A5A9D-E3F3-4791-9C81-E2D397F5E925}" sibTransId="{F957697F-DE71-44C7-AD93-4EEF9971FC95}"/>
    <dgm:cxn modelId="{531752A6-2C03-4A37-A641-3760ECA15637}" type="presOf" srcId="{478950D3-9392-42AD-B7EC-417682C1B7CC}" destId="{37E3E743-205D-4647-A8E1-EBE16C0DB0E3}" srcOrd="0" destOrd="0" presId="urn:microsoft.com/office/officeart/2018/2/layout/IconVerticalSolidList"/>
    <dgm:cxn modelId="{D15FE2B4-8631-41F8-BA20-0627A4B6AA51}" type="presOf" srcId="{376B71B5-F7B6-4C3B-8AFB-F03EBE46E973}" destId="{E78A4300-9D0A-4900-97B6-6E036492AE0E}" srcOrd="0" destOrd="0" presId="urn:microsoft.com/office/officeart/2018/2/layout/IconVerticalSolidList"/>
    <dgm:cxn modelId="{C3375BC4-CF7F-4A8F-97F0-864B74F4AF09}" srcId="{1B32B4D6-EDE6-44BC-B21C-411426D8A71C}" destId="{3FD7E716-BB14-4F96-9AD1-4AAAA9C19689}" srcOrd="1" destOrd="0" parTransId="{A555ED1E-2ECA-4F1D-AA9E-54AC7E314102}" sibTransId="{96B7925D-93E1-414D-86D4-9B4B7B190240}"/>
    <dgm:cxn modelId="{8F5828D2-936A-4A88-85DB-76114E06CC7A}" srcId="{1B32B4D6-EDE6-44BC-B21C-411426D8A71C}" destId="{478950D3-9392-42AD-B7EC-417682C1B7CC}" srcOrd="0" destOrd="0" parTransId="{C4B05EC9-90EF-4BD2-8F57-DA2F9E4392D1}" sibTransId="{45D44686-CC8F-4052-8A17-E19E8A2B15BB}"/>
    <dgm:cxn modelId="{00200BA8-7543-4809-81CE-E6086CA17E1F}" type="presParOf" srcId="{BF5E33A6-CF23-4052-9822-BADD0452202F}" destId="{975A652F-BCBA-4E8B-A6F6-D2F6E998C50F}" srcOrd="0" destOrd="0" presId="urn:microsoft.com/office/officeart/2018/2/layout/IconVerticalSolidList"/>
    <dgm:cxn modelId="{EAA6D4A9-1718-444A-A93B-ED1B10A363E7}" type="presParOf" srcId="{975A652F-BCBA-4E8B-A6F6-D2F6E998C50F}" destId="{B962ADF3-5573-409F-9868-A35ACB6A874C}" srcOrd="0" destOrd="0" presId="urn:microsoft.com/office/officeart/2018/2/layout/IconVerticalSolidList"/>
    <dgm:cxn modelId="{AA52F3FD-9F51-4ECC-B249-8AD13E40AF3D}" type="presParOf" srcId="{975A652F-BCBA-4E8B-A6F6-D2F6E998C50F}" destId="{80094A83-FFC0-498E-ACEB-28884B277B42}" srcOrd="1" destOrd="0" presId="urn:microsoft.com/office/officeart/2018/2/layout/IconVerticalSolidList"/>
    <dgm:cxn modelId="{A760B4CB-B429-4177-8F94-15C89090A0BA}" type="presParOf" srcId="{975A652F-BCBA-4E8B-A6F6-D2F6E998C50F}" destId="{6E0B754A-652A-4BA5-BD62-3BEE43FA98FD}" srcOrd="2" destOrd="0" presId="urn:microsoft.com/office/officeart/2018/2/layout/IconVerticalSolidList"/>
    <dgm:cxn modelId="{41BC6213-E43A-45A4-A2B9-FCACF377E058}" type="presParOf" srcId="{975A652F-BCBA-4E8B-A6F6-D2F6E998C50F}" destId="{37E3E743-205D-4647-A8E1-EBE16C0DB0E3}" srcOrd="3" destOrd="0" presId="urn:microsoft.com/office/officeart/2018/2/layout/IconVerticalSolidList"/>
    <dgm:cxn modelId="{56B41492-8736-4691-9ABE-035A5602AF9B}" type="presParOf" srcId="{BF5E33A6-CF23-4052-9822-BADD0452202F}" destId="{007ECB4B-8A1B-4689-8337-20E3C98FD95B}" srcOrd="1" destOrd="0" presId="urn:microsoft.com/office/officeart/2018/2/layout/IconVerticalSolidList"/>
    <dgm:cxn modelId="{ADF76B78-88DC-4ADE-B4C2-8A17ACDFF1AA}" type="presParOf" srcId="{BF5E33A6-CF23-4052-9822-BADD0452202F}" destId="{D165C777-2587-40F2-AF24-3694637BBF94}" srcOrd="2" destOrd="0" presId="urn:microsoft.com/office/officeart/2018/2/layout/IconVerticalSolidList"/>
    <dgm:cxn modelId="{497A913B-E121-4CA4-A922-30FD641BA72B}" type="presParOf" srcId="{D165C777-2587-40F2-AF24-3694637BBF94}" destId="{E955C8B1-5FA6-4D7C-A96E-6FD8160F4060}" srcOrd="0" destOrd="0" presId="urn:microsoft.com/office/officeart/2018/2/layout/IconVerticalSolidList"/>
    <dgm:cxn modelId="{BBD36290-2B63-4BF4-9EE1-DCDE7186372F}" type="presParOf" srcId="{D165C777-2587-40F2-AF24-3694637BBF94}" destId="{CB8B07AC-4BB0-467F-AD68-067869A09504}" srcOrd="1" destOrd="0" presId="urn:microsoft.com/office/officeart/2018/2/layout/IconVerticalSolidList"/>
    <dgm:cxn modelId="{F14C2168-F781-4315-8EFF-53D80E691BBF}" type="presParOf" srcId="{D165C777-2587-40F2-AF24-3694637BBF94}" destId="{C9F938A3-3D18-4370-A084-7CB480AFE854}" srcOrd="2" destOrd="0" presId="urn:microsoft.com/office/officeart/2018/2/layout/IconVerticalSolidList"/>
    <dgm:cxn modelId="{0C62E9A2-9929-4D13-877D-9A8BA1DCDC1B}" type="presParOf" srcId="{D165C777-2587-40F2-AF24-3694637BBF94}" destId="{4D9E978C-ED05-49C9-B010-B608D3D0138F}" srcOrd="3" destOrd="0" presId="urn:microsoft.com/office/officeart/2018/2/layout/IconVerticalSolidList"/>
    <dgm:cxn modelId="{3B09C772-2400-49E5-95DF-CAC18E125B83}" type="presParOf" srcId="{BF5E33A6-CF23-4052-9822-BADD0452202F}" destId="{4CA0BC53-3904-4338-A032-58E936F2ADC3}" srcOrd="3" destOrd="0" presId="urn:microsoft.com/office/officeart/2018/2/layout/IconVerticalSolidList"/>
    <dgm:cxn modelId="{0E0E3B6B-D1C6-49AF-9484-932C2972DA8F}" type="presParOf" srcId="{BF5E33A6-CF23-4052-9822-BADD0452202F}" destId="{76112277-28D6-4E22-800F-8DD479127CF7}" srcOrd="4" destOrd="0" presId="urn:microsoft.com/office/officeart/2018/2/layout/IconVerticalSolidList"/>
    <dgm:cxn modelId="{150718A7-65A2-4460-8072-E515CD759144}" type="presParOf" srcId="{76112277-28D6-4E22-800F-8DD479127CF7}" destId="{4A2494FB-0738-4F59-BBF6-C9F0BEB287A6}" srcOrd="0" destOrd="0" presId="urn:microsoft.com/office/officeart/2018/2/layout/IconVerticalSolidList"/>
    <dgm:cxn modelId="{23282294-B245-45C2-B17D-2A51E48CF2BC}" type="presParOf" srcId="{76112277-28D6-4E22-800F-8DD479127CF7}" destId="{9AFF8D69-6D7F-4924-B78C-F0D6F8D00023}" srcOrd="1" destOrd="0" presId="urn:microsoft.com/office/officeart/2018/2/layout/IconVerticalSolidList"/>
    <dgm:cxn modelId="{E64B4279-CA13-4C83-9D4C-59E0C434B667}" type="presParOf" srcId="{76112277-28D6-4E22-800F-8DD479127CF7}" destId="{C5F4B072-EC8D-45F5-96E1-B8D5C8C91599}" srcOrd="2" destOrd="0" presId="urn:microsoft.com/office/officeart/2018/2/layout/IconVerticalSolidList"/>
    <dgm:cxn modelId="{F3E3A427-4650-4577-923D-56D6E2E90A1A}" type="presParOf" srcId="{76112277-28D6-4E22-800F-8DD479127CF7}" destId="{3C0E9C83-9D82-41A5-A28A-746E780073BB}" srcOrd="3" destOrd="0" presId="urn:microsoft.com/office/officeart/2018/2/layout/IconVerticalSolidList"/>
    <dgm:cxn modelId="{9FF8C083-45DB-4E84-BC4B-9B8A4F0C415A}" type="presParOf" srcId="{BF5E33A6-CF23-4052-9822-BADD0452202F}" destId="{029F6B46-27FE-4E86-9542-0F4FC1C50D62}" srcOrd="5" destOrd="0" presId="urn:microsoft.com/office/officeart/2018/2/layout/IconVerticalSolidList"/>
    <dgm:cxn modelId="{7F059BDD-E3A8-4189-B8AD-8010356EBE24}" type="presParOf" srcId="{BF5E33A6-CF23-4052-9822-BADD0452202F}" destId="{16CB4F76-E15C-4230-9648-9F8757E01A0B}" srcOrd="6" destOrd="0" presId="urn:microsoft.com/office/officeart/2018/2/layout/IconVerticalSolidList"/>
    <dgm:cxn modelId="{F68964B1-C981-4634-A1B3-89B2DB36F385}" type="presParOf" srcId="{16CB4F76-E15C-4230-9648-9F8757E01A0B}" destId="{86F263FC-8F6F-4450-B482-AC2ED680F387}" srcOrd="0" destOrd="0" presId="urn:microsoft.com/office/officeart/2018/2/layout/IconVerticalSolidList"/>
    <dgm:cxn modelId="{A3E52CA2-605C-407D-9468-9385E5FEDE1D}" type="presParOf" srcId="{16CB4F76-E15C-4230-9648-9F8757E01A0B}" destId="{5CE96574-F138-430B-AE66-66B2C5AAA982}" srcOrd="1" destOrd="0" presId="urn:microsoft.com/office/officeart/2018/2/layout/IconVerticalSolidList"/>
    <dgm:cxn modelId="{768FACF7-B72D-4EB9-9F71-80BA43D76A20}" type="presParOf" srcId="{16CB4F76-E15C-4230-9648-9F8757E01A0B}" destId="{70BBC211-32E7-4F62-8936-BFDCBE8AE117}" srcOrd="2" destOrd="0" presId="urn:microsoft.com/office/officeart/2018/2/layout/IconVerticalSolidList"/>
    <dgm:cxn modelId="{4882790F-BD9C-490E-8825-62CA195AF156}" type="presParOf" srcId="{16CB4F76-E15C-4230-9648-9F8757E01A0B}" destId="{E78A4300-9D0A-4900-97B6-6E036492AE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C78920-F8A4-492A-B63D-B750CE9EE4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9DA6354-D972-456D-8D37-D05144F43A60}">
      <dgm:prSet/>
      <dgm:spPr/>
      <dgm:t>
        <a:bodyPr/>
        <a:lstStyle/>
        <a:p>
          <a:r>
            <a:rPr lang="en-GB"/>
            <a:t>Improves communication across teams</a:t>
          </a:r>
          <a:endParaRPr lang="en-US"/>
        </a:p>
      </dgm:t>
    </dgm:pt>
    <dgm:pt modelId="{33BCC715-B63B-4803-8AA9-7AA13CC4E1F1}" type="parTrans" cxnId="{BBC5951B-B7AA-4E64-84DB-80247099B91C}">
      <dgm:prSet/>
      <dgm:spPr/>
      <dgm:t>
        <a:bodyPr/>
        <a:lstStyle/>
        <a:p>
          <a:endParaRPr lang="en-US"/>
        </a:p>
      </dgm:t>
    </dgm:pt>
    <dgm:pt modelId="{F33BD63D-6E13-4E84-8827-620E76CF9D3F}" type="sibTrans" cxnId="{BBC5951B-B7AA-4E64-84DB-80247099B91C}">
      <dgm:prSet/>
      <dgm:spPr/>
      <dgm:t>
        <a:bodyPr/>
        <a:lstStyle/>
        <a:p>
          <a:endParaRPr lang="en-US"/>
        </a:p>
      </dgm:t>
    </dgm:pt>
    <dgm:pt modelId="{59088165-71B4-4185-8685-CC432503708B}">
      <dgm:prSet/>
      <dgm:spPr/>
      <dgm:t>
        <a:bodyPr/>
        <a:lstStyle/>
        <a:p>
          <a:r>
            <a:rPr lang="en-GB"/>
            <a:t>Requirements are written as executable specifications</a:t>
          </a:r>
          <a:endParaRPr lang="en-US"/>
        </a:p>
      </dgm:t>
    </dgm:pt>
    <dgm:pt modelId="{E1B450DB-AB96-4F73-80F0-470C310344B6}" type="parTrans" cxnId="{DA6F51EF-C1AE-4200-982A-DFC8AD7B90A6}">
      <dgm:prSet/>
      <dgm:spPr/>
      <dgm:t>
        <a:bodyPr/>
        <a:lstStyle/>
        <a:p>
          <a:endParaRPr lang="en-US"/>
        </a:p>
      </dgm:t>
    </dgm:pt>
    <dgm:pt modelId="{E606FE10-00A6-4B32-9AB4-1109912E7373}" type="sibTrans" cxnId="{DA6F51EF-C1AE-4200-982A-DFC8AD7B90A6}">
      <dgm:prSet/>
      <dgm:spPr/>
      <dgm:t>
        <a:bodyPr/>
        <a:lstStyle/>
        <a:p>
          <a:endParaRPr lang="en-US"/>
        </a:p>
      </dgm:t>
    </dgm:pt>
    <dgm:pt modelId="{873F0864-5FC4-440D-9457-077397D34689}">
      <dgm:prSet/>
      <dgm:spPr/>
      <dgm:t>
        <a:bodyPr/>
        <a:lstStyle/>
        <a:p>
          <a:r>
            <a:rPr lang="en-GB"/>
            <a:t>Tests are readable and maintainable</a:t>
          </a:r>
          <a:endParaRPr lang="en-US"/>
        </a:p>
      </dgm:t>
    </dgm:pt>
    <dgm:pt modelId="{5EA63A2B-CF3B-4768-AF39-A9FB0535E08D}" type="parTrans" cxnId="{48A9000C-F0D3-4D2F-B3CB-2D5CF77338C3}">
      <dgm:prSet/>
      <dgm:spPr/>
      <dgm:t>
        <a:bodyPr/>
        <a:lstStyle/>
        <a:p>
          <a:endParaRPr lang="en-US"/>
        </a:p>
      </dgm:t>
    </dgm:pt>
    <dgm:pt modelId="{C0705317-19A1-46B5-90EA-7E39B0392FC1}" type="sibTrans" cxnId="{48A9000C-F0D3-4D2F-B3CB-2D5CF77338C3}">
      <dgm:prSet/>
      <dgm:spPr/>
      <dgm:t>
        <a:bodyPr/>
        <a:lstStyle/>
        <a:p>
          <a:endParaRPr lang="en-US"/>
        </a:p>
      </dgm:t>
    </dgm:pt>
    <dgm:pt modelId="{03EEE6FB-8404-4F33-9F72-3020959226ED}">
      <dgm:prSet/>
      <dgm:spPr/>
      <dgm:t>
        <a:bodyPr/>
        <a:lstStyle/>
        <a:p>
          <a:r>
            <a:rPr lang="en-GB"/>
            <a:t>Faster feedback and defect detection</a:t>
          </a:r>
          <a:endParaRPr lang="en-US"/>
        </a:p>
      </dgm:t>
    </dgm:pt>
    <dgm:pt modelId="{C687392E-A63B-4F5C-950F-CCCBBED38797}" type="parTrans" cxnId="{50DD632B-7AAD-426F-85D5-34D81C961B05}">
      <dgm:prSet/>
      <dgm:spPr/>
      <dgm:t>
        <a:bodyPr/>
        <a:lstStyle/>
        <a:p>
          <a:endParaRPr lang="en-US"/>
        </a:p>
      </dgm:t>
    </dgm:pt>
    <dgm:pt modelId="{ADACBC01-99A2-4EE8-A327-16A896084E16}" type="sibTrans" cxnId="{50DD632B-7AAD-426F-85D5-34D81C961B05}">
      <dgm:prSet/>
      <dgm:spPr/>
      <dgm:t>
        <a:bodyPr/>
        <a:lstStyle/>
        <a:p>
          <a:endParaRPr lang="en-US"/>
        </a:p>
      </dgm:t>
    </dgm:pt>
    <dgm:pt modelId="{A4149BCC-DAA4-449D-AF5E-C874C540B196}">
      <dgm:prSet/>
      <dgm:spPr/>
      <dgm:t>
        <a:bodyPr/>
        <a:lstStyle/>
        <a:p>
          <a:r>
            <a:rPr lang="en-GB"/>
            <a:t>Encourages shared ownership of quality</a:t>
          </a:r>
          <a:endParaRPr lang="en-US"/>
        </a:p>
      </dgm:t>
    </dgm:pt>
    <dgm:pt modelId="{C00ABF93-D13B-47C0-B5DC-EB5E46782BD5}" type="parTrans" cxnId="{6A825210-9DE9-4F37-BD86-20FF0CAA2182}">
      <dgm:prSet/>
      <dgm:spPr/>
      <dgm:t>
        <a:bodyPr/>
        <a:lstStyle/>
        <a:p>
          <a:endParaRPr lang="en-US"/>
        </a:p>
      </dgm:t>
    </dgm:pt>
    <dgm:pt modelId="{28DBDFF8-7802-41E1-A72B-9AAEF4B1EFD4}" type="sibTrans" cxnId="{6A825210-9DE9-4F37-BD86-20FF0CAA2182}">
      <dgm:prSet/>
      <dgm:spPr/>
      <dgm:t>
        <a:bodyPr/>
        <a:lstStyle/>
        <a:p>
          <a:endParaRPr lang="en-US"/>
        </a:p>
      </dgm:t>
    </dgm:pt>
    <dgm:pt modelId="{9119888F-BB24-46E1-8EB1-80E8FE9900EF}" type="pres">
      <dgm:prSet presAssocID="{50C78920-F8A4-492A-B63D-B750CE9EE43E}" presName="root" presStyleCnt="0">
        <dgm:presLayoutVars>
          <dgm:dir/>
          <dgm:resizeHandles val="exact"/>
        </dgm:presLayoutVars>
      </dgm:prSet>
      <dgm:spPr/>
    </dgm:pt>
    <dgm:pt modelId="{21B041F3-2B98-4D1B-84C0-AE1DECC45DF7}" type="pres">
      <dgm:prSet presAssocID="{A9DA6354-D972-456D-8D37-D05144F43A60}" presName="compNode" presStyleCnt="0"/>
      <dgm:spPr/>
    </dgm:pt>
    <dgm:pt modelId="{6668DAFF-3FC4-4F5C-B877-8ED13DC20525}" type="pres">
      <dgm:prSet presAssocID="{A9DA6354-D972-456D-8D37-D05144F43A60}" presName="bgRect" presStyleLbl="bgShp" presStyleIdx="0" presStyleCnt="5"/>
      <dgm:spPr/>
    </dgm:pt>
    <dgm:pt modelId="{2B001CDC-D886-4E39-A02E-832C436AAF8C}" type="pres">
      <dgm:prSet presAssocID="{A9DA6354-D972-456D-8D37-D05144F43A6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C987D8C-6F84-4363-87E2-2E43673695B7}" type="pres">
      <dgm:prSet presAssocID="{A9DA6354-D972-456D-8D37-D05144F43A60}" presName="spaceRect" presStyleCnt="0"/>
      <dgm:spPr/>
    </dgm:pt>
    <dgm:pt modelId="{CC800347-D218-4EEA-8DBB-69A21966DCF5}" type="pres">
      <dgm:prSet presAssocID="{A9DA6354-D972-456D-8D37-D05144F43A60}" presName="parTx" presStyleLbl="revTx" presStyleIdx="0" presStyleCnt="5">
        <dgm:presLayoutVars>
          <dgm:chMax val="0"/>
          <dgm:chPref val="0"/>
        </dgm:presLayoutVars>
      </dgm:prSet>
      <dgm:spPr/>
    </dgm:pt>
    <dgm:pt modelId="{F0D30CD0-7D4F-4DB0-938D-779B2B8AE955}" type="pres">
      <dgm:prSet presAssocID="{F33BD63D-6E13-4E84-8827-620E76CF9D3F}" presName="sibTrans" presStyleCnt="0"/>
      <dgm:spPr/>
    </dgm:pt>
    <dgm:pt modelId="{5AF2DF35-33B3-4E56-8AB4-2EC3818B5D08}" type="pres">
      <dgm:prSet presAssocID="{59088165-71B4-4185-8685-CC432503708B}" presName="compNode" presStyleCnt="0"/>
      <dgm:spPr/>
    </dgm:pt>
    <dgm:pt modelId="{1A3A5C7E-4A0E-432A-984E-EF7269DA3FC0}" type="pres">
      <dgm:prSet presAssocID="{59088165-71B4-4185-8685-CC432503708B}" presName="bgRect" presStyleLbl="bgShp" presStyleIdx="1" presStyleCnt="5"/>
      <dgm:spPr/>
    </dgm:pt>
    <dgm:pt modelId="{A82E1550-58F6-4CC0-BCFB-05AC4D39951E}" type="pres">
      <dgm:prSet presAssocID="{59088165-71B4-4185-8685-CC432503708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10AA632-7330-41DF-9C17-A6C4C1BB2B5B}" type="pres">
      <dgm:prSet presAssocID="{59088165-71B4-4185-8685-CC432503708B}" presName="spaceRect" presStyleCnt="0"/>
      <dgm:spPr/>
    </dgm:pt>
    <dgm:pt modelId="{34E75917-7F41-4A53-88C5-5DC028BFAB33}" type="pres">
      <dgm:prSet presAssocID="{59088165-71B4-4185-8685-CC432503708B}" presName="parTx" presStyleLbl="revTx" presStyleIdx="1" presStyleCnt="5">
        <dgm:presLayoutVars>
          <dgm:chMax val="0"/>
          <dgm:chPref val="0"/>
        </dgm:presLayoutVars>
      </dgm:prSet>
      <dgm:spPr/>
    </dgm:pt>
    <dgm:pt modelId="{CE460FA7-7867-4295-9DB0-AB0F89F598B5}" type="pres">
      <dgm:prSet presAssocID="{E606FE10-00A6-4B32-9AB4-1109912E7373}" presName="sibTrans" presStyleCnt="0"/>
      <dgm:spPr/>
    </dgm:pt>
    <dgm:pt modelId="{11D08668-7324-4192-AF62-3AD19996D087}" type="pres">
      <dgm:prSet presAssocID="{873F0864-5FC4-440D-9457-077397D34689}" presName="compNode" presStyleCnt="0"/>
      <dgm:spPr/>
    </dgm:pt>
    <dgm:pt modelId="{E9AB18FC-DC9F-42AA-BFF9-DC369A6BB8D4}" type="pres">
      <dgm:prSet presAssocID="{873F0864-5FC4-440D-9457-077397D34689}" presName="bgRect" presStyleLbl="bgShp" presStyleIdx="2" presStyleCnt="5"/>
      <dgm:spPr/>
    </dgm:pt>
    <dgm:pt modelId="{012A3F5F-1172-45B7-9C29-2B44FCDE0E73}" type="pres">
      <dgm:prSet presAssocID="{873F0864-5FC4-440D-9457-077397D3468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5772029-29E1-4091-8279-DC5EBAF07A61}" type="pres">
      <dgm:prSet presAssocID="{873F0864-5FC4-440D-9457-077397D34689}" presName="spaceRect" presStyleCnt="0"/>
      <dgm:spPr/>
    </dgm:pt>
    <dgm:pt modelId="{3F543639-5F0E-4E55-9894-B82E403462E5}" type="pres">
      <dgm:prSet presAssocID="{873F0864-5FC4-440D-9457-077397D34689}" presName="parTx" presStyleLbl="revTx" presStyleIdx="2" presStyleCnt="5">
        <dgm:presLayoutVars>
          <dgm:chMax val="0"/>
          <dgm:chPref val="0"/>
        </dgm:presLayoutVars>
      </dgm:prSet>
      <dgm:spPr/>
    </dgm:pt>
    <dgm:pt modelId="{B4BD2549-F9EB-4AEF-8F26-2466F7214C5D}" type="pres">
      <dgm:prSet presAssocID="{C0705317-19A1-46B5-90EA-7E39B0392FC1}" presName="sibTrans" presStyleCnt="0"/>
      <dgm:spPr/>
    </dgm:pt>
    <dgm:pt modelId="{002130D2-11F7-4AEB-9E41-223EBAA1E87A}" type="pres">
      <dgm:prSet presAssocID="{03EEE6FB-8404-4F33-9F72-3020959226ED}" presName="compNode" presStyleCnt="0"/>
      <dgm:spPr/>
    </dgm:pt>
    <dgm:pt modelId="{9349BDB9-A867-4826-87FC-70A6B46D7AF6}" type="pres">
      <dgm:prSet presAssocID="{03EEE6FB-8404-4F33-9F72-3020959226ED}" presName="bgRect" presStyleLbl="bgShp" presStyleIdx="3" presStyleCnt="5"/>
      <dgm:spPr/>
    </dgm:pt>
    <dgm:pt modelId="{B06ED45B-D223-4189-9F7D-4F813112323F}" type="pres">
      <dgm:prSet presAssocID="{03EEE6FB-8404-4F33-9F72-3020959226E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F12C1D9-63DF-41A6-9F53-E52A4C018C47}" type="pres">
      <dgm:prSet presAssocID="{03EEE6FB-8404-4F33-9F72-3020959226ED}" presName="spaceRect" presStyleCnt="0"/>
      <dgm:spPr/>
    </dgm:pt>
    <dgm:pt modelId="{9C7BE8ED-A8D3-4D22-9158-0D88A1258DD8}" type="pres">
      <dgm:prSet presAssocID="{03EEE6FB-8404-4F33-9F72-3020959226ED}" presName="parTx" presStyleLbl="revTx" presStyleIdx="3" presStyleCnt="5">
        <dgm:presLayoutVars>
          <dgm:chMax val="0"/>
          <dgm:chPref val="0"/>
        </dgm:presLayoutVars>
      </dgm:prSet>
      <dgm:spPr/>
    </dgm:pt>
    <dgm:pt modelId="{6821DA7C-3345-4484-B5EB-835580876CBB}" type="pres">
      <dgm:prSet presAssocID="{ADACBC01-99A2-4EE8-A327-16A896084E16}" presName="sibTrans" presStyleCnt="0"/>
      <dgm:spPr/>
    </dgm:pt>
    <dgm:pt modelId="{F8071475-8669-4F92-893D-55E806D32CF0}" type="pres">
      <dgm:prSet presAssocID="{A4149BCC-DAA4-449D-AF5E-C874C540B196}" presName="compNode" presStyleCnt="0"/>
      <dgm:spPr/>
    </dgm:pt>
    <dgm:pt modelId="{CEAEED7D-6E1D-4C7C-A282-5FCBD20AF509}" type="pres">
      <dgm:prSet presAssocID="{A4149BCC-DAA4-449D-AF5E-C874C540B196}" presName="bgRect" presStyleLbl="bgShp" presStyleIdx="4" presStyleCnt="5"/>
      <dgm:spPr/>
    </dgm:pt>
    <dgm:pt modelId="{BDB1FACD-F368-4F59-A9DD-018DCAD1F5E6}" type="pres">
      <dgm:prSet presAssocID="{A4149BCC-DAA4-449D-AF5E-C874C540B19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18EA437-6FB6-4556-AE83-059297BF7C98}" type="pres">
      <dgm:prSet presAssocID="{A4149BCC-DAA4-449D-AF5E-C874C540B196}" presName="spaceRect" presStyleCnt="0"/>
      <dgm:spPr/>
    </dgm:pt>
    <dgm:pt modelId="{3A72AD01-8B86-428F-A9CE-F14CAB2ABFA6}" type="pres">
      <dgm:prSet presAssocID="{A4149BCC-DAA4-449D-AF5E-C874C540B19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8A9000C-F0D3-4D2F-B3CB-2D5CF77338C3}" srcId="{50C78920-F8A4-492A-B63D-B750CE9EE43E}" destId="{873F0864-5FC4-440D-9457-077397D34689}" srcOrd="2" destOrd="0" parTransId="{5EA63A2B-CF3B-4768-AF39-A9FB0535E08D}" sibTransId="{C0705317-19A1-46B5-90EA-7E39B0392FC1}"/>
    <dgm:cxn modelId="{6A825210-9DE9-4F37-BD86-20FF0CAA2182}" srcId="{50C78920-F8A4-492A-B63D-B750CE9EE43E}" destId="{A4149BCC-DAA4-449D-AF5E-C874C540B196}" srcOrd="4" destOrd="0" parTransId="{C00ABF93-D13B-47C0-B5DC-EB5E46782BD5}" sibTransId="{28DBDFF8-7802-41E1-A72B-9AAEF4B1EFD4}"/>
    <dgm:cxn modelId="{E5530711-2763-4974-BC2A-E9C16059B53F}" type="presOf" srcId="{A9DA6354-D972-456D-8D37-D05144F43A60}" destId="{CC800347-D218-4EEA-8DBB-69A21966DCF5}" srcOrd="0" destOrd="0" presId="urn:microsoft.com/office/officeart/2018/2/layout/IconVerticalSolidList"/>
    <dgm:cxn modelId="{BBC5951B-B7AA-4E64-84DB-80247099B91C}" srcId="{50C78920-F8A4-492A-B63D-B750CE9EE43E}" destId="{A9DA6354-D972-456D-8D37-D05144F43A60}" srcOrd="0" destOrd="0" parTransId="{33BCC715-B63B-4803-8AA9-7AA13CC4E1F1}" sibTransId="{F33BD63D-6E13-4E84-8827-620E76CF9D3F}"/>
    <dgm:cxn modelId="{50DD632B-7AAD-426F-85D5-34D81C961B05}" srcId="{50C78920-F8A4-492A-B63D-B750CE9EE43E}" destId="{03EEE6FB-8404-4F33-9F72-3020959226ED}" srcOrd="3" destOrd="0" parTransId="{C687392E-A63B-4F5C-950F-CCCBBED38797}" sibTransId="{ADACBC01-99A2-4EE8-A327-16A896084E16}"/>
    <dgm:cxn modelId="{4C020044-2389-4EB3-81AD-27168DCF084A}" type="presOf" srcId="{873F0864-5FC4-440D-9457-077397D34689}" destId="{3F543639-5F0E-4E55-9894-B82E403462E5}" srcOrd="0" destOrd="0" presId="urn:microsoft.com/office/officeart/2018/2/layout/IconVerticalSolidList"/>
    <dgm:cxn modelId="{7B9B986D-3EAA-42E0-801F-C7EE6DD419BB}" type="presOf" srcId="{A4149BCC-DAA4-449D-AF5E-C874C540B196}" destId="{3A72AD01-8B86-428F-A9CE-F14CAB2ABFA6}" srcOrd="0" destOrd="0" presId="urn:microsoft.com/office/officeart/2018/2/layout/IconVerticalSolidList"/>
    <dgm:cxn modelId="{B3E54D51-8739-4668-AB69-111DC9190FDD}" type="presOf" srcId="{03EEE6FB-8404-4F33-9F72-3020959226ED}" destId="{9C7BE8ED-A8D3-4D22-9158-0D88A1258DD8}" srcOrd="0" destOrd="0" presId="urn:microsoft.com/office/officeart/2018/2/layout/IconVerticalSolidList"/>
    <dgm:cxn modelId="{A4181B52-381C-4AE6-8797-25DB903DAB71}" type="presOf" srcId="{59088165-71B4-4185-8685-CC432503708B}" destId="{34E75917-7F41-4A53-88C5-5DC028BFAB33}" srcOrd="0" destOrd="0" presId="urn:microsoft.com/office/officeart/2018/2/layout/IconVerticalSolidList"/>
    <dgm:cxn modelId="{EE4D4959-B98F-4937-B619-7051E3529592}" type="presOf" srcId="{50C78920-F8A4-492A-B63D-B750CE9EE43E}" destId="{9119888F-BB24-46E1-8EB1-80E8FE9900EF}" srcOrd="0" destOrd="0" presId="urn:microsoft.com/office/officeart/2018/2/layout/IconVerticalSolidList"/>
    <dgm:cxn modelId="{DA6F51EF-C1AE-4200-982A-DFC8AD7B90A6}" srcId="{50C78920-F8A4-492A-B63D-B750CE9EE43E}" destId="{59088165-71B4-4185-8685-CC432503708B}" srcOrd="1" destOrd="0" parTransId="{E1B450DB-AB96-4F73-80F0-470C310344B6}" sibTransId="{E606FE10-00A6-4B32-9AB4-1109912E7373}"/>
    <dgm:cxn modelId="{27769628-30C4-4F4C-B86B-1E665A821E3D}" type="presParOf" srcId="{9119888F-BB24-46E1-8EB1-80E8FE9900EF}" destId="{21B041F3-2B98-4D1B-84C0-AE1DECC45DF7}" srcOrd="0" destOrd="0" presId="urn:microsoft.com/office/officeart/2018/2/layout/IconVerticalSolidList"/>
    <dgm:cxn modelId="{294BC188-95A0-4BD2-BA98-1CF2D6A885CD}" type="presParOf" srcId="{21B041F3-2B98-4D1B-84C0-AE1DECC45DF7}" destId="{6668DAFF-3FC4-4F5C-B877-8ED13DC20525}" srcOrd="0" destOrd="0" presId="urn:microsoft.com/office/officeart/2018/2/layout/IconVerticalSolidList"/>
    <dgm:cxn modelId="{B422B151-4EB7-4CDA-86C4-7796858A2B74}" type="presParOf" srcId="{21B041F3-2B98-4D1B-84C0-AE1DECC45DF7}" destId="{2B001CDC-D886-4E39-A02E-832C436AAF8C}" srcOrd="1" destOrd="0" presId="urn:microsoft.com/office/officeart/2018/2/layout/IconVerticalSolidList"/>
    <dgm:cxn modelId="{CB51909F-DA88-4F51-B99F-3C941CDA1CAA}" type="presParOf" srcId="{21B041F3-2B98-4D1B-84C0-AE1DECC45DF7}" destId="{3C987D8C-6F84-4363-87E2-2E43673695B7}" srcOrd="2" destOrd="0" presId="urn:microsoft.com/office/officeart/2018/2/layout/IconVerticalSolidList"/>
    <dgm:cxn modelId="{F910BB02-D735-416D-AFA2-A27497C873AE}" type="presParOf" srcId="{21B041F3-2B98-4D1B-84C0-AE1DECC45DF7}" destId="{CC800347-D218-4EEA-8DBB-69A21966DCF5}" srcOrd="3" destOrd="0" presId="urn:microsoft.com/office/officeart/2018/2/layout/IconVerticalSolidList"/>
    <dgm:cxn modelId="{60499E7D-A3B0-4BDF-B161-8C62DE2EEE73}" type="presParOf" srcId="{9119888F-BB24-46E1-8EB1-80E8FE9900EF}" destId="{F0D30CD0-7D4F-4DB0-938D-779B2B8AE955}" srcOrd="1" destOrd="0" presId="urn:microsoft.com/office/officeart/2018/2/layout/IconVerticalSolidList"/>
    <dgm:cxn modelId="{DD9ED903-1D63-473B-B05A-8EDD8E390D96}" type="presParOf" srcId="{9119888F-BB24-46E1-8EB1-80E8FE9900EF}" destId="{5AF2DF35-33B3-4E56-8AB4-2EC3818B5D08}" srcOrd="2" destOrd="0" presId="urn:microsoft.com/office/officeart/2018/2/layout/IconVerticalSolidList"/>
    <dgm:cxn modelId="{5ECE44F4-6DE8-447C-91BE-C87AEE790221}" type="presParOf" srcId="{5AF2DF35-33B3-4E56-8AB4-2EC3818B5D08}" destId="{1A3A5C7E-4A0E-432A-984E-EF7269DA3FC0}" srcOrd="0" destOrd="0" presId="urn:microsoft.com/office/officeart/2018/2/layout/IconVerticalSolidList"/>
    <dgm:cxn modelId="{55EC0411-EB4A-4E72-B199-29AF513CE8A3}" type="presParOf" srcId="{5AF2DF35-33B3-4E56-8AB4-2EC3818B5D08}" destId="{A82E1550-58F6-4CC0-BCFB-05AC4D39951E}" srcOrd="1" destOrd="0" presId="urn:microsoft.com/office/officeart/2018/2/layout/IconVerticalSolidList"/>
    <dgm:cxn modelId="{F053BBD7-5E22-4EFF-A71F-AE9FBFDB4634}" type="presParOf" srcId="{5AF2DF35-33B3-4E56-8AB4-2EC3818B5D08}" destId="{410AA632-7330-41DF-9C17-A6C4C1BB2B5B}" srcOrd="2" destOrd="0" presId="urn:microsoft.com/office/officeart/2018/2/layout/IconVerticalSolidList"/>
    <dgm:cxn modelId="{76C0828D-CAFF-4539-9199-229103F2E8B4}" type="presParOf" srcId="{5AF2DF35-33B3-4E56-8AB4-2EC3818B5D08}" destId="{34E75917-7F41-4A53-88C5-5DC028BFAB33}" srcOrd="3" destOrd="0" presId="urn:microsoft.com/office/officeart/2018/2/layout/IconVerticalSolidList"/>
    <dgm:cxn modelId="{4509F2CD-C906-46E1-84A1-FD5E76B2C76A}" type="presParOf" srcId="{9119888F-BB24-46E1-8EB1-80E8FE9900EF}" destId="{CE460FA7-7867-4295-9DB0-AB0F89F598B5}" srcOrd="3" destOrd="0" presId="urn:microsoft.com/office/officeart/2018/2/layout/IconVerticalSolidList"/>
    <dgm:cxn modelId="{E43CDEC4-8AF1-412D-A8F6-097D0A220BDE}" type="presParOf" srcId="{9119888F-BB24-46E1-8EB1-80E8FE9900EF}" destId="{11D08668-7324-4192-AF62-3AD19996D087}" srcOrd="4" destOrd="0" presId="urn:microsoft.com/office/officeart/2018/2/layout/IconVerticalSolidList"/>
    <dgm:cxn modelId="{32DB18C7-305E-4B29-B956-D722075CDB16}" type="presParOf" srcId="{11D08668-7324-4192-AF62-3AD19996D087}" destId="{E9AB18FC-DC9F-42AA-BFF9-DC369A6BB8D4}" srcOrd="0" destOrd="0" presId="urn:microsoft.com/office/officeart/2018/2/layout/IconVerticalSolidList"/>
    <dgm:cxn modelId="{435AEFEE-A249-43B2-9439-54F560EF77B7}" type="presParOf" srcId="{11D08668-7324-4192-AF62-3AD19996D087}" destId="{012A3F5F-1172-45B7-9C29-2B44FCDE0E73}" srcOrd="1" destOrd="0" presId="urn:microsoft.com/office/officeart/2018/2/layout/IconVerticalSolidList"/>
    <dgm:cxn modelId="{EAF2C573-94C8-4F83-AEDA-A79E9C0B70B1}" type="presParOf" srcId="{11D08668-7324-4192-AF62-3AD19996D087}" destId="{D5772029-29E1-4091-8279-DC5EBAF07A61}" srcOrd="2" destOrd="0" presId="urn:microsoft.com/office/officeart/2018/2/layout/IconVerticalSolidList"/>
    <dgm:cxn modelId="{2A0A9FBB-2C8A-4F6B-A211-1CF50DB2F21C}" type="presParOf" srcId="{11D08668-7324-4192-AF62-3AD19996D087}" destId="{3F543639-5F0E-4E55-9894-B82E403462E5}" srcOrd="3" destOrd="0" presId="urn:microsoft.com/office/officeart/2018/2/layout/IconVerticalSolidList"/>
    <dgm:cxn modelId="{3918B886-C63D-4272-93D5-06F54CF42BFA}" type="presParOf" srcId="{9119888F-BB24-46E1-8EB1-80E8FE9900EF}" destId="{B4BD2549-F9EB-4AEF-8F26-2466F7214C5D}" srcOrd="5" destOrd="0" presId="urn:microsoft.com/office/officeart/2018/2/layout/IconVerticalSolidList"/>
    <dgm:cxn modelId="{B45C0424-5A1F-4660-BF42-09FCF35AC1DD}" type="presParOf" srcId="{9119888F-BB24-46E1-8EB1-80E8FE9900EF}" destId="{002130D2-11F7-4AEB-9E41-223EBAA1E87A}" srcOrd="6" destOrd="0" presId="urn:microsoft.com/office/officeart/2018/2/layout/IconVerticalSolidList"/>
    <dgm:cxn modelId="{5D249D9A-BE74-4E28-AD6E-E584CA4E313E}" type="presParOf" srcId="{002130D2-11F7-4AEB-9E41-223EBAA1E87A}" destId="{9349BDB9-A867-4826-87FC-70A6B46D7AF6}" srcOrd="0" destOrd="0" presId="urn:microsoft.com/office/officeart/2018/2/layout/IconVerticalSolidList"/>
    <dgm:cxn modelId="{10DA5CE2-4701-4960-A84A-CD9AE2356E1C}" type="presParOf" srcId="{002130D2-11F7-4AEB-9E41-223EBAA1E87A}" destId="{B06ED45B-D223-4189-9F7D-4F813112323F}" srcOrd="1" destOrd="0" presId="urn:microsoft.com/office/officeart/2018/2/layout/IconVerticalSolidList"/>
    <dgm:cxn modelId="{565A100C-E32D-419B-91BD-436A15736230}" type="presParOf" srcId="{002130D2-11F7-4AEB-9E41-223EBAA1E87A}" destId="{5F12C1D9-63DF-41A6-9F53-E52A4C018C47}" srcOrd="2" destOrd="0" presId="urn:microsoft.com/office/officeart/2018/2/layout/IconVerticalSolidList"/>
    <dgm:cxn modelId="{FD653ED5-8F35-4950-8B42-8D8A94DB2F2C}" type="presParOf" srcId="{002130D2-11F7-4AEB-9E41-223EBAA1E87A}" destId="{9C7BE8ED-A8D3-4D22-9158-0D88A1258DD8}" srcOrd="3" destOrd="0" presId="urn:microsoft.com/office/officeart/2018/2/layout/IconVerticalSolidList"/>
    <dgm:cxn modelId="{259408E6-B695-4A65-992D-9179541995BF}" type="presParOf" srcId="{9119888F-BB24-46E1-8EB1-80E8FE9900EF}" destId="{6821DA7C-3345-4484-B5EB-835580876CBB}" srcOrd="7" destOrd="0" presId="urn:microsoft.com/office/officeart/2018/2/layout/IconVerticalSolidList"/>
    <dgm:cxn modelId="{B8B6399E-0FEB-4B2A-8065-F1F6F1F59D99}" type="presParOf" srcId="{9119888F-BB24-46E1-8EB1-80E8FE9900EF}" destId="{F8071475-8669-4F92-893D-55E806D32CF0}" srcOrd="8" destOrd="0" presId="urn:microsoft.com/office/officeart/2018/2/layout/IconVerticalSolidList"/>
    <dgm:cxn modelId="{DEB10C7C-6108-41D8-8448-2F0A82FD9F2B}" type="presParOf" srcId="{F8071475-8669-4F92-893D-55E806D32CF0}" destId="{CEAEED7D-6E1D-4C7C-A282-5FCBD20AF509}" srcOrd="0" destOrd="0" presId="urn:microsoft.com/office/officeart/2018/2/layout/IconVerticalSolidList"/>
    <dgm:cxn modelId="{A40204E1-5C25-4111-B838-6720BDD09EFE}" type="presParOf" srcId="{F8071475-8669-4F92-893D-55E806D32CF0}" destId="{BDB1FACD-F368-4F59-A9DD-018DCAD1F5E6}" srcOrd="1" destOrd="0" presId="urn:microsoft.com/office/officeart/2018/2/layout/IconVerticalSolidList"/>
    <dgm:cxn modelId="{97465ACE-E9CF-49D1-995B-2E3EDD7653F4}" type="presParOf" srcId="{F8071475-8669-4F92-893D-55E806D32CF0}" destId="{D18EA437-6FB6-4556-AE83-059297BF7C98}" srcOrd="2" destOrd="0" presId="urn:microsoft.com/office/officeart/2018/2/layout/IconVerticalSolidList"/>
    <dgm:cxn modelId="{B6594DE9-2A2C-4050-911A-B63FFAF50EDF}" type="presParOf" srcId="{F8071475-8669-4F92-893D-55E806D32CF0}" destId="{3A72AD01-8B86-428F-A9CE-F14CAB2ABF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C55B82-0785-4E3D-B7EC-45DA3790E159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26EC89B-D12A-4364-92F7-FEA7EA422398}">
      <dgm:prSet/>
      <dgm:spPr/>
      <dgm:t>
        <a:bodyPr/>
        <a:lstStyle/>
        <a:p>
          <a:r>
            <a:rPr lang="en-US" b="0" i="0" baseline="0"/>
            <a:t>Cucumber is a popular BDD tool that executes Gherkin scenarios</a:t>
          </a:r>
          <a:endParaRPr lang="en-US"/>
        </a:p>
      </dgm:t>
    </dgm:pt>
    <dgm:pt modelId="{01973B3B-24B2-4842-AB42-13CF04D39206}" type="parTrans" cxnId="{7E634B83-5C20-482B-8623-9DFCF88CDD3D}">
      <dgm:prSet/>
      <dgm:spPr/>
      <dgm:t>
        <a:bodyPr/>
        <a:lstStyle/>
        <a:p>
          <a:endParaRPr lang="en-US"/>
        </a:p>
      </dgm:t>
    </dgm:pt>
    <dgm:pt modelId="{EB2AD911-4511-4ED3-A764-4F8FE8C4A009}" type="sibTrans" cxnId="{7E634B83-5C20-482B-8623-9DFCF88CDD3D}">
      <dgm:prSet/>
      <dgm:spPr/>
      <dgm:t>
        <a:bodyPr/>
        <a:lstStyle/>
        <a:p>
          <a:endParaRPr lang="en-US"/>
        </a:p>
      </dgm:t>
    </dgm:pt>
    <dgm:pt modelId="{47D543B1-6707-48DB-BC2F-9E40669C7158}">
      <dgm:prSet/>
      <dgm:spPr/>
      <dgm:t>
        <a:bodyPr/>
        <a:lstStyle/>
        <a:p>
          <a:r>
            <a:rPr lang="en-US" b="0" i="0" baseline="0"/>
            <a:t>Supports multiple languages: Java, JavaScript, Ruby, etc.</a:t>
          </a:r>
          <a:endParaRPr lang="en-US"/>
        </a:p>
      </dgm:t>
    </dgm:pt>
    <dgm:pt modelId="{60CA75A0-D214-4F1F-AB56-314B602C31F0}" type="parTrans" cxnId="{95DD7736-3912-45ED-A64E-FC99A8AEFC4F}">
      <dgm:prSet/>
      <dgm:spPr/>
      <dgm:t>
        <a:bodyPr/>
        <a:lstStyle/>
        <a:p>
          <a:endParaRPr lang="en-US"/>
        </a:p>
      </dgm:t>
    </dgm:pt>
    <dgm:pt modelId="{921EB6A3-BEBA-4BA6-B48E-E96E35946451}" type="sibTrans" cxnId="{95DD7736-3912-45ED-A64E-FC99A8AEFC4F}">
      <dgm:prSet/>
      <dgm:spPr/>
      <dgm:t>
        <a:bodyPr/>
        <a:lstStyle/>
        <a:p>
          <a:endParaRPr lang="en-US"/>
        </a:p>
      </dgm:t>
    </dgm:pt>
    <dgm:pt modelId="{E76BCE5E-E15F-451A-8C46-E0FE314D1AF5}">
      <dgm:prSet/>
      <dgm:spPr/>
      <dgm:t>
        <a:bodyPr/>
        <a:lstStyle/>
        <a:p>
          <a:r>
            <a:rPr lang="en-US" b="0" i="0" baseline="0"/>
            <a:t>Integrates with Selenium, JUnit, TestNG, and CI/CD tools</a:t>
          </a:r>
          <a:endParaRPr lang="en-US"/>
        </a:p>
      </dgm:t>
    </dgm:pt>
    <dgm:pt modelId="{89E5615F-D065-4515-9381-28972D82A0B2}" type="parTrans" cxnId="{A431A2A5-D53A-4BE1-9F9A-C1AA2243ED80}">
      <dgm:prSet/>
      <dgm:spPr/>
      <dgm:t>
        <a:bodyPr/>
        <a:lstStyle/>
        <a:p>
          <a:endParaRPr lang="en-US"/>
        </a:p>
      </dgm:t>
    </dgm:pt>
    <dgm:pt modelId="{4B24B548-7E3B-44FD-B09B-BC984EF4F3B7}" type="sibTrans" cxnId="{A431A2A5-D53A-4BE1-9F9A-C1AA2243ED80}">
      <dgm:prSet/>
      <dgm:spPr/>
      <dgm:t>
        <a:bodyPr/>
        <a:lstStyle/>
        <a:p>
          <a:endParaRPr lang="en-US"/>
        </a:p>
      </dgm:t>
    </dgm:pt>
    <dgm:pt modelId="{D0288BD3-0607-4706-8EAB-F1A30F8FDC1B}">
      <dgm:prSet/>
      <dgm:spPr/>
      <dgm:t>
        <a:bodyPr/>
        <a:lstStyle/>
        <a:p>
          <a:r>
            <a:rPr lang="en-US" b="0" i="0" baseline="0"/>
            <a:t>Converts plain-text scenarios into automated tests</a:t>
          </a:r>
          <a:endParaRPr lang="en-US"/>
        </a:p>
      </dgm:t>
    </dgm:pt>
    <dgm:pt modelId="{81958052-9740-43AB-8992-4B7BA26BA2AF}" type="parTrans" cxnId="{EF7A6EFB-53F9-49BA-8BC2-8C99AFFFF16A}">
      <dgm:prSet/>
      <dgm:spPr/>
      <dgm:t>
        <a:bodyPr/>
        <a:lstStyle/>
        <a:p>
          <a:endParaRPr lang="en-US"/>
        </a:p>
      </dgm:t>
    </dgm:pt>
    <dgm:pt modelId="{0FA013CF-E80A-4D1E-9314-82B56BDDD534}" type="sibTrans" cxnId="{EF7A6EFB-53F9-49BA-8BC2-8C99AFFFF16A}">
      <dgm:prSet/>
      <dgm:spPr/>
      <dgm:t>
        <a:bodyPr/>
        <a:lstStyle/>
        <a:p>
          <a:endParaRPr lang="en-US"/>
        </a:p>
      </dgm:t>
    </dgm:pt>
    <dgm:pt modelId="{3DC6E2D2-1E1A-406C-8BE5-A8F8A5DFDBA6}" type="pres">
      <dgm:prSet presAssocID="{95C55B82-0785-4E3D-B7EC-45DA3790E159}" presName="linear" presStyleCnt="0">
        <dgm:presLayoutVars>
          <dgm:animLvl val="lvl"/>
          <dgm:resizeHandles val="exact"/>
        </dgm:presLayoutVars>
      </dgm:prSet>
      <dgm:spPr/>
    </dgm:pt>
    <dgm:pt modelId="{19E7351E-FDE3-49C7-BAF4-6AB28FD36FE7}" type="pres">
      <dgm:prSet presAssocID="{A26EC89B-D12A-4364-92F7-FEA7EA4223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30FD6F-928C-4AD2-B4EB-3077DFF519AD}" type="pres">
      <dgm:prSet presAssocID="{EB2AD911-4511-4ED3-A764-4F8FE8C4A009}" presName="spacer" presStyleCnt="0"/>
      <dgm:spPr/>
    </dgm:pt>
    <dgm:pt modelId="{24BC5715-6DB0-4EC1-BB15-84B0B0DF6DEC}" type="pres">
      <dgm:prSet presAssocID="{47D543B1-6707-48DB-BC2F-9E40669C71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2AD5084-FBCA-4714-8B6E-0A22F10D8A0C}" type="pres">
      <dgm:prSet presAssocID="{921EB6A3-BEBA-4BA6-B48E-E96E35946451}" presName="spacer" presStyleCnt="0"/>
      <dgm:spPr/>
    </dgm:pt>
    <dgm:pt modelId="{905D1725-706A-4AAD-919C-EFA6333D7AA6}" type="pres">
      <dgm:prSet presAssocID="{E76BCE5E-E15F-451A-8C46-E0FE314D1A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7A1B42-AF34-4631-A664-B20E36FB2A14}" type="pres">
      <dgm:prSet presAssocID="{4B24B548-7E3B-44FD-B09B-BC984EF4F3B7}" presName="spacer" presStyleCnt="0"/>
      <dgm:spPr/>
    </dgm:pt>
    <dgm:pt modelId="{17DF56B1-C0B8-480F-9104-B5D63E5A39F5}" type="pres">
      <dgm:prSet presAssocID="{D0288BD3-0607-4706-8EAB-F1A30F8FDC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08E02B-2A75-432D-86C9-187D6FC00D5A}" type="presOf" srcId="{A26EC89B-D12A-4364-92F7-FEA7EA422398}" destId="{19E7351E-FDE3-49C7-BAF4-6AB28FD36FE7}" srcOrd="0" destOrd="0" presId="urn:microsoft.com/office/officeart/2005/8/layout/vList2"/>
    <dgm:cxn modelId="{AEAB932F-3D0E-4F8F-AB43-84FB72D30A47}" type="presOf" srcId="{95C55B82-0785-4E3D-B7EC-45DA3790E159}" destId="{3DC6E2D2-1E1A-406C-8BE5-A8F8A5DFDBA6}" srcOrd="0" destOrd="0" presId="urn:microsoft.com/office/officeart/2005/8/layout/vList2"/>
    <dgm:cxn modelId="{95DD7736-3912-45ED-A64E-FC99A8AEFC4F}" srcId="{95C55B82-0785-4E3D-B7EC-45DA3790E159}" destId="{47D543B1-6707-48DB-BC2F-9E40669C7158}" srcOrd="1" destOrd="0" parTransId="{60CA75A0-D214-4F1F-AB56-314B602C31F0}" sibTransId="{921EB6A3-BEBA-4BA6-B48E-E96E35946451}"/>
    <dgm:cxn modelId="{2E078C48-419D-4406-A7CB-E3452C4A8795}" type="presOf" srcId="{E76BCE5E-E15F-451A-8C46-E0FE314D1AF5}" destId="{905D1725-706A-4AAD-919C-EFA6333D7AA6}" srcOrd="0" destOrd="0" presId="urn:microsoft.com/office/officeart/2005/8/layout/vList2"/>
    <dgm:cxn modelId="{4B74286A-7641-486B-AF6B-F5D1E952C481}" type="presOf" srcId="{D0288BD3-0607-4706-8EAB-F1A30F8FDC1B}" destId="{17DF56B1-C0B8-480F-9104-B5D63E5A39F5}" srcOrd="0" destOrd="0" presId="urn:microsoft.com/office/officeart/2005/8/layout/vList2"/>
    <dgm:cxn modelId="{7E634B83-5C20-482B-8623-9DFCF88CDD3D}" srcId="{95C55B82-0785-4E3D-B7EC-45DA3790E159}" destId="{A26EC89B-D12A-4364-92F7-FEA7EA422398}" srcOrd="0" destOrd="0" parTransId="{01973B3B-24B2-4842-AB42-13CF04D39206}" sibTransId="{EB2AD911-4511-4ED3-A764-4F8FE8C4A009}"/>
    <dgm:cxn modelId="{A431A2A5-D53A-4BE1-9F9A-C1AA2243ED80}" srcId="{95C55B82-0785-4E3D-B7EC-45DA3790E159}" destId="{E76BCE5E-E15F-451A-8C46-E0FE314D1AF5}" srcOrd="2" destOrd="0" parTransId="{89E5615F-D065-4515-9381-28972D82A0B2}" sibTransId="{4B24B548-7E3B-44FD-B09B-BC984EF4F3B7}"/>
    <dgm:cxn modelId="{091EC8CD-9829-4B30-8B06-92C97866B18B}" type="presOf" srcId="{47D543B1-6707-48DB-BC2F-9E40669C7158}" destId="{24BC5715-6DB0-4EC1-BB15-84B0B0DF6DEC}" srcOrd="0" destOrd="0" presId="urn:microsoft.com/office/officeart/2005/8/layout/vList2"/>
    <dgm:cxn modelId="{EF7A6EFB-53F9-49BA-8BC2-8C99AFFFF16A}" srcId="{95C55B82-0785-4E3D-B7EC-45DA3790E159}" destId="{D0288BD3-0607-4706-8EAB-F1A30F8FDC1B}" srcOrd="3" destOrd="0" parTransId="{81958052-9740-43AB-8992-4B7BA26BA2AF}" sibTransId="{0FA013CF-E80A-4D1E-9314-82B56BDDD534}"/>
    <dgm:cxn modelId="{812405BF-143F-4DA2-B08C-DB2BBB15A73A}" type="presParOf" srcId="{3DC6E2D2-1E1A-406C-8BE5-A8F8A5DFDBA6}" destId="{19E7351E-FDE3-49C7-BAF4-6AB28FD36FE7}" srcOrd="0" destOrd="0" presId="urn:microsoft.com/office/officeart/2005/8/layout/vList2"/>
    <dgm:cxn modelId="{5F1BBF87-6CB4-42BA-9662-0C3B052E9F2D}" type="presParOf" srcId="{3DC6E2D2-1E1A-406C-8BE5-A8F8A5DFDBA6}" destId="{7D30FD6F-928C-4AD2-B4EB-3077DFF519AD}" srcOrd="1" destOrd="0" presId="urn:microsoft.com/office/officeart/2005/8/layout/vList2"/>
    <dgm:cxn modelId="{BE4C1254-2EB3-4887-AE57-59629ED0D950}" type="presParOf" srcId="{3DC6E2D2-1E1A-406C-8BE5-A8F8A5DFDBA6}" destId="{24BC5715-6DB0-4EC1-BB15-84B0B0DF6DEC}" srcOrd="2" destOrd="0" presId="urn:microsoft.com/office/officeart/2005/8/layout/vList2"/>
    <dgm:cxn modelId="{F36179D5-827F-421D-AE91-8DC6C9295352}" type="presParOf" srcId="{3DC6E2D2-1E1A-406C-8BE5-A8F8A5DFDBA6}" destId="{62AD5084-FBCA-4714-8B6E-0A22F10D8A0C}" srcOrd="3" destOrd="0" presId="urn:microsoft.com/office/officeart/2005/8/layout/vList2"/>
    <dgm:cxn modelId="{E45660AD-784C-4573-97BA-B72EB082D78A}" type="presParOf" srcId="{3DC6E2D2-1E1A-406C-8BE5-A8F8A5DFDBA6}" destId="{905D1725-706A-4AAD-919C-EFA6333D7AA6}" srcOrd="4" destOrd="0" presId="urn:microsoft.com/office/officeart/2005/8/layout/vList2"/>
    <dgm:cxn modelId="{0ED7F6FF-BA8F-406F-B0C7-B74A0EB44643}" type="presParOf" srcId="{3DC6E2D2-1E1A-406C-8BE5-A8F8A5DFDBA6}" destId="{3C7A1B42-AF34-4631-A664-B20E36FB2A14}" srcOrd="5" destOrd="0" presId="urn:microsoft.com/office/officeart/2005/8/layout/vList2"/>
    <dgm:cxn modelId="{C5A5C788-8EC3-4950-8355-991B73FB4181}" type="presParOf" srcId="{3DC6E2D2-1E1A-406C-8BE5-A8F8A5DFDBA6}" destId="{17DF56B1-C0B8-480F-9104-B5D63E5A39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9E3271-0F33-42C0-8219-3973B6F2987F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703494-F9D5-42C7-A45D-A5064646F42B}">
      <dgm:prSet custT="1"/>
      <dgm:spPr/>
      <dgm:t>
        <a:bodyPr/>
        <a:lstStyle/>
        <a:p>
          <a:r>
            <a:rPr lang="en-GB" sz="2400" dirty="0"/>
            <a:t>Write feature file in Gherkin</a:t>
          </a:r>
          <a:endParaRPr lang="en-US" sz="2400" dirty="0"/>
        </a:p>
      </dgm:t>
    </dgm:pt>
    <dgm:pt modelId="{E17E1FCC-52F7-435F-91E2-353036DB49D1}" type="parTrans" cxnId="{08CB6A90-FB64-49F5-B228-3DDAAFA2FC3A}">
      <dgm:prSet/>
      <dgm:spPr/>
      <dgm:t>
        <a:bodyPr/>
        <a:lstStyle/>
        <a:p>
          <a:endParaRPr lang="en-US"/>
        </a:p>
      </dgm:t>
    </dgm:pt>
    <dgm:pt modelId="{E21FC16D-2898-42C3-B34C-8137DE2B73E6}" type="sibTrans" cxnId="{08CB6A90-FB64-49F5-B228-3DDAAFA2FC3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D454D9C-8AA0-4B23-B400-6146EC1BB2EE}">
      <dgm:prSet custT="1"/>
      <dgm:spPr/>
      <dgm:t>
        <a:bodyPr/>
        <a:lstStyle/>
        <a:p>
          <a:r>
            <a:rPr lang="en-GB" sz="2400"/>
            <a:t>Implement step definitions in code</a:t>
          </a:r>
          <a:endParaRPr lang="en-US" sz="2400"/>
        </a:p>
      </dgm:t>
    </dgm:pt>
    <dgm:pt modelId="{57F01660-1E0D-43B0-8CC2-32A7169EB49C}" type="parTrans" cxnId="{E771DC7F-0B03-4C0C-9C48-E456789C6D11}">
      <dgm:prSet/>
      <dgm:spPr/>
      <dgm:t>
        <a:bodyPr/>
        <a:lstStyle/>
        <a:p>
          <a:endParaRPr lang="en-US"/>
        </a:p>
      </dgm:t>
    </dgm:pt>
    <dgm:pt modelId="{6BE29914-3613-4453-BA8B-35E0FDDDBE41}" type="sibTrans" cxnId="{E771DC7F-0B03-4C0C-9C48-E456789C6D1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132D755-5E26-4665-A709-545D4D3072DE}">
      <dgm:prSet custT="1"/>
      <dgm:spPr/>
      <dgm:t>
        <a:bodyPr/>
        <a:lstStyle/>
        <a:p>
          <a:r>
            <a:rPr lang="en-GB" sz="2400"/>
            <a:t>Run tests using Cucumber runner</a:t>
          </a:r>
          <a:endParaRPr lang="en-US" sz="2400"/>
        </a:p>
      </dgm:t>
    </dgm:pt>
    <dgm:pt modelId="{3475ACAB-A7B4-4BE9-B8DA-19C846FB13A7}" type="parTrans" cxnId="{17AEBACB-32C8-45AF-9D7B-11D260DE5285}">
      <dgm:prSet/>
      <dgm:spPr/>
      <dgm:t>
        <a:bodyPr/>
        <a:lstStyle/>
        <a:p>
          <a:endParaRPr lang="en-US"/>
        </a:p>
      </dgm:t>
    </dgm:pt>
    <dgm:pt modelId="{D6409EDF-D20F-42E6-ABC5-577C57B7997D}" type="sibTrans" cxnId="{17AEBACB-32C8-45AF-9D7B-11D260DE528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2772D9B-863C-40B2-80E9-CFB263C53BF6}">
      <dgm:prSet custT="1"/>
      <dgm:spPr/>
      <dgm:t>
        <a:bodyPr/>
        <a:lstStyle/>
        <a:p>
          <a:r>
            <a:rPr lang="en-GB" sz="2400"/>
            <a:t>Generate reports (HTML, JUnit, etc.)</a:t>
          </a:r>
          <a:endParaRPr lang="en-US" sz="2400"/>
        </a:p>
      </dgm:t>
    </dgm:pt>
    <dgm:pt modelId="{210E7845-C995-4596-8A92-05D9B21457BA}" type="parTrans" cxnId="{7E3BA0DB-D278-42DB-84DA-9488878DD7D9}">
      <dgm:prSet/>
      <dgm:spPr/>
      <dgm:t>
        <a:bodyPr/>
        <a:lstStyle/>
        <a:p>
          <a:endParaRPr lang="en-US"/>
        </a:p>
      </dgm:t>
    </dgm:pt>
    <dgm:pt modelId="{6B1538B1-A52F-4E94-A120-FEDA270936EE}" type="sibTrans" cxnId="{7E3BA0DB-D278-42DB-84DA-9488878DD7D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713A30D-CCF2-4AFB-B7FB-B8A54A67126C}" type="pres">
      <dgm:prSet presAssocID="{9E9E3271-0F33-42C0-8219-3973B6F2987F}" presName="linearFlow" presStyleCnt="0">
        <dgm:presLayoutVars>
          <dgm:dir/>
          <dgm:animLvl val="lvl"/>
          <dgm:resizeHandles val="exact"/>
        </dgm:presLayoutVars>
      </dgm:prSet>
      <dgm:spPr/>
    </dgm:pt>
    <dgm:pt modelId="{9156EE78-8A0C-4407-AFEB-2D871BAE8F7E}" type="pres">
      <dgm:prSet presAssocID="{B5703494-F9D5-42C7-A45D-A5064646F42B}" presName="compositeNode" presStyleCnt="0"/>
      <dgm:spPr/>
    </dgm:pt>
    <dgm:pt modelId="{6E483376-45DE-4E63-B4F4-95C3B67CDDCB}" type="pres">
      <dgm:prSet presAssocID="{B5703494-F9D5-42C7-A45D-A5064646F42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D1E095A-1442-41D5-AA1C-DDAB592472AF}" type="pres">
      <dgm:prSet presAssocID="{B5703494-F9D5-42C7-A45D-A5064646F42B}" presName="parSh" presStyleCnt="0"/>
      <dgm:spPr/>
    </dgm:pt>
    <dgm:pt modelId="{53046E80-2EF5-4671-B92D-06A425913A70}" type="pres">
      <dgm:prSet presAssocID="{B5703494-F9D5-42C7-A45D-A5064646F42B}" presName="lineNode" presStyleLbl="alignAccFollowNode1" presStyleIdx="0" presStyleCnt="12"/>
      <dgm:spPr/>
    </dgm:pt>
    <dgm:pt modelId="{9A959393-0A63-4070-A9FB-E62270F7B3CE}" type="pres">
      <dgm:prSet presAssocID="{B5703494-F9D5-42C7-A45D-A5064646F42B}" presName="lineArrowNode" presStyleLbl="alignAccFollowNode1" presStyleIdx="1" presStyleCnt="12"/>
      <dgm:spPr/>
    </dgm:pt>
    <dgm:pt modelId="{ED5435BE-3F62-421C-A137-A7362B1D3C77}" type="pres">
      <dgm:prSet presAssocID="{E21FC16D-2898-42C3-B34C-8137DE2B73E6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B6A2911F-B22A-4443-B627-567E02B3066A}" type="pres">
      <dgm:prSet presAssocID="{E21FC16D-2898-42C3-B34C-8137DE2B73E6}" presName="spacerBetweenCircleAndCallout" presStyleCnt="0">
        <dgm:presLayoutVars/>
      </dgm:prSet>
      <dgm:spPr/>
    </dgm:pt>
    <dgm:pt modelId="{48465A36-8C1D-4D8A-8BA1-213DCB24C65D}" type="pres">
      <dgm:prSet presAssocID="{B5703494-F9D5-42C7-A45D-A5064646F42B}" presName="nodeText" presStyleLbl="alignAccFollowNode1" presStyleIdx="2" presStyleCnt="12">
        <dgm:presLayoutVars>
          <dgm:bulletEnabled val="1"/>
        </dgm:presLayoutVars>
      </dgm:prSet>
      <dgm:spPr/>
    </dgm:pt>
    <dgm:pt modelId="{4B6D29C8-AEEB-4C82-878F-E7F0D317C329}" type="pres">
      <dgm:prSet presAssocID="{E21FC16D-2898-42C3-B34C-8137DE2B73E6}" presName="sibTransComposite" presStyleCnt="0"/>
      <dgm:spPr/>
    </dgm:pt>
    <dgm:pt modelId="{6572ED98-B294-4B19-8722-B54B86BB45C4}" type="pres">
      <dgm:prSet presAssocID="{0D454D9C-8AA0-4B23-B400-6146EC1BB2EE}" presName="compositeNode" presStyleCnt="0"/>
      <dgm:spPr/>
    </dgm:pt>
    <dgm:pt modelId="{DA56E2B2-8BA7-4EB8-AC77-F1E9364D0467}" type="pres">
      <dgm:prSet presAssocID="{0D454D9C-8AA0-4B23-B400-6146EC1BB2E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CB24543-2C99-40B4-A6B4-AE78C9A420F9}" type="pres">
      <dgm:prSet presAssocID="{0D454D9C-8AA0-4B23-B400-6146EC1BB2EE}" presName="parSh" presStyleCnt="0"/>
      <dgm:spPr/>
    </dgm:pt>
    <dgm:pt modelId="{5FBAD3F9-F784-45EC-A8BF-24F7D24728F0}" type="pres">
      <dgm:prSet presAssocID="{0D454D9C-8AA0-4B23-B400-6146EC1BB2EE}" presName="lineNode" presStyleLbl="alignAccFollowNode1" presStyleIdx="3" presStyleCnt="12"/>
      <dgm:spPr/>
    </dgm:pt>
    <dgm:pt modelId="{61F25091-55DD-4478-A943-34D8BCBDA3EB}" type="pres">
      <dgm:prSet presAssocID="{0D454D9C-8AA0-4B23-B400-6146EC1BB2EE}" presName="lineArrowNode" presStyleLbl="alignAccFollowNode1" presStyleIdx="4" presStyleCnt="12"/>
      <dgm:spPr/>
    </dgm:pt>
    <dgm:pt modelId="{3EA852CB-A4D5-4CD4-9F3A-07A74B953A79}" type="pres">
      <dgm:prSet presAssocID="{6BE29914-3613-4453-BA8B-35E0FDDDBE41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A9F440C6-B517-4EA6-A42F-5A92F7E6CBD1}" type="pres">
      <dgm:prSet presAssocID="{6BE29914-3613-4453-BA8B-35E0FDDDBE41}" presName="spacerBetweenCircleAndCallout" presStyleCnt="0">
        <dgm:presLayoutVars/>
      </dgm:prSet>
      <dgm:spPr/>
    </dgm:pt>
    <dgm:pt modelId="{E8388F4A-9E30-4566-8E7E-15481FB89A3D}" type="pres">
      <dgm:prSet presAssocID="{0D454D9C-8AA0-4B23-B400-6146EC1BB2EE}" presName="nodeText" presStyleLbl="alignAccFollowNode1" presStyleIdx="5" presStyleCnt="12">
        <dgm:presLayoutVars>
          <dgm:bulletEnabled val="1"/>
        </dgm:presLayoutVars>
      </dgm:prSet>
      <dgm:spPr/>
    </dgm:pt>
    <dgm:pt modelId="{1165CAD2-0328-413C-969C-BA6190FDDC3E}" type="pres">
      <dgm:prSet presAssocID="{6BE29914-3613-4453-BA8B-35E0FDDDBE41}" presName="sibTransComposite" presStyleCnt="0"/>
      <dgm:spPr/>
    </dgm:pt>
    <dgm:pt modelId="{2E10545A-DD32-4F37-B665-81BF01BC5107}" type="pres">
      <dgm:prSet presAssocID="{6132D755-5E26-4665-A709-545D4D3072DE}" presName="compositeNode" presStyleCnt="0"/>
      <dgm:spPr/>
    </dgm:pt>
    <dgm:pt modelId="{33FF45E5-194D-441F-B5F4-395A8474D874}" type="pres">
      <dgm:prSet presAssocID="{6132D755-5E26-4665-A709-545D4D3072D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E9CFAB5-8564-4F03-95A9-7BBA3E1AA9C3}" type="pres">
      <dgm:prSet presAssocID="{6132D755-5E26-4665-A709-545D4D3072DE}" presName="parSh" presStyleCnt="0"/>
      <dgm:spPr/>
    </dgm:pt>
    <dgm:pt modelId="{214D19A3-4E07-429B-AFDB-610FC757EA1A}" type="pres">
      <dgm:prSet presAssocID="{6132D755-5E26-4665-A709-545D4D3072DE}" presName="lineNode" presStyleLbl="alignAccFollowNode1" presStyleIdx="6" presStyleCnt="12"/>
      <dgm:spPr/>
    </dgm:pt>
    <dgm:pt modelId="{A39C941A-0837-4DE2-A2BA-0028C43B5A3D}" type="pres">
      <dgm:prSet presAssocID="{6132D755-5E26-4665-A709-545D4D3072DE}" presName="lineArrowNode" presStyleLbl="alignAccFollowNode1" presStyleIdx="7" presStyleCnt="12"/>
      <dgm:spPr/>
    </dgm:pt>
    <dgm:pt modelId="{C3C8373E-B4E8-40B9-8DAD-BE1633C47982}" type="pres">
      <dgm:prSet presAssocID="{D6409EDF-D20F-42E6-ABC5-577C57B7997D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D4C64EAC-A375-4812-A549-F0BFE5C03382}" type="pres">
      <dgm:prSet presAssocID="{D6409EDF-D20F-42E6-ABC5-577C57B7997D}" presName="spacerBetweenCircleAndCallout" presStyleCnt="0">
        <dgm:presLayoutVars/>
      </dgm:prSet>
      <dgm:spPr/>
    </dgm:pt>
    <dgm:pt modelId="{6D5D76DD-F300-4322-A5FE-ECA1AC7ECBED}" type="pres">
      <dgm:prSet presAssocID="{6132D755-5E26-4665-A709-545D4D3072DE}" presName="nodeText" presStyleLbl="alignAccFollowNode1" presStyleIdx="8" presStyleCnt="12">
        <dgm:presLayoutVars>
          <dgm:bulletEnabled val="1"/>
        </dgm:presLayoutVars>
      </dgm:prSet>
      <dgm:spPr/>
    </dgm:pt>
    <dgm:pt modelId="{C4620A4E-9384-4991-8A44-B5ADF89A88FC}" type="pres">
      <dgm:prSet presAssocID="{D6409EDF-D20F-42E6-ABC5-577C57B7997D}" presName="sibTransComposite" presStyleCnt="0"/>
      <dgm:spPr/>
    </dgm:pt>
    <dgm:pt modelId="{E574F4B0-626F-4FFC-8C8F-A598BF42563D}" type="pres">
      <dgm:prSet presAssocID="{42772D9B-863C-40B2-80E9-CFB263C53BF6}" presName="compositeNode" presStyleCnt="0"/>
      <dgm:spPr/>
    </dgm:pt>
    <dgm:pt modelId="{21981256-DFBD-49B5-AEF5-09DB3BC44CF9}" type="pres">
      <dgm:prSet presAssocID="{42772D9B-863C-40B2-80E9-CFB263C53BF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EADD81D-2B94-4A3B-827C-28AEDBFE1E67}" type="pres">
      <dgm:prSet presAssocID="{42772D9B-863C-40B2-80E9-CFB263C53BF6}" presName="parSh" presStyleCnt="0"/>
      <dgm:spPr/>
    </dgm:pt>
    <dgm:pt modelId="{67F50C0F-8E20-4465-B835-1BD85F33550A}" type="pres">
      <dgm:prSet presAssocID="{42772D9B-863C-40B2-80E9-CFB263C53BF6}" presName="lineNode" presStyleLbl="alignAccFollowNode1" presStyleIdx="9" presStyleCnt="12"/>
      <dgm:spPr/>
    </dgm:pt>
    <dgm:pt modelId="{DA8C32DB-61E0-4806-A9F8-0B1B88B61047}" type="pres">
      <dgm:prSet presAssocID="{42772D9B-863C-40B2-80E9-CFB263C53BF6}" presName="lineArrowNode" presStyleLbl="alignAccFollowNode1" presStyleIdx="10" presStyleCnt="12"/>
      <dgm:spPr/>
    </dgm:pt>
    <dgm:pt modelId="{4BCD7E85-8884-4876-B021-BE3DC9D4E7B9}" type="pres">
      <dgm:prSet presAssocID="{6B1538B1-A52F-4E94-A120-FEDA270936EE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F2044D72-9B06-48DB-AC50-0D31416A16DB}" type="pres">
      <dgm:prSet presAssocID="{6B1538B1-A52F-4E94-A120-FEDA270936EE}" presName="spacerBetweenCircleAndCallout" presStyleCnt="0">
        <dgm:presLayoutVars/>
      </dgm:prSet>
      <dgm:spPr/>
    </dgm:pt>
    <dgm:pt modelId="{0A3F80E8-AC0F-43FC-9F53-AC1352FF6597}" type="pres">
      <dgm:prSet presAssocID="{42772D9B-863C-40B2-80E9-CFB263C53BF6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806F7302-EC26-4A49-9614-4249E412C502}" type="presOf" srcId="{6132D755-5E26-4665-A709-545D4D3072DE}" destId="{6D5D76DD-F300-4322-A5FE-ECA1AC7ECBED}" srcOrd="0" destOrd="0" presId="urn:microsoft.com/office/officeart/2016/7/layout/LinearArrowProcessNumbered"/>
    <dgm:cxn modelId="{5845FF1F-7C42-411C-AB87-EA7D5DE80BAE}" type="presOf" srcId="{42772D9B-863C-40B2-80E9-CFB263C53BF6}" destId="{0A3F80E8-AC0F-43FC-9F53-AC1352FF6597}" srcOrd="0" destOrd="0" presId="urn:microsoft.com/office/officeart/2016/7/layout/LinearArrowProcessNumbered"/>
    <dgm:cxn modelId="{09BC1D2C-72A4-4D26-895F-9897C0626568}" type="presOf" srcId="{9E9E3271-0F33-42C0-8219-3973B6F2987F}" destId="{6713A30D-CCF2-4AFB-B7FB-B8A54A67126C}" srcOrd="0" destOrd="0" presId="urn:microsoft.com/office/officeart/2016/7/layout/LinearArrowProcessNumbered"/>
    <dgm:cxn modelId="{8E0AEA3E-E35A-4357-BB13-189C7D54F3CE}" type="presOf" srcId="{B5703494-F9D5-42C7-A45D-A5064646F42B}" destId="{48465A36-8C1D-4D8A-8BA1-213DCB24C65D}" srcOrd="0" destOrd="0" presId="urn:microsoft.com/office/officeart/2016/7/layout/LinearArrowProcessNumbered"/>
    <dgm:cxn modelId="{1BA52545-AF37-4C82-88EE-D388D9CABF43}" type="presOf" srcId="{0D454D9C-8AA0-4B23-B400-6146EC1BB2EE}" destId="{E8388F4A-9E30-4566-8E7E-15481FB89A3D}" srcOrd="0" destOrd="0" presId="urn:microsoft.com/office/officeart/2016/7/layout/LinearArrowProcessNumbered"/>
    <dgm:cxn modelId="{57A26D67-A6D7-4DB7-BE9A-6EFFD8934745}" type="presOf" srcId="{6B1538B1-A52F-4E94-A120-FEDA270936EE}" destId="{4BCD7E85-8884-4876-B021-BE3DC9D4E7B9}" srcOrd="0" destOrd="0" presId="urn:microsoft.com/office/officeart/2016/7/layout/LinearArrowProcessNumbered"/>
    <dgm:cxn modelId="{2062AA52-2937-468F-82D5-1B7A20A77644}" type="presOf" srcId="{E21FC16D-2898-42C3-B34C-8137DE2B73E6}" destId="{ED5435BE-3F62-421C-A137-A7362B1D3C77}" srcOrd="0" destOrd="0" presId="urn:microsoft.com/office/officeart/2016/7/layout/LinearArrowProcessNumbered"/>
    <dgm:cxn modelId="{6AB79D55-6555-4341-87FE-F7EA19A8ECA7}" type="presOf" srcId="{6BE29914-3613-4453-BA8B-35E0FDDDBE41}" destId="{3EA852CB-A4D5-4CD4-9F3A-07A74B953A79}" srcOrd="0" destOrd="0" presId="urn:microsoft.com/office/officeart/2016/7/layout/LinearArrowProcessNumbered"/>
    <dgm:cxn modelId="{E771DC7F-0B03-4C0C-9C48-E456789C6D11}" srcId="{9E9E3271-0F33-42C0-8219-3973B6F2987F}" destId="{0D454D9C-8AA0-4B23-B400-6146EC1BB2EE}" srcOrd="1" destOrd="0" parTransId="{57F01660-1E0D-43B0-8CC2-32A7169EB49C}" sibTransId="{6BE29914-3613-4453-BA8B-35E0FDDDBE41}"/>
    <dgm:cxn modelId="{08CB6A90-FB64-49F5-B228-3DDAAFA2FC3A}" srcId="{9E9E3271-0F33-42C0-8219-3973B6F2987F}" destId="{B5703494-F9D5-42C7-A45D-A5064646F42B}" srcOrd="0" destOrd="0" parTransId="{E17E1FCC-52F7-435F-91E2-353036DB49D1}" sibTransId="{E21FC16D-2898-42C3-B34C-8137DE2B73E6}"/>
    <dgm:cxn modelId="{17AEBACB-32C8-45AF-9D7B-11D260DE5285}" srcId="{9E9E3271-0F33-42C0-8219-3973B6F2987F}" destId="{6132D755-5E26-4665-A709-545D4D3072DE}" srcOrd="2" destOrd="0" parTransId="{3475ACAB-A7B4-4BE9-B8DA-19C846FB13A7}" sibTransId="{D6409EDF-D20F-42E6-ABC5-577C57B7997D}"/>
    <dgm:cxn modelId="{1A66E5DA-F25C-45A3-8D3C-5776ACB7A53C}" type="presOf" srcId="{D6409EDF-D20F-42E6-ABC5-577C57B7997D}" destId="{C3C8373E-B4E8-40B9-8DAD-BE1633C47982}" srcOrd="0" destOrd="0" presId="urn:microsoft.com/office/officeart/2016/7/layout/LinearArrowProcessNumbered"/>
    <dgm:cxn modelId="{7E3BA0DB-D278-42DB-84DA-9488878DD7D9}" srcId="{9E9E3271-0F33-42C0-8219-3973B6F2987F}" destId="{42772D9B-863C-40B2-80E9-CFB263C53BF6}" srcOrd="3" destOrd="0" parTransId="{210E7845-C995-4596-8A92-05D9B21457BA}" sibTransId="{6B1538B1-A52F-4E94-A120-FEDA270936EE}"/>
    <dgm:cxn modelId="{EBDFEDA1-FBFC-4F49-91CC-6A7397B1E847}" type="presParOf" srcId="{6713A30D-CCF2-4AFB-B7FB-B8A54A67126C}" destId="{9156EE78-8A0C-4407-AFEB-2D871BAE8F7E}" srcOrd="0" destOrd="0" presId="urn:microsoft.com/office/officeart/2016/7/layout/LinearArrowProcessNumbered"/>
    <dgm:cxn modelId="{B1732DD7-46B4-4E33-9D80-741D9757DBE0}" type="presParOf" srcId="{9156EE78-8A0C-4407-AFEB-2D871BAE8F7E}" destId="{6E483376-45DE-4E63-B4F4-95C3B67CDDCB}" srcOrd="0" destOrd="0" presId="urn:microsoft.com/office/officeart/2016/7/layout/LinearArrowProcessNumbered"/>
    <dgm:cxn modelId="{1241EF10-BCF9-4199-A720-FBE4B09C5F1C}" type="presParOf" srcId="{9156EE78-8A0C-4407-AFEB-2D871BAE8F7E}" destId="{AD1E095A-1442-41D5-AA1C-DDAB592472AF}" srcOrd="1" destOrd="0" presId="urn:microsoft.com/office/officeart/2016/7/layout/LinearArrowProcessNumbered"/>
    <dgm:cxn modelId="{F13F4875-2DE4-4863-9B0E-2DE4B7DB2C11}" type="presParOf" srcId="{AD1E095A-1442-41D5-AA1C-DDAB592472AF}" destId="{53046E80-2EF5-4671-B92D-06A425913A70}" srcOrd="0" destOrd="0" presId="urn:microsoft.com/office/officeart/2016/7/layout/LinearArrowProcessNumbered"/>
    <dgm:cxn modelId="{FA78E98D-948C-4F27-A57C-5051618FD102}" type="presParOf" srcId="{AD1E095A-1442-41D5-AA1C-DDAB592472AF}" destId="{9A959393-0A63-4070-A9FB-E62270F7B3CE}" srcOrd="1" destOrd="0" presId="urn:microsoft.com/office/officeart/2016/7/layout/LinearArrowProcessNumbered"/>
    <dgm:cxn modelId="{42E6919A-2091-4204-9FB4-C335D5626A83}" type="presParOf" srcId="{AD1E095A-1442-41D5-AA1C-DDAB592472AF}" destId="{ED5435BE-3F62-421C-A137-A7362B1D3C77}" srcOrd="2" destOrd="0" presId="urn:microsoft.com/office/officeart/2016/7/layout/LinearArrowProcessNumbered"/>
    <dgm:cxn modelId="{E4F04128-BF81-4222-8058-8D5E0E18AB4C}" type="presParOf" srcId="{AD1E095A-1442-41D5-AA1C-DDAB592472AF}" destId="{B6A2911F-B22A-4443-B627-567E02B3066A}" srcOrd="3" destOrd="0" presId="urn:microsoft.com/office/officeart/2016/7/layout/LinearArrowProcessNumbered"/>
    <dgm:cxn modelId="{60D1B404-4C07-4D92-BA27-B86118C7D21F}" type="presParOf" srcId="{9156EE78-8A0C-4407-AFEB-2D871BAE8F7E}" destId="{48465A36-8C1D-4D8A-8BA1-213DCB24C65D}" srcOrd="2" destOrd="0" presId="urn:microsoft.com/office/officeart/2016/7/layout/LinearArrowProcessNumbered"/>
    <dgm:cxn modelId="{35D051F9-9B3A-4B47-9932-5B8D6F832074}" type="presParOf" srcId="{6713A30D-CCF2-4AFB-B7FB-B8A54A67126C}" destId="{4B6D29C8-AEEB-4C82-878F-E7F0D317C329}" srcOrd="1" destOrd="0" presId="urn:microsoft.com/office/officeart/2016/7/layout/LinearArrowProcessNumbered"/>
    <dgm:cxn modelId="{F725CCA2-D7D0-4F48-B085-7AA40B76905D}" type="presParOf" srcId="{6713A30D-CCF2-4AFB-B7FB-B8A54A67126C}" destId="{6572ED98-B294-4B19-8722-B54B86BB45C4}" srcOrd="2" destOrd="0" presId="urn:microsoft.com/office/officeart/2016/7/layout/LinearArrowProcessNumbered"/>
    <dgm:cxn modelId="{3D3903C3-6E1D-449C-9914-6E29B9A0F9D7}" type="presParOf" srcId="{6572ED98-B294-4B19-8722-B54B86BB45C4}" destId="{DA56E2B2-8BA7-4EB8-AC77-F1E9364D0467}" srcOrd="0" destOrd="0" presId="urn:microsoft.com/office/officeart/2016/7/layout/LinearArrowProcessNumbered"/>
    <dgm:cxn modelId="{50D92621-507B-44D2-BDD9-895DB4DB7582}" type="presParOf" srcId="{6572ED98-B294-4B19-8722-B54B86BB45C4}" destId="{6CB24543-2C99-40B4-A6B4-AE78C9A420F9}" srcOrd="1" destOrd="0" presId="urn:microsoft.com/office/officeart/2016/7/layout/LinearArrowProcessNumbered"/>
    <dgm:cxn modelId="{64086702-89F1-4E67-94F4-C155991BEFAD}" type="presParOf" srcId="{6CB24543-2C99-40B4-A6B4-AE78C9A420F9}" destId="{5FBAD3F9-F784-45EC-A8BF-24F7D24728F0}" srcOrd="0" destOrd="0" presId="urn:microsoft.com/office/officeart/2016/7/layout/LinearArrowProcessNumbered"/>
    <dgm:cxn modelId="{8AE13FBD-6325-4909-9491-9E77EC773F3E}" type="presParOf" srcId="{6CB24543-2C99-40B4-A6B4-AE78C9A420F9}" destId="{61F25091-55DD-4478-A943-34D8BCBDA3EB}" srcOrd="1" destOrd="0" presId="urn:microsoft.com/office/officeart/2016/7/layout/LinearArrowProcessNumbered"/>
    <dgm:cxn modelId="{CA870D5A-9239-4FA3-8534-924DFEF0DF4F}" type="presParOf" srcId="{6CB24543-2C99-40B4-A6B4-AE78C9A420F9}" destId="{3EA852CB-A4D5-4CD4-9F3A-07A74B953A79}" srcOrd="2" destOrd="0" presId="urn:microsoft.com/office/officeart/2016/7/layout/LinearArrowProcessNumbered"/>
    <dgm:cxn modelId="{BB977E48-8626-4C9E-96EF-E7B37F214E08}" type="presParOf" srcId="{6CB24543-2C99-40B4-A6B4-AE78C9A420F9}" destId="{A9F440C6-B517-4EA6-A42F-5A92F7E6CBD1}" srcOrd="3" destOrd="0" presId="urn:microsoft.com/office/officeart/2016/7/layout/LinearArrowProcessNumbered"/>
    <dgm:cxn modelId="{D922C7C8-DF47-4FA2-BF1A-519411AC7B45}" type="presParOf" srcId="{6572ED98-B294-4B19-8722-B54B86BB45C4}" destId="{E8388F4A-9E30-4566-8E7E-15481FB89A3D}" srcOrd="2" destOrd="0" presId="urn:microsoft.com/office/officeart/2016/7/layout/LinearArrowProcessNumbered"/>
    <dgm:cxn modelId="{CEAF2501-A171-409D-AC5C-8F22D0B6B540}" type="presParOf" srcId="{6713A30D-CCF2-4AFB-B7FB-B8A54A67126C}" destId="{1165CAD2-0328-413C-969C-BA6190FDDC3E}" srcOrd="3" destOrd="0" presId="urn:microsoft.com/office/officeart/2016/7/layout/LinearArrowProcessNumbered"/>
    <dgm:cxn modelId="{8B48B726-C0CC-4843-AB11-1E54F848E28A}" type="presParOf" srcId="{6713A30D-CCF2-4AFB-B7FB-B8A54A67126C}" destId="{2E10545A-DD32-4F37-B665-81BF01BC5107}" srcOrd="4" destOrd="0" presId="urn:microsoft.com/office/officeart/2016/7/layout/LinearArrowProcessNumbered"/>
    <dgm:cxn modelId="{19F2F204-078C-4364-A9C2-9C0ED8E12A5B}" type="presParOf" srcId="{2E10545A-DD32-4F37-B665-81BF01BC5107}" destId="{33FF45E5-194D-441F-B5F4-395A8474D874}" srcOrd="0" destOrd="0" presId="urn:microsoft.com/office/officeart/2016/7/layout/LinearArrowProcessNumbered"/>
    <dgm:cxn modelId="{3A74830A-1158-453C-9A99-564C5C47B625}" type="presParOf" srcId="{2E10545A-DD32-4F37-B665-81BF01BC5107}" destId="{6E9CFAB5-8564-4F03-95A9-7BBA3E1AA9C3}" srcOrd="1" destOrd="0" presId="urn:microsoft.com/office/officeart/2016/7/layout/LinearArrowProcessNumbered"/>
    <dgm:cxn modelId="{0A74E4C0-5086-4AEF-9E4F-CD610903A44A}" type="presParOf" srcId="{6E9CFAB5-8564-4F03-95A9-7BBA3E1AA9C3}" destId="{214D19A3-4E07-429B-AFDB-610FC757EA1A}" srcOrd="0" destOrd="0" presId="urn:microsoft.com/office/officeart/2016/7/layout/LinearArrowProcessNumbered"/>
    <dgm:cxn modelId="{2DC76836-43CC-4142-AE30-4C4170E040A7}" type="presParOf" srcId="{6E9CFAB5-8564-4F03-95A9-7BBA3E1AA9C3}" destId="{A39C941A-0837-4DE2-A2BA-0028C43B5A3D}" srcOrd="1" destOrd="0" presId="urn:microsoft.com/office/officeart/2016/7/layout/LinearArrowProcessNumbered"/>
    <dgm:cxn modelId="{AD31935F-8C29-41AB-96E9-F353D96D08C3}" type="presParOf" srcId="{6E9CFAB5-8564-4F03-95A9-7BBA3E1AA9C3}" destId="{C3C8373E-B4E8-40B9-8DAD-BE1633C47982}" srcOrd="2" destOrd="0" presId="urn:microsoft.com/office/officeart/2016/7/layout/LinearArrowProcessNumbered"/>
    <dgm:cxn modelId="{C4B4F03F-9793-4466-8DD8-C8E3BB86A879}" type="presParOf" srcId="{6E9CFAB5-8564-4F03-95A9-7BBA3E1AA9C3}" destId="{D4C64EAC-A375-4812-A549-F0BFE5C03382}" srcOrd="3" destOrd="0" presId="urn:microsoft.com/office/officeart/2016/7/layout/LinearArrowProcessNumbered"/>
    <dgm:cxn modelId="{DF07DC65-BDDC-4F99-9631-0BCA6F6A2F47}" type="presParOf" srcId="{2E10545A-DD32-4F37-B665-81BF01BC5107}" destId="{6D5D76DD-F300-4322-A5FE-ECA1AC7ECBED}" srcOrd="2" destOrd="0" presId="urn:microsoft.com/office/officeart/2016/7/layout/LinearArrowProcessNumbered"/>
    <dgm:cxn modelId="{42AB9AED-36D9-4DAC-B59E-7F28262EB9A6}" type="presParOf" srcId="{6713A30D-CCF2-4AFB-B7FB-B8A54A67126C}" destId="{C4620A4E-9384-4991-8A44-B5ADF89A88FC}" srcOrd="5" destOrd="0" presId="urn:microsoft.com/office/officeart/2016/7/layout/LinearArrowProcessNumbered"/>
    <dgm:cxn modelId="{E1D60250-D45F-42B9-B661-70FC1656A139}" type="presParOf" srcId="{6713A30D-CCF2-4AFB-B7FB-B8A54A67126C}" destId="{E574F4B0-626F-4FFC-8C8F-A598BF42563D}" srcOrd="6" destOrd="0" presId="urn:microsoft.com/office/officeart/2016/7/layout/LinearArrowProcessNumbered"/>
    <dgm:cxn modelId="{BBA46FBA-1B41-4542-BD80-10CE919E8B76}" type="presParOf" srcId="{E574F4B0-626F-4FFC-8C8F-A598BF42563D}" destId="{21981256-DFBD-49B5-AEF5-09DB3BC44CF9}" srcOrd="0" destOrd="0" presId="urn:microsoft.com/office/officeart/2016/7/layout/LinearArrowProcessNumbered"/>
    <dgm:cxn modelId="{DA5F514C-48ED-48AF-A2DC-D387CCCFD2B0}" type="presParOf" srcId="{E574F4B0-626F-4FFC-8C8F-A598BF42563D}" destId="{AEADD81D-2B94-4A3B-827C-28AEDBFE1E67}" srcOrd="1" destOrd="0" presId="urn:microsoft.com/office/officeart/2016/7/layout/LinearArrowProcessNumbered"/>
    <dgm:cxn modelId="{43CCB263-CB6B-47D3-A6E8-DCCBEA7BBD68}" type="presParOf" srcId="{AEADD81D-2B94-4A3B-827C-28AEDBFE1E67}" destId="{67F50C0F-8E20-4465-B835-1BD85F33550A}" srcOrd="0" destOrd="0" presId="urn:microsoft.com/office/officeart/2016/7/layout/LinearArrowProcessNumbered"/>
    <dgm:cxn modelId="{FF993C11-E4E4-4FB6-9082-765FB7964A1D}" type="presParOf" srcId="{AEADD81D-2B94-4A3B-827C-28AEDBFE1E67}" destId="{DA8C32DB-61E0-4806-A9F8-0B1B88B61047}" srcOrd="1" destOrd="0" presId="urn:microsoft.com/office/officeart/2016/7/layout/LinearArrowProcessNumbered"/>
    <dgm:cxn modelId="{F2CF2DBC-EBFF-4A56-9E78-0C03A027B08F}" type="presParOf" srcId="{AEADD81D-2B94-4A3B-827C-28AEDBFE1E67}" destId="{4BCD7E85-8884-4876-B021-BE3DC9D4E7B9}" srcOrd="2" destOrd="0" presId="urn:microsoft.com/office/officeart/2016/7/layout/LinearArrowProcessNumbered"/>
    <dgm:cxn modelId="{CA3CB938-CFFB-4E3C-A2B9-FEA082291A3C}" type="presParOf" srcId="{AEADD81D-2B94-4A3B-827C-28AEDBFE1E67}" destId="{F2044D72-9B06-48DB-AC50-0D31416A16DB}" srcOrd="3" destOrd="0" presId="urn:microsoft.com/office/officeart/2016/7/layout/LinearArrowProcessNumbered"/>
    <dgm:cxn modelId="{E39E6C2D-01E9-4C13-8706-E6CF7095B9B9}" type="presParOf" srcId="{E574F4B0-626F-4FFC-8C8F-A598BF42563D}" destId="{0A3F80E8-AC0F-43FC-9F53-AC1352FF6597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90C723-D4CC-4170-A978-FB8E1C38460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1DB2F0F-160D-49E5-B34B-39A633882CD0}">
      <dgm:prSet/>
      <dgm:spPr/>
      <dgm:t>
        <a:bodyPr/>
        <a:lstStyle/>
        <a:p>
          <a:r>
            <a:rPr lang="en-US" b="0" i="0" baseline="0"/>
            <a:t>Gherkin is a </a:t>
          </a:r>
          <a:r>
            <a:rPr lang="en-US" b="1" i="0" baseline="0"/>
            <a:t>domain-specific language</a:t>
          </a:r>
          <a:r>
            <a:rPr lang="en-US" b="0" i="0" baseline="0"/>
            <a:t> used in BDD</a:t>
          </a:r>
          <a:endParaRPr lang="en-US"/>
        </a:p>
      </dgm:t>
    </dgm:pt>
    <dgm:pt modelId="{B7E46A07-1C58-4E23-84A4-A410189BB9CD}" type="parTrans" cxnId="{0B988651-777C-4969-96A0-97CF1492B372}">
      <dgm:prSet/>
      <dgm:spPr/>
      <dgm:t>
        <a:bodyPr/>
        <a:lstStyle/>
        <a:p>
          <a:endParaRPr lang="en-US"/>
        </a:p>
      </dgm:t>
    </dgm:pt>
    <dgm:pt modelId="{20B56CD1-506B-493A-9E49-54F4570DE73F}" type="sibTrans" cxnId="{0B988651-777C-4969-96A0-97CF1492B372}">
      <dgm:prSet/>
      <dgm:spPr/>
      <dgm:t>
        <a:bodyPr/>
        <a:lstStyle/>
        <a:p>
          <a:endParaRPr lang="en-US"/>
        </a:p>
      </dgm:t>
    </dgm:pt>
    <dgm:pt modelId="{D01BEB9E-FD91-4ADC-9D8A-4C94DD7FC5A0}">
      <dgm:prSet/>
      <dgm:spPr/>
      <dgm:t>
        <a:bodyPr/>
        <a:lstStyle/>
        <a:p>
          <a:r>
            <a:rPr lang="en-US" b="0" i="0" baseline="0"/>
            <a:t>Describes software behavior in </a:t>
          </a:r>
          <a:r>
            <a:rPr lang="en-US" b="1" i="0" baseline="0"/>
            <a:t>plain English</a:t>
          </a:r>
          <a:endParaRPr lang="en-US"/>
        </a:p>
      </dgm:t>
    </dgm:pt>
    <dgm:pt modelId="{457E8849-9C53-485B-98FA-2D4CE9858DD4}" type="parTrans" cxnId="{E4C0DE6F-C0B2-4778-8FBB-1F9BEF195383}">
      <dgm:prSet/>
      <dgm:spPr/>
      <dgm:t>
        <a:bodyPr/>
        <a:lstStyle/>
        <a:p>
          <a:endParaRPr lang="en-US"/>
        </a:p>
      </dgm:t>
    </dgm:pt>
    <dgm:pt modelId="{15F7C580-66B5-40D4-8383-BFEE329F8E5E}" type="sibTrans" cxnId="{E4C0DE6F-C0B2-4778-8FBB-1F9BEF195383}">
      <dgm:prSet/>
      <dgm:spPr/>
      <dgm:t>
        <a:bodyPr/>
        <a:lstStyle/>
        <a:p>
          <a:endParaRPr lang="en-US"/>
        </a:p>
      </dgm:t>
    </dgm:pt>
    <dgm:pt modelId="{8823A28A-BF53-43D7-8E82-DBA310B241E6}">
      <dgm:prSet/>
      <dgm:spPr/>
      <dgm:t>
        <a:bodyPr/>
        <a:lstStyle/>
        <a:p>
          <a:r>
            <a:rPr lang="en-US" b="0" i="0" baseline="0"/>
            <a:t>Used by tools like </a:t>
          </a:r>
          <a:r>
            <a:rPr lang="en-US" b="1" i="0" baseline="0"/>
            <a:t>Cucumber</a:t>
          </a:r>
          <a:r>
            <a:rPr lang="en-US" b="0" i="0" baseline="0"/>
            <a:t> to automate acceptance tests</a:t>
          </a:r>
          <a:endParaRPr lang="en-US"/>
        </a:p>
      </dgm:t>
    </dgm:pt>
    <dgm:pt modelId="{F98A4F82-1F36-4486-A269-114DB4DAE960}" type="parTrans" cxnId="{3E5CA4A1-DF08-470D-B725-CB2E9DBCF49B}">
      <dgm:prSet/>
      <dgm:spPr/>
      <dgm:t>
        <a:bodyPr/>
        <a:lstStyle/>
        <a:p>
          <a:endParaRPr lang="en-US"/>
        </a:p>
      </dgm:t>
    </dgm:pt>
    <dgm:pt modelId="{D605365F-DF30-4366-8EFB-05D1FA0844C1}" type="sibTrans" cxnId="{3E5CA4A1-DF08-470D-B725-CB2E9DBCF49B}">
      <dgm:prSet/>
      <dgm:spPr/>
      <dgm:t>
        <a:bodyPr/>
        <a:lstStyle/>
        <a:p>
          <a:endParaRPr lang="en-US"/>
        </a:p>
      </dgm:t>
    </dgm:pt>
    <dgm:pt modelId="{65A8D9F2-00CA-4718-8A55-A85663DC8FCF}">
      <dgm:prSet/>
      <dgm:spPr/>
      <dgm:t>
        <a:bodyPr/>
        <a:lstStyle/>
        <a:p>
          <a:r>
            <a:rPr lang="en-US" b="0" i="0" baseline="0"/>
            <a:t>Promotes collaboration between developers, testers, and business stakeholders</a:t>
          </a:r>
          <a:endParaRPr lang="en-US"/>
        </a:p>
      </dgm:t>
    </dgm:pt>
    <dgm:pt modelId="{FE3C188A-F783-44F6-BBF0-6460C1A8278E}" type="parTrans" cxnId="{51B80594-5B58-4E70-B7D3-E570DBFED7F3}">
      <dgm:prSet/>
      <dgm:spPr/>
      <dgm:t>
        <a:bodyPr/>
        <a:lstStyle/>
        <a:p>
          <a:endParaRPr lang="en-US"/>
        </a:p>
      </dgm:t>
    </dgm:pt>
    <dgm:pt modelId="{51278506-4E5F-40FE-92CC-1EE586002580}" type="sibTrans" cxnId="{51B80594-5B58-4E70-B7D3-E570DBFED7F3}">
      <dgm:prSet/>
      <dgm:spPr/>
      <dgm:t>
        <a:bodyPr/>
        <a:lstStyle/>
        <a:p>
          <a:endParaRPr lang="en-US"/>
        </a:p>
      </dgm:t>
    </dgm:pt>
    <dgm:pt modelId="{D5312D68-A2BA-4321-97BA-A428815DA8CC}" type="pres">
      <dgm:prSet presAssocID="{3F90C723-D4CC-4170-A978-FB8E1C384601}" presName="root" presStyleCnt="0">
        <dgm:presLayoutVars>
          <dgm:dir/>
          <dgm:resizeHandles val="exact"/>
        </dgm:presLayoutVars>
      </dgm:prSet>
      <dgm:spPr/>
    </dgm:pt>
    <dgm:pt modelId="{16C63732-C047-4240-BC4B-D163B4E4EC28}" type="pres">
      <dgm:prSet presAssocID="{3F90C723-D4CC-4170-A978-FB8E1C384601}" presName="container" presStyleCnt="0">
        <dgm:presLayoutVars>
          <dgm:dir/>
          <dgm:resizeHandles val="exact"/>
        </dgm:presLayoutVars>
      </dgm:prSet>
      <dgm:spPr/>
    </dgm:pt>
    <dgm:pt modelId="{E42F8F02-3B43-4E29-8A8B-1335B8FE2959}" type="pres">
      <dgm:prSet presAssocID="{21DB2F0F-160D-49E5-B34B-39A633882CD0}" presName="compNode" presStyleCnt="0"/>
      <dgm:spPr/>
    </dgm:pt>
    <dgm:pt modelId="{C68848FC-E528-4D88-A88C-8D3C936E7C10}" type="pres">
      <dgm:prSet presAssocID="{21DB2F0F-160D-49E5-B34B-39A633882CD0}" presName="iconBgRect" presStyleLbl="bgShp" presStyleIdx="0" presStyleCnt="4"/>
      <dgm:spPr/>
    </dgm:pt>
    <dgm:pt modelId="{0B05E441-C856-41C4-879A-9D273B9EDB81}" type="pres">
      <dgm:prSet presAssocID="{21DB2F0F-160D-49E5-B34B-39A633882CD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27E5CD0-159D-45D6-98E1-5C3FE5CEF0D5}" type="pres">
      <dgm:prSet presAssocID="{21DB2F0F-160D-49E5-B34B-39A633882CD0}" presName="spaceRect" presStyleCnt="0"/>
      <dgm:spPr/>
    </dgm:pt>
    <dgm:pt modelId="{AA70BB4F-914C-460F-9118-FFF095930357}" type="pres">
      <dgm:prSet presAssocID="{21DB2F0F-160D-49E5-B34B-39A633882CD0}" presName="textRect" presStyleLbl="revTx" presStyleIdx="0" presStyleCnt="4">
        <dgm:presLayoutVars>
          <dgm:chMax val="1"/>
          <dgm:chPref val="1"/>
        </dgm:presLayoutVars>
      </dgm:prSet>
      <dgm:spPr/>
    </dgm:pt>
    <dgm:pt modelId="{09E19D4D-9689-45C3-9442-23AD0FBC60FD}" type="pres">
      <dgm:prSet presAssocID="{20B56CD1-506B-493A-9E49-54F4570DE73F}" presName="sibTrans" presStyleLbl="sibTrans2D1" presStyleIdx="0" presStyleCnt="0"/>
      <dgm:spPr/>
    </dgm:pt>
    <dgm:pt modelId="{B1C60A16-470C-4B58-8F8C-E1A62958AD67}" type="pres">
      <dgm:prSet presAssocID="{D01BEB9E-FD91-4ADC-9D8A-4C94DD7FC5A0}" presName="compNode" presStyleCnt="0"/>
      <dgm:spPr/>
    </dgm:pt>
    <dgm:pt modelId="{5B5D2ADC-0A39-4C92-B3C1-1A2E896C68A2}" type="pres">
      <dgm:prSet presAssocID="{D01BEB9E-FD91-4ADC-9D8A-4C94DD7FC5A0}" presName="iconBgRect" presStyleLbl="bgShp" presStyleIdx="1" presStyleCnt="4"/>
      <dgm:spPr/>
    </dgm:pt>
    <dgm:pt modelId="{31571FFC-797B-43B1-920D-41DFFD5ED5F6}" type="pres">
      <dgm:prSet presAssocID="{D01BEB9E-FD91-4ADC-9D8A-4C94DD7FC5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B28879A-62B1-42F1-8155-CAAE7B7F4BB8}" type="pres">
      <dgm:prSet presAssocID="{D01BEB9E-FD91-4ADC-9D8A-4C94DD7FC5A0}" presName="spaceRect" presStyleCnt="0"/>
      <dgm:spPr/>
    </dgm:pt>
    <dgm:pt modelId="{04962DAC-6192-4680-9AB3-3501B3A4377B}" type="pres">
      <dgm:prSet presAssocID="{D01BEB9E-FD91-4ADC-9D8A-4C94DD7FC5A0}" presName="textRect" presStyleLbl="revTx" presStyleIdx="1" presStyleCnt="4">
        <dgm:presLayoutVars>
          <dgm:chMax val="1"/>
          <dgm:chPref val="1"/>
        </dgm:presLayoutVars>
      </dgm:prSet>
      <dgm:spPr/>
    </dgm:pt>
    <dgm:pt modelId="{2F659021-3D0F-47DC-BD85-01E5573CE4D5}" type="pres">
      <dgm:prSet presAssocID="{15F7C580-66B5-40D4-8383-BFEE329F8E5E}" presName="sibTrans" presStyleLbl="sibTrans2D1" presStyleIdx="0" presStyleCnt="0"/>
      <dgm:spPr/>
    </dgm:pt>
    <dgm:pt modelId="{215BB158-CF29-48E9-AA64-D3582270B046}" type="pres">
      <dgm:prSet presAssocID="{8823A28A-BF53-43D7-8E82-DBA310B241E6}" presName="compNode" presStyleCnt="0"/>
      <dgm:spPr/>
    </dgm:pt>
    <dgm:pt modelId="{9CFF7AC7-1122-44F6-ABD0-61750FA243F8}" type="pres">
      <dgm:prSet presAssocID="{8823A28A-BF53-43D7-8E82-DBA310B241E6}" presName="iconBgRect" presStyleLbl="bgShp" presStyleIdx="2" presStyleCnt="4"/>
      <dgm:spPr/>
    </dgm:pt>
    <dgm:pt modelId="{71849FE1-E6C7-4D5E-BB11-33438361D60C}" type="pres">
      <dgm:prSet presAssocID="{8823A28A-BF53-43D7-8E82-DBA310B241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F43BE5-7AA0-413C-86E2-0BD0D62F5CC3}" type="pres">
      <dgm:prSet presAssocID="{8823A28A-BF53-43D7-8E82-DBA310B241E6}" presName="spaceRect" presStyleCnt="0"/>
      <dgm:spPr/>
    </dgm:pt>
    <dgm:pt modelId="{93938AA6-429D-478F-BB58-173E1B72867D}" type="pres">
      <dgm:prSet presAssocID="{8823A28A-BF53-43D7-8E82-DBA310B241E6}" presName="textRect" presStyleLbl="revTx" presStyleIdx="2" presStyleCnt="4">
        <dgm:presLayoutVars>
          <dgm:chMax val="1"/>
          <dgm:chPref val="1"/>
        </dgm:presLayoutVars>
      </dgm:prSet>
      <dgm:spPr/>
    </dgm:pt>
    <dgm:pt modelId="{DAE615E5-6812-491A-8B78-C6CACD44791B}" type="pres">
      <dgm:prSet presAssocID="{D605365F-DF30-4366-8EFB-05D1FA0844C1}" presName="sibTrans" presStyleLbl="sibTrans2D1" presStyleIdx="0" presStyleCnt="0"/>
      <dgm:spPr/>
    </dgm:pt>
    <dgm:pt modelId="{D73621BF-BAAA-4FA0-865B-147CED62F40C}" type="pres">
      <dgm:prSet presAssocID="{65A8D9F2-00CA-4718-8A55-A85663DC8FCF}" presName="compNode" presStyleCnt="0"/>
      <dgm:spPr/>
    </dgm:pt>
    <dgm:pt modelId="{D4FB9D96-9CBD-49EC-A89C-4B647B2D37A4}" type="pres">
      <dgm:prSet presAssocID="{65A8D9F2-00CA-4718-8A55-A85663DC8FCF}" presName="iconBgRect" presStyleLbl="bgShp" presStyleIdx="3" presStyleCnt="4"/>
      <dgm:spPr/>
    </dgm:pt>
    <dgm:pt modelId="{026B6F73-632A-4245-99BA-592F9A90C686}" type="pres">
      <dgm:prSet presAssocID="{65A8D9F2-00CA-4718-8A55-A85663DC8F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87DEFD7-67A3-4616-8408-5858EEBF01DC}" type="pres">
      <dgm:prSet presAssocID="{65A8D9F2-00CA-4718-8A55-A85663DC8FCF}" presName="spaceRect" presStyleCnt="0"/>
      <dgm:spPr/>
    </dgm:pt>
    <dgm:pt modelId="{7B9B2A39-F130-4FD5-9734-6017741044F3}" type="pres">
      <dgm:prSet presAssocID="{65A8D9F2-00CA-4718-8A55-A85663DC8F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92A4B06-D5A1-4597-836E-BDE936106491}" type="presOf" srcId="{20B56CD1-506B-493A-9E49-54F4570DE73F}" destId="{09E19D4D-9689-45C3-9442-23AD0FBC60FD}" srcOrd="0" destOrd="0" presId="urn:microsoft.com/office/officeart/2018/2/layout/IconCircleList"/>
    <dgm:cxn modelId="{30EEC016-337E-447C-BB96-FAFDA7B78ED8}" type="presOf" srcId="{3F90C723-D4CC-4170-A978-FB8E1C384601}" destId="{D5312D68-A2BA-4321-97BA-A428815DA8CC}" srcOrd="0" destOrd="0" presId="urn:microsoft.com/office/officeart/2018/2/layout/IconCircleList"/>
    <dgm:cxn modelId="{E4C0DE6F-C0B2-4778-8FBB-1F9BEF195383}" srcId="{3F90C723-D4CC-4170-A978-FB8E1C384601}" destId="{D01BEB9E-FD91-4ADC-9D8A-4C94DD7FC5A0}" srcOrd="1" destOrd="0" parTransId="{457E8849-9C53-485B-98FA-2D4CE9858DD4}" sibTransId="{15F7C580-66B5-40D4-8383-BFEE329F8E5E}"/>
    <dgm:cxn modelId="{0B988651-777C-4969-96A0-97CF1492B372}" srcId="{3F90C723-D4CC-4170-A978-FB8E1C384601}" destId="{21DB2F0F-160D-49E5-B34B-39A633882CD0}" srcOrd="0" destOrd="0" parTransId="{B7E46A07-1C58-4E23-84A4-A410189BB9CD}" sibTransId="{20B56CD1-506B-493A-9E49-54F4570DE73F}"/>
    <dgm:cxn modelId="{BF68DC58-B9D5-488F-B139-04CEE86A4688}" type="presOf" srcId="{15F7C580-66B5-40D4-8383-BFEE329F8E5E}" destId="{2F659021-3D0F-47DC-BD85-01E5573CE4D5}" srcOrd="0" destOrd="0" presId="urn:microsoft.com/office/officeart/2018/2/layout/IconCircleList"/>
    <dgm:cxn modelId="{51B80594-5B58-4E70-B7D3-E570DBFED7F3}" srcId="{3F90C723-D4CC-4170-A978-FB8E1C384601}" destId="{65A8D9F2-00CA-4718-8A55-A85663DC8FCF}" srcOrd="3" destOrd="0" parTransId="{FE3C188A-F783-44F6-BBF0-6460C1A8278E}" sibTransId="{51278506-4E5F-40FE-92CC-1EE586002580}"/>
    <dgm:cxn modelId="{3E5CA4A1-DF08-470D-B725-CB2E9DBCF49B}" srcId="{3F90C723-D4CC-4170-A978-FB8E1C384601}" destId="{8823A28A-BF53-43D7-8E82-DBA310B241E6}" srcOrd="2" destOrd="0" parTransId="{F98A4F82-1F36-4486-A269-114DB4DAE960}" sibTransId="{D605365F-DF30-4366-8EFB-05D1FA0844C1}"/>
    <dgm:cxn modelId="{6B12A0A6-33B4-4E23-9242-D1757B5D7F32}" type="presOf" srcId="{D01BEB9E-FD91-4ADC-9D8A-4C94DD7FC5A0}" destId="{04962DAC-6192-4680-9AB3-3501B3A4377B}" srcOrd="0" destOrd="0" presId="urn:microsoft.com/office/officeart/2018/2/layout/IconCircleList"/>
    <dgm:cxn modelId="{25AFEEAE-BAFE-4422-A924-F98EC1F498FC}" type="presOf" srcId="{8823A28A-BF53-43D7-8E82-DBA310B241E6}" destId="{93938AA6-429D-478F-BB58-173E1B72867D}" srcOrd="0" destOrd="0" presId="urn:microsoft.com/office/officeart/2018/2/layout/IconCircleList"/>
    <dgm:cxn modelId="{8913A8C7-8180-4F50-9F79-CDFE6BB151C3}" type="presOf" srcId="{D605365F-DF30-4366-8EFB-05D1FA0844C1}" destId="{DAE615E5-6812-491A-8B78-C6CACD44791B}" srcOrd="0" destOrd="0" presId="urn:microsoft.com/office/officeart/2018/2/layout/IconCircleList"/>
    <dgm:cxn modelId="{72F42DCC-E2C1-4E60-A6D1-B74FBF6EB4B3}" type="presOf" srcId="{21DB2F0F-160D-49E5-B34B-39A633882CD0}" destId="{AA70BB4F-914C-460F-9118-FFF095930357}" srcOrd="0" destOrd="0" presId="urn:microsoft.com/office/officeart/2018/2/layout/IconCircleList"/>
    <dgm:cxn modelId="{639885E2-ABED-4AE1-9F95-67D39092C2E3}" type="presOf" srcId="{65A8D9F2-00CA-4718-8A55-A85663DC8FCF}" destId="{7B9B2A39-F130-4FD5-9734-6017741044F3}" srcOrd="0" destOrd="0" presId="urn:microsoft.com/office/officeart/2018/2/layout/IconCircleList"/>
    <dgm:cxn modelId="{33E75540-6B79-42E1-B64B-976AF2562C34}" type="presParOf" srcId="{D5312D68-A2BA-4321-97BA-A428815DA8CC}" destId="{16C63732-C047-4240-BC4B-D163B4E4EC28}" srcOrd="0" destOrd="0" presId="urn:microsoft.com/office/officeart/2018/2/layout/IconCircleList"/>
    <dgm:cxn modelId="{4F243389-85D6-495C-909D-EBAB8D6BFA6B}" type="presParOf" srcId="{16C63732-C047-4240-BC4B-D163B4E4EC28}" destId="{E42F8F02-3B43-4E29-8A8B-1335B8FE2959}" srcOrd="0" destOrd="0" presId="urn:microsoft.com/office/officeart/2018/2/layout/IconCircleList"/>
    <dgm:cxn modelId="{2C1A653B-B0F9-4135-93A5-489C9ED95590}" type="presParOf" srcId="{E42F8F02-3B43-4E29-8A8B-1335B8FE2959}" destId="{C68848FC-E528-4D88-A88C-8D3C936E7C10}" srcOrd="0" destOrd="0" presId="urn:microsoft.com/office/officeart/2018/2/layout/IconCircleList"/>
    <dgm:cxn modelId="{BBB36182-821C-4E86-A47B-3ABC980051E3}" type="presParOf" srcId="{E42F8F02-3B43-4E29-8A8B-1335B8FE2959}" destId="{0B05E441-C856-41C4-879A-9D273B9EDB81}" srcOrd="1" destOrd="0" presId="urn:microsoft.com/office/officeart/2018/2/layout/IconCircleList"/>
    <dgm:cxn modelId="{C41782B4-4961-4B43-9E44-01E472D4677C}" type="presParOf" srcId="{E42F8F02-3B43-4E29-8A8B-1335B8FE2959}" destId="{227E5CD0-159D-45D6-98E1-5C3FE5CEF0D5}" srcOrd="2" destOrd="0" presId="urn:microsoft.com/office/officeart/2018/2/layout/IconCircleList"/>
    <dgm:cxn modelId="{4B6D13B7-F34C-4A5A-9120-E44D00290F5E}" type="presParOf" srcId="{E42F8F02-3B43-4E29-8A8B-1335B8FE2959}" destId="{AA70BB4F-914C-460F-9118-FFF095930357}" srcOrd="3" destOrd="0" presId="urn:microsoft.com/office/officeart/2018/2/layout/IconCircleList"/>
    <dgm:cxn modelId="{31DB49E3-2008-4913-AAB0-CB760CC7A9EA}" type="presParOf" srcId="{16C63732-C047-4240-BC4B-D163B4E4EC28}" destId="{09E19D4D-9689-45C3-9442-23AD0FBC60FD}" srcOrd="1" destOrd="0" presId="urn:microsoft.com/office/officeart/2018/2/layout/IconCircleList"/>
    <dgm:cxn modelId="{42C2E32F-C820-458A-8CF5-B373E758000F}" type="presParOf" srcId="{16C63732-C047-4240-BC4B-D163B4E4EC28}" destId="{B1C60A16-470C-4B58-8F8C-E1A62958AD67}" srcOrd="2" destOrd="0" presId="urn:microsoft.com/office/officeart/2018/2/layout/IconCircleList"/>
    <dgm:cxn modelId="{653A947D-10ED-4A88-8377-6030544CD223}" type="presParOf" srcId="{B1C60A16-470C-4B58-8F8C-E1A62958AD67}" destId="{5B5D2ADC-0A39-4C92-B3C1-1A2E896C68A2}" srcOrd="0" destOrd="0" presId="urn:microsoft.com/office/officeart/2018/2/layout/IconCircleList"/>
    <dgm:cxn modelId="{F9F41C35-7CC2-4BF2-8790-D1F511019A37}" type="presParOf" srcId="{B1C60A16-470C-4B58-8F8C-E1A62958AD67}" destId="{31571FFC-797B-43B1-920D-41DFFD5ED5F6}" srcOrd="1" destOrd="0" presId="urn:microsoft.com/office/officeart/2018/2/layout/IconCircleList"/>
    <dgm:cxn modelId="{5A3685A5-4BB7-40E1-A2BB-67FA839733EE}" type="presParOf" srcId="{B1C60A16-470C-4B58-8F8C-E1A62958AD67}" destId="{4B28879A-62B1-42F1-8155-CAAE7B7F4BB8}" srcOrd="2" destOrd="0" presId="urn:microsoft.com/office/officeart/2018/2/layout/IconCircleList"/>
    <dgm:cxn modelId="{7410B8CA-2B55-4F7E-9D10-2E46D541E74C}" type="presParOf" srcId="{B1C60A16-470C-4B58-8F8C-E1A62958AD67}" destId="{04962DAC-6192-4680-9AB3-3501B3A4377B}" srcOrd="3" destOrd="0" presId="urn:microsoft.com/office/officeart/2018/2/layout/IconCircleList"/>
    <dgm:cxn modelId="{904765C9-F8AB-4F7D-9128-566EB9895C40}" type="presParOf" srcId="{16C63732-C047-4240-BC4B-D163B4E4EC28}" destId="{2F659021-3D0F-47DC-BD85-01E5573CE4D5}" srcOrd="3" destOrd="0" presId="urn:microsoft.com/office/officeart/2018/2/layout/IconCircleList"/>
    <dgm:cxn modelId="{8BD3CA87-CA23-45DF-A1A2-C7A3A72FD84D}" type="presParOf" srcId="{16C63732-C047-4240-BC4B-D163B4E4EC28}" destId="{215BB158-CF29-48E9-AA64-D3582270B046}" srcOrd="4" destOrd="0" presId="urn:microsoft.com/office/officeart/2018/2/layout/IconCircleList"/>
    <dgm:cxn modelId="{C076C8DC-2115-4776-936F-AAAFDE32AAA5}" type="presParOf" srcId="{215BB158-CF29-48E9-AA64-D3582270B046}" destId="{9CFF7AC7-1122-44F6-ABD0-61750FA243F8}" srcOrd="0" destOrd="0" presId="urn:microsoft.com/office/officeart/2018/2/layout/IconCircleList"/>
    <dgm:cxn modelId="{4C768931-4363-4985-ACD1-1BBACD8B5F9E}" type="presParOf" srcId="{215BB158-CF29-48E9-AA64-D3582270B046}" destId="{71849FE1-E6C7-4D5E-BB11-33438361D60C}" srcOrd="1" destOrd="0" presId="urn:microsoft.com/office/officeart/2018/2/layout/IconCircleList"/>
    <dgm:cxn modelId="{2F3FA82D-E85E-4009-80C2-465E99533F93}" type="presParOf" srcId="{215BB158-CF29-48E9-AA64-D3582270B046}" destId="{80F43BE5-7AA0-413C-86E2-0BD0D62F5CC3}" srcOrd="2" destOrd="0" presId="urn:microsoft.com/office/officeart/2018/2/layout/IconCircleList"/>
    <dgm:cxn modelId="{DE32B5FD-20AD-4447-86FA-37FB03059D3B}" type="presParOf" srcId="{215BB158-CF29-48E9-AA64-D3582270B046}" destId="{93938AA6-429D-478F-BB58-173E1B72867D}" srcOrd="3" destOrd="0" presId="urn:microsoft.com/office/officeart/2018/2/layout/IconCircleList"/>
    <dgm:cxn modelId="{B35153E7-D10B-4E81-82F1-8C26143EB219}" type="presParOf" srcId="{16C63732-C047-4240-BC4B-D163B4E4EC28}" destId="{DAE615E5-6812-491A-8B78-C6CACD44791B}" srcOrd="5" destOrd="0" presId="urn:microsoft.com/office/officeart/2018/2/layout/IconCircleList"/>
    <dgm:cxn modelId="{992049D2-05D2-45BF-BB53-72701212BCC5}" type="presParOf" srcId="{16C63732-C047-4240-BC4B-D163B4E4EC28}" destId="{D73621BF-BAAA-4FA0-865B-147CED62F40C}" srcOrd="6" destOrd="0" presId="urn:microsoft.com/office/officeart/2018/2/layout/IconCircleList"/>
    <dgm:cxn modelId="{A212475E-9397-4F38-8C8B-4E9D4A3E6DA1}" type="presParOf" srcId="{D73621BF-BAAA-4FA0-865B-147CED62F40C}" destId="{D4FB9D96-9CBD-49EC-A89C-4B647B2D37A4}" srcOrd="0" destOrd="0" presId="urn:microsoft.com/office/officeart/2018/2/layout/IconCircleList"/>
    <dgm:cxn modelId="{BF272AB8-CB71-42CD-80B5-6AEFB7DB7923}" type="presParOf" srcId="{D73621BF-BAAA-4FA0-865B-147CED62F40C}" destId="{026B6F73-632A-4245-99BA-592F9A90C686}" srcOrd="1" destOrd="0" presId="urn:microsoft.com/office/officeart/2018/2/layout/IconCircleList"/>
    <dgm:cxn modelId="{46D960EB-7E84-4638-A4CB-092661867728}" type="presParOf" srcId="{D73621BF-BAAA-4FA0-865B-147CED62F40C}" destId="{387DEFD7-67A3-4616-8408-5858EEBF01DC}" srcOrd="2" destOrd="0" presId="urn:microsoft.com/office/officeart/2018/2/layout/IconCircleList"/>
    <dgm:cxn modelId="{932E526E-856F-4886-9942-2017CC0B2928}" type="presParOf" srcId="{D73621BF-BAAA-4FA0-865B-147CED62F40C}" destId="{7B9B2A39-F130-4FD5-9734-6017741044F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2ADF3-5573-409F-9868-A35ACB6A874C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94A83-FFC0-498E-ACEB-28884B277B4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3E743-205D-4647-A8E1-EBE16C0DB0E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BDD is an evolution of TDD (Test Driven Development)</a:t>
          </a:r>
          <a:endParaRPr lang="en-US" sz="2200" kern="1200"/>
        </a:p>
      </dsp:txBody>
      <dsp:txXfrm>
        <a:off x="1357965" y="2319"/>
        <a:ext cx="4887299" cy="1175727"/>
      </dsp:txXfrm>
    </dsp:sp>
    <dsp:sp modelId="{E955C8B1-5FA6-4D7C-A96E-6FD8160F4060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B07AC-4BB0-467F-AD68-067869A09504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E978C-ED05-49C9-B010-B608D3D0138F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Focuses on </a:t>
          </a:r>
          <a:r>
            <a:rPr lang="en-GB" sz="2200" b="1" kern="1200"/>
            <a:t>behavior</a:t>
          </a:r>
          <a:r>
            <a:rPr lang="en-GB" sz="2200" kern="1200"/>
            <a:t> rather than implementation</a:t>
          </a:r>
          <a:endParaRPr lang="en-US" sz="2200" kern="1200"/>
        </a:p>
      </dsp:txBody>
      <dsp:txXfrm>
        <a:off x="1357965" y="1471979"/>
        <a:ext cx="4887299" cy="1175727"/>
      </dsp:txXfrm>
    </dsp:sp>
    <dsp:sp modelId="{4A2494FB-0738-4F59-BBF6-C9F0BEB287A6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F8D69-6D7F-4924-B78C-F0D6F8D00023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E9C83-9D82-41A5-A28A-746E780073BB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Uses </a:t>
          </a:r>
          <a:r>
            <a:rPr lang="en-GB" sz="2200" b="1" kern="1200"/>
            <a:t>natural language</a:t>
          </a:r>
          <a:r>
            <a:rPr lang="en-GB" sz="2200" kern="1200"/>
            <a:t> to describe system behavior</a:t>
          </a:r>
          <a:endParaRPr lang="en-US" sz="2200" kern="1200"/>
        </a:p>
      </dsp:txBody>
      <dsp:txXfrm>
        <a:off x="1357965" y="2941639"/>
        <a:ext cx="4887299" cy="1175727"/>
      </dsp:txXfrm>
    </dsp:sp>
    <dsp:sp modelId="{86F263FC-8F6F-4450-B482-AC2ED680F387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96574-F138-430B-AE66-66B2C5AAA982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A4300-9D0A-4900-97B6-6E036492AE0E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Promotes collaboration between developers, testers, and business stakeholders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8DAFF-3FC4-4F5C-B877-8ED13DC20525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01CDC-D886-4E39-A02E-832C436AAF8C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00347-D218-4EEA-8DBB-69A21966DCF5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Improves communication across teams</a:t>
          </a:r>
          <a:endParaRPr lang="en-US" sz="1900" kern="1200"/>
        </a:p>
      </dsp:txBody>
      <dsp:txXfrm>
        <a:off x="1074268" y="4366"/>
        <a:ext cx="5170996" cy="930102"/>
      </dsp:txXfrm>
    </dsp:sp>
    <dsp:sp modelId="{1A3A5C7E-4A0E-432A-984E-EF7269DA3FC0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E1550-58F6-4CC0-BCFB-05AC4D39951E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75917-7F41-4A53-88C5-5DC028BFAB33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Requirements are written as executable specifications</a:t>
          </a:r>
          <a:endParaRPr lang="en-US" sz="1900" kern="1200"/>
        </a:p>
      </dsp:txBody>
      <dsp:txXfrm>
        <a:off x="1074268" y="1166994"/>
        <a:ext cx="5170996" cy="930102"/>
      </dsp:txXfrm>
    </dsp:sp>
    <dsp:sp modelId="{E9AB18FC-DC9F-42AA-BFF9-DC369A6BB8D4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A3F5F-1172-45B7-9C29-2B44FCDE0E73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43639-5F0E-4E55-9894-B82E403462E5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Tests are readable and maintainable</a:t>
          </a:r>
          <a:endParaRPr lang="en-US" sz="1900" kern="1200"/>
        </a:p>
      </dsp:txBody>
      <dsp:txXfrm>
        <a:off x="1074268" y="2329622"/>
        <a:ext cx="5170996" cy="930102"/>
      </dsp:txXfrm>
    </dsp:sp>
    <dsp:sp modelId="{9349BDB9-A867-4826-87FC-70A6B46D7AF6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ED45B-D223-4189-9F7D-4F813112323F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BE8ED-A8D3-4D22-9158-0D88A1258DD8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Faster feedback and defect detection</a:t>
          </a:r>
          <a:endParaRPr lang="en-US" sz="1900" kern="1200"/>
        </a:p>
      </dsp:txBody>
      <dsp:txXfrm>
        <a:off x="1074268" y="3492250"/>
        <a:ext cx="5170996" cy="930102"/>
      </dsp:txXfrm>
    </dsp:sp>
    <dsp:sp modelId="{CEAEED7D-6E1D-4C7C-A282-5FCBD20AF509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1FACD-F368-4F59-A9DD-018DCAD1F5E6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AD01-8B86-428F-A9CE-F14CAB2ABFA6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Encourages shared ownership of quality</a:t>
          </a:r>
          <a:endParaRPr lang="en-US" sz="1900" kern="1200"/>
        </a:p>
      </dsp:txBody>
      <dsp:txXfrm>
        <a:off x="1074268" y="4654878"/>
        <a:ext cx="5170996" cy="930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7351E-FDE3-49C7-BAF4-6AB28FD36FE7}">
      <dsp:nvSpPr>
        <dsp:cNvPr id="0" name=""/>
        <dsp:cNvSpPr/>
      </dsp:nvSpPr>
      <dsp:spPr>
        <a:xfrm>
          <a:off x="0" y="68183"/>
          <a:ext cx="6263640" cy="12729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Cucumber is a popular BDD tool that executes Gherkin scenarios</a:t>
          </a:r>
          <a:endParaRPr lang="en-US" sz="3200" kern="1200"/>
        </a:p>
      </dsp:txBody>
      <dsp:txXfrm>
        <a:off x="62141" y="130324"/>
        <a:ext cx="6139358" cy="1148678"/>
      </dsp:txXfrm>
    </dsp:sp>
    <dsp:sp modelId="{24BC5715-6DB0-4EC1-BB15-84B0B0DF6DEC}">
      <dsp:nvSpPr>
        <dsp:cNvPr id="0" name=""/>
        <dsp:cNvSpPr/>
      </dsp:nvSpPr>
      <dsp:spPr>
        <a:xfrm>
          <a:off x="0" y="1433303"/>
          <a:ext cx="6263640" cy="12729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Supports multiple languages: Java, JavaScript, Ruby, etc.</a:t>
          </a:r>
          <a:endParaRPr lang="en-US" sz="3200" kern="1200"/>
        </a:p>
      </dsp:txBody>
      <dsp:txXfrm>
        <a:off x="62141" y="1495444"/>
        <a:ext cx="6139358" cy="1148678"/>
      </dsp:txXfrm>
    </dsp:sp>
    <dsp:sp modelId="{905D1725-706A-4AAD-919C-EFA6333D7AA6}">
      <dsp:nvSpPr>
        <dsp:cNvPr id="0" name=""/>
        <dsp:cNvSpPr/>
      </dsp:nvSpPr>
      <dsp:spPr>
        <a:xfrm>
          <a:off x="0" y="2798423"/>
          <a:ext cx="6263640" cy="12729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Integrates with Selenium, JUnit, TestNG, and CI/CD tools</a:t>
          </a:r>
          <a:endParaRPr lang="en-US" sz="3200" kern="1200"/>
        </a:p>
      </dsp:txBody>
      <dsp:txXfrm>
        <a:off x="62141" y="2860564"/>
        <a:ext cx="6139358" cy="1148678"/>
      </dsp:txXfrm>
    </dsp:sp>
    <dsp:sp modelId="{17DF56B1-C0B8-480F-9104-B5D63E5A39F5}">
      <dsp:nvSpPr>
        <dsp:cNvPr id="0" name=""/>
        <dsp:cNvSpPr/>
      </dsp:nvSpPr>
      <dsp:spPr>
        <a:xfrm>
          <a:off x="0" y="4163544"/>
          <a:ext cx="6263640" cy="12729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Converts plain-text scenarios into automated tests</a:t>
          </a:r>
          <a:endParaRPr lang="en-US" sz="3200" kern="1200"/>
        </a:p>
      </dsp:txBody>
      <dsp:txXfrm>
        <a:off x="62141" y="4225685"/>
        <a:ext cx="6139358" cy="1148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46E80-2EF5-4671-B92D-06A425913A70}">
      <dsp:nvSpPr>
        <dsp:cNvPr id="0" name=""/>
        <dsp:cNvSpPr/>
      </dsp:nvSpPr>
      <dsp:spPr>
        <a:xfrm>
          <a:off x="1365978" y="1030782"/>
          <a:ext cx="1092782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959393-0A63-4070-A9FB-E62270F7B3CE}">
      <dsp:nvSpPr>
        <dsp:cNvPr id="0" name=""/>
        <dsp:cNvSpPr/>
      </dsp:nvSpPr>
      <dsp:spPr>
        <a:xfrm>
          <a:off x="2524328" y="939022"/>
          <a:ext cx="125670" cy="23599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612247"/>
            <a:satOff val="-5657"/>
            <a:lumOff val="-6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12247"/>
              <a:satOff val="-5657"/>
              <a:lumOff val="-6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5435BE-3F62-421C-A137-A7362B1D3C77}">
      <dsp:nvSpPr>
        <dsp:cNvPr id="0" name=""/>
        <dsp:cNvSpPr/>
      </dsp:nvSpPr>
      <dsp:spPr>
        <a:xfrm>
          <a:off x="656508" y="457947"/>
          <a:ext cx="1145743" cy="1145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61" tIns="44461" rIns="44461" bIns="44461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1</a:t>
          </a:r>
        </a:p>
      </dsp:txBody>
      <dsp:txXfrm>
        <a:off x="824298" y="625737"/>
        <a:ext cx="810163" cy="810163"/>
      </dsp:txXfrm>
    </dsp:sp>
    <dsp:sp modelId="{48465A36-8C1D-4D8A-8BA1-213DCB24C65D}">
      <dsp:nvSpPr>
        <dsp:cNvPr id="0" name=""/>
        <dsp:cNvSpPr/>
      </dsp:nvSpPr>
      <dsp:spPr>
        <a:xfrm>
          <a:off x="0" y="1769288"/>
          <a:ext cx="245876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224494"/>
            <a:satOff val="-11315"/>
            <a:lumOff val="-127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224494"/>
              <a:satOff val="-11315"/>
              <a:lumOff val="-1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950" tIns="165100" rIns="193950" bIns="1651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Write feature file in Gherkin</a:t>
          </a:r>
          <a:endParaRPr lang="en-US" sz="2400" kern="1200" dirty="0"/>
        </a:p>
      </dsp:txBody>
      <dsp:txXfrm>
        <a:off x="0" y="2162408"/>
        <a:ext cx="2458761" cy="1572480"/>
      </dsp:txXfrm>
    </dsp:sp>
    <dsp:sp modelId="{5FBAD3F9-F784-45EC-A8BF-24F7D24728F0}">
      <dsp:nvSpPr>
        <dsp:cNvPr id="0" name=""/>
        <dsp:cNvSpPr/>
      </dsp:nvSpPr>
      <dsp:spPr>
        <a:xfrm>
          <a:off x="2731957" y="1030752"/>
          <a:ext cx="2458761" cy="71"/>
        </a:xfrm>
        <a:prstGeom prst="rect">
          <a:avLst/>
        </a:prstGeom>
        <a:solidFill>
          <a:schemeClr val="accent2">
            <a:tint val="40000"/>
            <a:alpha val="90000"/>
            <a:hueOff val="1836741"/>
            <a:satOff val="-16972"/>
            <a:lumOff val="-191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836741"/>
              <a:satOff val="-16972"/>
              <a:lumOff val="-19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F25091-55DD-4478-A943-34D8BCBDA3EB}">
      <dsp:nvSpPr>
        <dsp:cNvPr id="0" name=""/>
        <dsp:cNvSpPr/>
      </dsp:nvSpPr>
      <dsp:spPr>
        <a:xfrm>
          <a:off x="5256285" y="938994"/>
          <a:ext cx="125670" cy="236035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2448988"/>
            <a:satOff val="-22630"/>
            <a:lumOff val="-255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448988"/>
              <a:satOff val="-22630"/>
              <a:lumOff val="-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852CB-A4D5-4CD4-9F3A-07A74B953A79}">
      <dsp:nvSpPr>
        <dsp:cNvPr id="0" name=""/>
        <dsp:cNvSpPr/>
      </dsp:nvSpPr>
      <dsp:spPr>
        <a:xfrm>
          <a:off x="3388466" y="457916"/>
          <a:ext cx="1145743" cy="1145743"/>
        </a:xfrm>
        <a:prstGeom prst="ellips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61" tIns="44461" rIns="44461" bIns="44461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2</a:t>
          </a:r>
        </a:p>
      </dsp:txBody>
      <dsp:txXfrm>
        <a:off x="3556256" y="625706"/>
        <a:ext cx="810163" cy="810163"/>
      </dsp:txXfrm>
    </dsp:sp>
    <dsp:sp modelId="{E8388F4A-9E30-4566-8E7E-15481FB89A3D}">
      <dsp:nvSpPr>
        <dsp:cNvPr id="0" name=""/>
        <dsp:cNvSpPr/>
      </dsp:nvSpPr>
      <dsp:spPr>
        <a:xfrm>
          <a:off x="2731957" y="1769255"/>
          <a:ext cx="245876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3061236"/>
            <a:satOff val="-28287"/>
            <a:lumOff val="-318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061236"/>
              <a:satOff val="-28287"/>
              <a:lumOff val="-31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950" tIns="165100" rIns="193950" bIns="1651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Implement step definitions in code</a:t>
          </a:r>
          <a:endParaRPr lang="en-US" sz="2400" kern="1200"/>
        </a:p>
      </dsp:txBody>
      <dsp:txXfrm>
        <a:off x="2731957" y="2162375"/>
        <a:ext cx="2458761" cy="1572480"/>
      </dsp:txXfrm>
    </dsp:sp>
    <dsp:sp modelId="{214D19A3-4E07-429B-AFDB-610FC757EA1A}">
      <dsp:nvSpPr>
        <dsp:cNvPr id="0" name=""/>
        <dsp:cNvSpPr/>
      </dsp:nvSpPr>
      <dsp:spPr>
        <a:xfrm>
          <a:off x="5463914" y="1030766"/>
          <a:ext cx="2458761" cy="72"/>
        </a:xfrm>
        <a:prstGeom prst="rect">
          <a:avLst/>
        </a:prstGeom>
        <a:solidFill>
          <a:schemeClr val="accent2">
            <a:tint val="40000"/>
            <a:alpha val="90000"/>
            <a:hueOff val="3673483"/>
            <a:satOff val="-33945"/>
            <a:lumOff val="-382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673483"/>
              <a:satOff val="-33945"/>
              <a:lumOff val="-38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C941A-0837-4DE2-A2BA-0028C43B5A3D}">
      <dsp:nvSpPr>
        <dsp:cNvPr id="0" name=""/>
        <dsp:cNvSpPr/>
      </dsp:nvSpPr>
      <dsp:spPr>
        <a:xfrm>
          <a:off x="7988242" y="939006"/>
          <a:ext cx="125670" cy="236047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4285730"/>
            <a:satOff val="-39602"/>
            <a:lumOff val="-446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285730"/>
              <a:satOff val="-39602"/>
              <a:lumOff val="-4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8373E-B4E8-40B9-8DAD-BE1633C47982}">
      <dsp:nvSpPr>
        <dsp:cNvPr id="0" name=""/>
        <dsp:cNvSpPr/>
      </dsp:nvSpPr>
      <dsp:spPr>
        <a:xfrm>
          <a:off x="6120423" y="457930"/>
          <a:ext cx="1145743" cy="1145743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61" tIns="44461" rIns="44461" bIns="44461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3</a:t>
          </a:r>
        </a:p>
      </dsp:txBody>
      <dsp:txXfrm>
        <a:off x="6288213" y="625720"/>
        <a:ext cx="810163" cy="810163"/>
      </dsp:txXfrm>
    </dsp:sp>
    <dsp:sp modelId="{6D5D76DD-F300-4322-A5FE-ECA1AC7ECBED}">
      <dsp:nvSpPr>
        <dsp:cNvPr id="0" name=""/>
        <dsp:cNvSpPr/>
      </dsp:nvSpPr>
      <dsp:spPr>
        <a:xfrm>
          <a:off x="5463914" y="1769288"/>
          <a:ext cx="245876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897977"/>
            <a:satOff val="-45260"/>
            <a:lumOff val="-510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897977"/>
              <a:satOff val="-45260"/>
              <a:lumOff val="-51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950" tIns="165100" rIns="193950" bIns="1651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Run tests using Cucumber runner</a:t>
          </a:r>
          <a:endParaRPr lang="en-US" sz="2400" kern="1200"/>
        </a:p>
      </dsp:txBody>
      <dsp:txXfrm>
        <a:off x="5463914" y="2162408"/>
        <a:ext cx="2458761" cy="1572480"/>
      </dsp:txXfrm>
    </dsp:sp>
    <dsp:sp modelId="{67F50C0F-8E20-4465-B835-1BD85F33550A}">
      <dsp:nvSpPr>
        <dsp:cNvPr id="0" name=""/>
        <dsp:cNvSpPr/>
      </dsp:nvSpPr>
      <dsp:spPr>
        <a:xfrm>
          <a:off x="8195871" y="1030766"/>
          <a:ext cx="1229380" cy="72"/>
        </a:xfrm>
        <a:prstGeom prst="rect">
          <a:avLst/>
        </a:prstGeom>
        <a:solidFill>
          <a:schemeClr val="accent2">
            <a:tint val="40000"/>
            <a:alpha val="90000"/>
            <a:hueOff val="5510224"/>
            <a:satOff val="-50917"/>
            <a:lumOff val="-574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510224"/>
              <a:satOff val="-50917"/>
              <a:lumOff val="-57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D7E85-8884-4876-B021-BE3DC9D4E7B9}">
      <dsp:nvSpPr>
        <dsp:cNvPr id="0" name=""/>
        <dsp:cNvSpPr/>
      </dsp:nvSpPr>
      <dsp:spPr>
        <a:xfrm>
          <a:off x="8852380" y="457930"/>
          <a:ext cx="1145743" cy="1145743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61" tIns="44461" rIns="44461" bIns="44461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4</a:t>
          </a:r>
        </a:p>
      </dsp:txBody>
      <dsp:txXfrm>
        <a:off x="9020170" y="625720"/>
        <a:ext cx="810163" cy="810163"/>
      </dsp:txXfrm>
    </dsp:sp>
    <dsp:sp modelId="{0A3F80E8-AC0F-43FC-9F53-AC1352FF6597}">
      <dsp:nvSpPr>
        <dsp:cNvPr id="0" name=""/>
        <dsp:cNvSpPr/>
      </dsp:nvSpPr>
      <dsp:spPr>
        <a:xfrm>
          <a:off x="8195871" y="1769288"/>
          <a:ext cx="245876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950" tIns="165100" rIns="193950" bIns="1651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Generate reports (HTML, JUnit, etc.)</a:t>
          </a:r>
          <a:endParaRPr lang="en-US" sz="2400" kern="1200"/>
        </a:p>
      </dsp:txBody>
      <dsp:txXfrm>
        <a:off x="8195871" y="2162408"/>
        <a:ext cx="2458761" cy="1572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848FC-E528-4D88-A88C-8D3C936E7C10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5E441-C856-41C4-879A-9D273B9EDB81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0BB4F-914C-460F-9118-FFF095930357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Gherkin is a </a:t>
          </a:r>
          <a:r>
            <a:rPr lang="en-US" sz="2300" b="1" i="0" kern="1200" baseline="0"/>
            <a:t>domain-specific language</a:t>
          </a:r>
          <a:r>
            <a:rPr lang="en-US" sz="2300" b="0" i="0" kern="1200" baseline="0"/>
            <a:t> used in BDD</a:t>
          </a:r>
          <a:endParaRPr lang="en-US" sz="2300" kern="1200"/>
        </a:p>
      </dsp:txBody>
      <dsp:txXfrm>
        <a:off x="1834517" y="469890"/>
        <a:ext cx="3148942" cy="1335915"/>
      </dsp:txXfrm>
    </dsp:sp>
    <dsp:sp modelId="{5B5D2ADC-0A39-4C92-B3C1-1A2E896C68A2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71FFC-797B-43B1-920D-41DFFD5ED5F6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62DAC-6192-4680-9AB3-3501B3A4377B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Describes software behavior in </a:t>
          </a:r>
          <a:r>
            <a:rPr lang="en-US" sz="2300" b="1" i="0" kern="1200" baseline="0"/>
            <a:t>plain English</a:t>
          </a:r>
          <a:endParaRPr lang="en-US" sz="2300" kern="1200"/>
        </a:p>
      </dsp:txBody>
      <dsp:txXfrm>
        <a:off x="7154322" y="469890"/>
        <a:ext cx="3148942" cy="1335915"/>
      </dsp:txXfrm>
    </dsp:sp>
    <dsp:sp modelId="{9CFF7AC7-1122-44F6-ABD0-61750FA243F8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849FE1-E6C7-4D5E-BB11-33438361D60C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38AA6-429D-478F-BB58-173E1B72867D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Used by tools like </a:t>
          </a:r>
          <a:r>
            <a:rPr lang="en-US" sz="2300" b="1" i="0" kern="1200" baseline="0"/>
            <a:t>Cucumber</a:t>
          </a:r>
          <a:r>
            <a:rPr lang="en-US" sz="2300" b="0" i="0" kern="1200" baseline="0"/>
            <a:t> to automate acceptance tests</a:t>
          </a:r>
          <a:endParaRPr lang="en-US" sz="2300" kern="1200"/>
        </a:p>
      </dsp:txBody>
      <dsp:txXfrm>
        <a:off x="1834517" y="2545532"/>
        <a:ext cx="3148942" cy="1335915"/>
      </dsp:txXfrm>
    </dsp:sp>
    <dsp:sp modelId="{D4FB9D96-9CBD-49EC-A89C-4B647B2D37A4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B6F73-632A-4245-99BA-592F9A90C686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B2A39-F130-4FD5-9734-6017741044F3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Promotes collaboration between developers, testers, and business stakeholders</a:t>
          </a:r>
          <a:endParaRPr lang="en-US" sz="2300" kern="1200"/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74C8-AC40-5412-0800-7C6FF514E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E877F-9DE4-A9CC-1102-656EAEB3F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369D-F9E6-274D-FD18-3670F9E65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7311E-E6F9-39B4-E7D0-BB04F731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697BA-3DED-0D2E-9423-615649B0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31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1598-7210-1314-D25F-DBC462FB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FE330-DAFE-5E64-1C91-FFE6B3FF9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8882A-FC7A-AAC7-395F-CA2F1031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32C3-542F-0740-0D63-B10A4E62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AF6B3-B870-FA3C-6F56-A713B76D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25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A715-B030-8547-DD47-6EE5AEB0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0B57D-3628-921D-2A74-D474D9D66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23C6-96C6-9D22-B9DD-CEFEB924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54991-DC8B-4D8E-4B5E-4CB20990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FE60C-17DF-B084-EAF1-A34678A8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4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50BA-7AB8-F2A6-6466-20FC4C90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E668-6306-739E-00E4-DE2FBF5C5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E55EA-E6A6-9FE7-9AC2-7A6AECFC6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606C1-C197-F644-0C2E-F7E46530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7BA83-20C3-6576-4F77-A5E04492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1691E-D8DA-7E69-F74B-0A31D8EF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79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68F6-C7FB-6F63-F13A-9C103A86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1D45B-EB25-BF77-91C4-76AC78C54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50101-741B-1D5F-1C78-80CB80FA1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4743D-ED9B-C3BA-9074-811DF526E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C3F90-93B1-C3F8-3E50-4B109A0D8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DE502-6022-1AB9-E45D-FCB5BAC0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B25BC-A221-6BB0-9097-9ADE4BFC7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CF1D7-0C96-E747-C249-B6B5CE8D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52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1753-F8F0-51D7-5654-05AEBCB0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28407-6B6E-064E-B404-B94EE2A8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4EC99-AA05-A75F-DE38-B3A08F2C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CC609-8674-6E16-981F-D537C964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58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E5530-E97E-EB42-BCDE-4103AA2C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47D77D-3410-21AF-D2EF-BC336A5B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E8BC6-AFC8-95C0-4D69-9F17285B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95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9FE3-34CF-C153-0C39-C76AD8C5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350E5-8806-A615-41D8-2A5B7A250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C6779-638E-90DC-FE35-15AF9ACE6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6AA1A-B8EF-3113-8EC9-5E8424D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CE1B0-DA6D-776F-01A2-91A324E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E11B7-519F-7494-38A3-69C3DF77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96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79B4-2947-3887-2AFA-F5926A960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F13C15-A17D-5774-6309-8F061C62E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3BFF0-9112-9D2F-2F90-3D272B49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3AB70-F19A-E843-3A05-D386ADC0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BB804-0D98-81F4-D500-F19C80B87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F6CB8-9F38-C61F-73A0-47FD3FED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36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309B-AA3A-E194-F017-311B65BB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A28EE-CA16-C1A4-8E35-A39FF0FE9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86B34-5280-36D0-F63C-38963056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812FE-6256-F5DE-7668-52372228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081E5-9494-BEE6-D323-AF1ADDFD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0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1A32B9-0A83-4D2F-A61F-7A62A1CBF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03668-B3AC-85C1-1A74-5FB2482A3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1DAE2-3BA2-74C3-3722-73EBC0AE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B9B8B-36A7-EAAA-87FA-7F8836C2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3F7C3-FA39-B68A-C4A9-A3DDE1C8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5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5650D-1BCD-D5B2-85AD-1EB9024F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C4712-E62C-4A11-AFA4-3890EFF7D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140D2-F8EE-3A6C-2D49-F5ADD194A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F5040-6F07-4EC2-9D59-6E3874F806D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9419A-94E7-9341-8EA4-A758C13A3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BB8AE-0D2A-7EDA-3B9E-B9F7A724D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B855E-E0E8-460A-ADC4-FAFF861391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39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EB5B2-2977-2200-04F3-BC5B58C8D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06" y="643467"/>
            <a:ext cx="9214588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77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6C547-B1FE-F9E1-65E2-06DAA675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5000" dirty="0"/>
              <a:t>Behaviour Driven Development</a:t>
            </a:r>
            <a:endParaRPr lang="en-IN" sz="5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C72E38-45D7-B1B4-8EE4-DA36D5783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86762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7279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BA179-3530-6E04-E1B8-7960B8EE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8000"/>
              <a:t>Benefits of using BDD</a:t>
            </a:r>
            <a:endParaRPr lang="en-IN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8CF04D-2430-A3D3-CA4B-4080AC8C4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07670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164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E8301-F601-D2B6-0C36-85E5F86E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GB" sz="5200"/>
              <a:t>Cucumber</a:t>
            </a:r>
            <a:endParaRPr lang="en-IN" sz="520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7546C5E-1FB6-1C7B-E682-0C12123A9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5968350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152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0AA79-CF22-FC62-DB40-B72CE03E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How Cucumber Works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827C015-2BCD-4D7E-DA45-9E18F8E8FA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6721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126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402DF-907E-6DD8-0B12-7F3F8B71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</a:rPr>
              <a:t>Gherkin – The Language of BDD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EB901B1-24E4-0BFE-4D5C-03429086F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53949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000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8DBD5-3842-20C9-3F28-23CE07A7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Gherkin Keywords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AD6DF7-566F-EFC1-87E5-C28B6818A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384955"/>
              </p:ext>
            </p:extLst>
          </p:nvPr>
        </p:nvGraphicFramePr>
        <p:xfrm>
          <a:off x="1254756" y="1800911"/>
          <a:ext cx="9682489" cy="4351340"/>
        </p:xfrm>
        <a:graphic>
          <a:graphicData uri="http://schemas.openxmlformats.org/drawingml/2006/table">
            <a:tbl>
              <a:tblPr/>
              <a:tblGrid>
                <a:gridCol w="2917955">
                  <a:extLst>
                    <a:ext uri="{9D8B030D-6E8A-4147-A177-3AD203B41FA5}">
                      <a16:colId xmlns:a16="http://schemas.microsoft.com/office/drawing/2014/main" val="750988439"/>
                    </a:ext>
                  </a:extLst>
                </a:gridCol>
                <a:gridCol w="6764534">
                  <a:extLst>
                    <a:ext uri="{9D8B030D-6E8A-4147-A177-3AD203B41FA5}">
                      <a16:colId xmlns:a16="http://schemas.microsoft.com/office/drawing/2014/main" val="4191333718"/>
                    </a:ext>
                  </a:extLst>
                </a:gridCol>
              </a:tblGrid>
              <a:tr h="4351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Keyword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521457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Feature: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Describes the feature under test</a:t>
                      </a:r>
                      <a:endParaRPr lang="en-GB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38385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Scenario: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Describes a specific test case</a:t>
                      </a:r>
                      <a:endParaRPr lang="en-GB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552350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Given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up the initial context</a:t>
                      </a:r>
                      <a:endParaRPr lang="en-GB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457926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When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Describes the action or event</a:t>
                      </a:r>
                      <a:endParaRPr lang="en-GB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59133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Then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Describes the expected outcome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4903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And</a:t>
                      </a: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/ </a:t>
                      </a: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But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Adds additional steps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77861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Background: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Common setup for all scenarios</a:t>
                      </a:r>
                      <a:endParaRPr lang="en-GB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49524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Scenario Outline: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Template for multiple test cases</a:t>
                      </a:r>
                      <a:endParaRPr lang="en-GB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880854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Examples: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table for Scenario Outline</a:t>
                      </a:r>
                      <a:endParaRPr lang="en-IN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22" marR="13122" marT="13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91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E8F6-9521-C2DB-F873-7FA3B13AB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1. Feature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Describes the high-level functionality or business requirement.</a:t>
            </a:r>
          </a:p>
          <a:p>
            <a:pPr marL="0" indent="0">
              <a:buNone/>
            </a:pPr>
            <a:r>
              <a:rPr lang="en-GB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Feature: </a:t>
            </a:r>
            <a:r>
              <a:rPr lang="en-GB" i="1" dirty="0"/>
              <a:t>User Login</a:t>
            </a:r>
          </a:p>
          <a:p>
            <a:pPr marL="0" indent="0">
              <a:buNone/>
            </a:pPr>
            <a:r>
              <a:rPr lang="en-GB" i="1" dirty="0"/>
              <a:t>  As a registered user</a:t>
            </a:r>
          </a:p>
          <a:p>
            <a:pPr marL="0" indent="0">
              <a:buNone/>
            </a:pPr>
            <a:r>
              <a:rPr lang="en-GB" i="1" dirty="0"/>
              <a:t>  I want to log in to my account</a:t>
            </a:r>
          </a:p>
          <a:p>
            <a:pPr marL="0" indent="0">
              <a:buNone/>
            </a:pPr>
            <a:r>
              <a:rPr lang="en-GB" i="1" dirty="0"/>
              <a:t>  So that I can access personalized features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b="1" dirty="0"/>
              <a:t>2. Scenario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Represents a specific example or test case.</a:t>
            </a:r>
          </a:p>
          <a:p>
            <a:pPr marL="0" indent="0">
              <a:buNone/>
            </a:pPr>
            <a:r>
              <a:rPr lang="en-GB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Scenario: </a:t>
            </a:r>
            <a:r>
              <a:rPr lang="en-GB" i="1" dirty="0"/>
              <a:t>Successful login</a:t>
            </a:r>
          </a:p>
          <a:p>
            <a:pPr marL="0" indent="0">
              <a:buNone/>
            </a:pPr>
            <a:r>
              <a:rPr lang="en-GB" i="1" dirty="0"/>
              <a:t>  Given the user is on the login page</a:t>
            </a:r>
          </a:p>
          <a:p>
            <a:pPr marL="0" indent="0">
              <a:buNone/>
            </a:pPr>
            <a:r>
              <a:rPr lang="en-GB" i="1" dirty="0"/>
              <a:t>  When the user enters valid credentials</a:t>
            </a:r>
          </a:p>
          <a:p>
            <a:pPr marL="0" indent="0">
              <a:buNone/>
            </a:pPr>
            <a:r>
              <a:rPr lang="en-GB" i="1" dirty="0"/>
              <a:t>  Then the user should be redirected to the dashboard</a:t>
            </a:r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31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29BE2-733B-EDCE-42CF-5036C0E30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3. Given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Sets up the initial context or preconditions.</a:t>
            </a:r>
          </a:p>
          <a:p>
            <a:pPr marL="0" indent="0">
              <a:buNone/>
            </a:pPr>
            <a:r>
              <a:rPr lang="en-IN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</a:t>
            </a:r>
            <a:r>
              <a:rPr lang="en-GB" i="1" dirty="0"/>
              <a:t> the user is on the login page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b="1" dirty="0"/>
              <a:t>4. When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Describes the action or event that triggers the behavior.</a:t>
            </a:r>
          </a:p>
          <a:p>
            <a:pPr marL="0" indent="0">
              <a:buNone/>
            </a:pPr>
            <a:r>
              <a:rPr lang="en-GB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When</a:t>
            </a:r>
            <a:r>
              <a:rPr lang="en-GB" i="1" dirty="0"/>
              <a:t> the user enters valid credentials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GB" b="1" dirty="0"/>
              <a:t>5. Then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Describes the expected outcome or result.</a:t>
            </a:r>
          </a:p>
          <a:p>
            <a:pPr marL="0" indent="0">
              <a:buNone/>
            </a:pPr>
            <a:r>
              <a:rPr lang="en-IN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Then</a:t>
            </a:r>
            <a:r>
              <a:rPr lang="en-GB" i="1" dirty="0"/>
              <a:t> the user should be redirected to the dashboard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8862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ED96-3950-D14E-0850-C46F9C24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0"/>
            <a:ext cx="12104914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6. And</a:t>
            </a:r>
          </a:p>
          <a:p>
            <a:pPr marL="0" indent="0">
              <a:buNone/>
            </a:pPr>
            <a:r>
              <a:rPr lang="en-GB" b="1" dirty="0"/>
              <a:t>Purpose: </a:t>
            </a:r>
            <a:r>
              <a:rPr lang="en-GB" dirty="0"/>
              <a:t>Adds additional steps to Given, When, or Then.</a:t>
            </a:r>
          </a:p>
          <a:p>
            <a:pPr marL="0" indent="0">
              <a:buNone/>
            </a:pPr>
            <a:r>
              <a:rPr lang="en-GB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And</a:t>
            </a:r>
            <a:r>
              <a:rPr lang="en-GB" i="1" dirty="0"/>
              <a:t> the user clicks the login button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b="1" dirty="0"/>
              <a:t>7. But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Adds an exception or contrast to a step.</a:t>
            </a:r>
          </a:p>
          <a:p>
            <a:pPr marL="0" indent="0">
              <a:buNone/>
            </a:pPr>
            <a:r>
              <a:rPr lang="en-GB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But</a:t>
            </a:r>
            <a:r>
              <a:rPr lang="en-GB" i="1" dirty="0"/>
              <a:t> the user should not see an error message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8. Background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Defines steps common to all scenarios in a feature.</a:t>
            </a:r>
          </a:p>
          <a:p>
            <a:pPr marL="0" indent="0">
              <a:buNone/>
            </a:pPr>
            <a:r>
              <a:rPr lang="en-GB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Background:</a:t>
            </a:r>
          </a:p>
          <a:p>
            <a:pPr marL="0" indent="0">
              <a:buNone/>
            </a:pPr>
            <a:r>
              <a:rPr lang="en-GB" i="1" dirty="0"/>
              <a:t>  Given the user is logged in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60437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2839-7713-D4AB-A839-06C1B16BC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52400"/>
            <a:ext cx="12104914" cy="670560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9. Scenario Outline</a:t>
            </a:r>
          </a:p>
          <a:p>
            <a:pPr marL="0" indent="0">
              <a:buNone/>
            </a:pPr>
            <a:r>
              <a:rPr lang="en-GB" b="1" dirty="0"/>
              <a:t>Purpose</a:t>
            </a:r>
            <a:r>
              <a:rPr lang="en-GB" dirty="0"/>
              <a:t>: Template for multiple scenarios with different inputs.</a:t>
            </a:r>
          </a:p>
          <a:p>
            <a:pPr marL="0" indent="0">
              <a:buNone/>
            </a:pPr>
            <a:r>
              <a:rPr lang="en-GB" b="1" dirty="0"/>
              <a:t>Ex: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Scenario Outline: </a:t>
            </a:r>
            <a:r>
              <a:rPr lang="en-GB" i="1" dirty="0"/>
              <a:t>Login attempts</a:t>
            </a:r>
          </a:p>
          <a:p>
            <a:pPr marL="0" indent="0">
              <a:buNone/>
            </a:pPr>
            <a:r>
              <a:rPr lang="en-GB" i="1" dirty="0"/>
              <a:t>  </a:t>
            </a:r>
            <a:r>
              <a:rPr lang="en-GB" i="1" dirty="0">
                <a:highlight>
                  <a:srgbClr val="FFFF00"/>
                </a:highlight>
              </a:rPr>
              <a:t>Given</a:t>
            </a:r>
            <a:r>
              <a:rPr lang="en-GB" i="1" dirty="0"/>
              <a:t> the user is on the login page</a:t>
            </a:r>
          </a:p>
          <a:p>
            <a:pPr marL="0" indent="0">
              <a:buNone/>
            </a:pPr>
            <a:r>
              <a:rPr lang="en-GB" i="1" dirty="0"/>
              <a:t>  </a:t>
            </a:r>
            <a:r>
              <a:rPr lang="en-GB" i="1" dirty="0">
                <a:highlight>
                  <a:srgbClr val="FFFF00"/>
                </a:highlight>
              </a:rPr>
              <a:t>When</a:t>
            </a:r>
            <a:r>
              <a:rPr lang="en-GB" i="1" dirty="0"/>
              <a:t> the user enters &lt;username&gt; and &lt;password&gt;</a:t>
            </a:r>
          </a:p>
          <a:p>
            <a:pPr marL="0" indent="0">
              <a:buNone/>
            </a:pPr>
            <a:r>
              <a:rPr lang="en-GB" i="1" dirty="0"/>
              <a:t>  </a:t>
            </a:r>
            <a:r>
              <a:rPr lang="en-GB" i="1" dirty="0">
                <a:highlight>
                  <a:srgbClr val="FFFF00"/>
                </a:highlight>
              </a:rPr>
              <a:t>Then</a:t>
            </a:r>
            <a:r>
              <a:rPr lang="en-GB" i="1" dirty="0"/>
              <a:t> the result should be &lt;outcome&gt;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i="1" dirty="0"/>
              <a:t>Examples:</a:t>
            </a:r>
          </a:p>
          <a:p>
            <a:pPr marL="0" indent="0">
              <a:buNone/>
            </a:pPr>
            <a:r>
              <a:rPr lang="en-GB" i="1" dirty="0"/>
              <a:t>  | username | password | outcome         |</a:t>
            </a:r>
          </a:p>
          <a:p>
            <a:pPr marL="0" indent="0">
              <a:buNone/>
            </a:pPr>
            <a:r>
              <a:rPr lang="en-GB" i="1" dirty="0"/>
              <a:t>  | user1    | pass123  | dashboard       |</a:t>
            </a:r>
          </a:p>
          <a:p>
            <a:pPr marL="0" indent="0">
              <a:buNone/>
            </a:pPr>
            <a:r>
              <a:rPr lang="en-GB" i="1" dirty="0"/>
              <a:t>  | user2    | </a:t>
            </a:r>
            <a:r>
              <a:rPr lang="en-GB" i="1" dirty="0" err="1"/>
              <a:t>wrongpwd</a:t>
            </a:r>
            <a:r>
              <a:rPr lang="en-GB" i="1" dirty="0"/>
              <a:t> | error message   |</a:t>
            </a:r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83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550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Arial Unicode MS</vt:lpstr>
      <vt:lpstr>Office Theme</vt:lpstr>
      <vt:lpstr>PowerPoint Presentation</vt:lpstr>
      <vt:lpstr>Behaviour Driven Development</vt:lpstr>
      <vt:lpstr>Benefits of using BDD</vt:lpstr>
      <vt:lpstr>Cucumber</vt:lpstr>
      <vt:lpstr>How Cucumber Works</vt:lpstr>
      <vt:lpstr>Gherkin – The Language of BDD</vt:lpstr>
      <vt:lpstr>Gherkin Keywords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33</cp:revision>
  <dcterms:created xsi:type="dcterms:W3CDTF">2025-08-12T03:48:02Z</dcterms:created>
  <dcterms:modified xsi:type="dcterms:W3CDTF">2025-08-13T03:37:37Z</dcterms:modified>
</cp:coreProperties>
</file>