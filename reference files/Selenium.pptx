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6" r:id="rId26"/>
    <p:sldId id="280" r:id="rId27"/>
    <p:sldId id="281" r:id="rId28"/>
    <p:sldId id="282" r:id="rId29"/>
    <p:sldId id="283" r:id="rId30"/>
    <p:sldId id="284" r:id="rId31"/>
    <p:sldId id="285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43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30" r:id="rId74"/>
    <p:sldId id="331" r:id="rId75"/>
    <p:sldId id="332" r:id="rId76"/>
    <p:sldId id="333" r:id="rId77"/>
    <p:sldId id="334" r:id="rId78"/>
    <p:sldId id="335" r:id="rId79"/>
    <p:sldId id="336" r:id="rId80"/>
    <p:sldId id="337" r:id="rId81"/>
    <p:sldId id="338" r:id="rId82"/>
    <p:sldId id="339" r:id="rId83"/>
    <p:sldId id="340" r:id="rId84"/>
    <p:sldId id="341" r:id="rId85"/>
    <p:sldId id="342" r:id="rId86"/>
    <p:sldId id="344" r:id="rId87"/>
    <p:sldId id="345" r:id="rId88"/>
    <p:sldId id="346" r:id="rId89"/>
    <p:sldId id="347" r:id="rId90"/>
    <p:sldId id="348" r:id="rId91"/>
    <p:sldId id="349" r:id="rId92"/>
    <p:sldId id="351" r:id="rId93"/>
    <p:sldId id="352" r:id="rId94"/>
    <p:sldId id="353" r:id="rId95"/>
    <p:sldId id="350" r:id="rId9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svg"/><Relationship Id="rId1" Type="http://schemas.openxmlformats.org/officeDocument/2006/relationships/image" Target="../media/image31.png"/><Relationship Id="rId6" Type="http://schemas.openxmlformats.org/officeDocument/2006/relationships/image" Target="../media/image36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445334-6005-40BC-8D6D-A2CB51E43EAC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2100B65-7552-496A-A76E-F37849D034F0}">
      <dgm:prSet/>
      <dgm:spPr/>
      <dgm:t>
        <a:bodyPr/>
        <a:lstStyle/>
        <a:p>
          <a:r>
            <a:rPr lang="en-GB" dirty="0"/>
            <a:t>Use of software tools to execute pre-scripted tests on an application automatically</a:t>
          </a:r>
          <a:endParaRPr lang="en-US" dirty="0"/>
        </a:p>
      </dgm:t>
    </dgm:pt>
    <dgm:pt modelId="{91FA6321-AE2C-4EC7-94B8-47A7EF80D6C5}" type="parTrans" cxnId="{6F8AAACE-E274-4588-B8A1-954625CB076C}">
      <dgm:prSet/>
      <dgm:spPr/>
      <dgm:t>
        <a:bodyPr/>
        <a:lstStyle/>
        <a:p>
          <a:endParaRPr lang="en-US"/>
        </a:p>
      </dgm:t>
    </dgm:pt>
    <dgm:pt modelId="{0679BE38-AD7A-48A8-95CF-0D47B3C9ADF9}" type="sibTrans" cxnId="{6F8AAACE-E274-4588-B8A1-954625CB076C}">
      <dgm:prSet/>
      <dgm:spPr/>
      <dgm:t>
        <a:bodyPr/>
        <a:lstStyle/>
        <a:p>
          <a:endParaRPr lang="en-US"/>
        </a:p>
      </dgm:t>
    </dgm:pt>
    <dgm:pt modelId="{B166D590-36C7-4692-98D5-2545875A7ED9}">
      <dgm:prSet/>
      <dgm:spPr/>
      <dgm:t>
        <a:bodyPr/>
        <a:lstStyle/>
        <a:p>
          <a:r>
            <a:rPr lang="en-GB" dirty="0"/>
            <a:t>Validates functionality, performance, and reliability without manual intervention</a:t>
          </a:r>
          <a:endParaRPr lang="en-US" dirty="0"/>
        </a:p>
      </dgm:t>
    </dgm:pt>
    <dgm:pt modelId="{D56DF293-29B3-45AB-82C1-10E336E8EE4E}" type="parTrans" cxnId="{CC2F57B7-4475-409D-BEFF-ADC31B0DBFE6}">
      <dgm:prSet/>
      <dgm:spPr/>
      <dgm:t>
        <a:bodyPr/>
        <a:lstStyle/>
        <a:p>
          <a:endParaRPr lang="en-US"/>
        </a:p>
      </dgm:t>
    </dgm:pt>
    <dgm:pt modelId="{C1C49C25-CD80-4DF6-8FEC-A627485DA5D6}" type="sibTrans" cxnId="{CC2F57B7-4475-409D-BEFF-ADC31B0DBFE6}">
      <dgm:prSet/>
      <dgm:spPr/>
      <dgm:t>
        <a:bodyPr/>
        <a:lstStyle/>
        <a:p>
          <a:endParaRPr lang="en-US"/>
        </a:p>
      </dgm:t>
    </dgm:pt>
    <dgm:pt modelId="{EAAD8D15-67EF-436D-B266-A09EFCF81278}">
      <dgm:prSet/>
      <dgm:spPr/>
      <dgm:t>
        <a:bodyPr/>
        <a:lstStyle/>
        <a:p>
          <a:r>
            <a:rPr lang="en-GB" dirty="0"/>
            <a:t>Ideal for repetitive, data-driven, and regression testing</a:t>
          </a:r>
          <a:endParaRPr lang="en-US" dirty="0"/>
        </a:p>
      </dgm:t>
    </dgm:pt>
    <dgm:pt modelId="{F019B268-EA45-4FA9-B98F-3B10699B5F46}" type="parTrans" cxnId="{2C3990D9-1D30-431B-BE5C-07DC3FCD387C}">
      <dgm:prSet/>
      <dgm:spPr/>
      <dgm:t>
        <a:bodyPr/>
        <a:lstStyle/>
        <a:p>
          <a:endParaRPr lang="en-US"/>
        </a:p>
      </dgm:t>
    </dgm:pt>
    <dgm:pt modelId="{41F93D75-0AAE-4D94-AEBA-287C9B719A02}" type="sibTrans" cxnId="{2C3990D9-1D30-431B-BE5C-07DC3FCD387C}">
      <dgm:prSet/>
      <dgm:spPr/>
      <dgm:t>
        <a:bodyPr/>
        <a:lstStyle/>
        <a:p>
          <a:endParaRPr lang="en-US"/>
        </a:p>
      </dgm:t>
    </dgm:pt>
    <dgm:pt modelId="{A0693177-79A4-437D-BB04-56376A4C1A0B}" type="pres">
      <dgm:prSet presAssocID="{99445334-6005-40BC-8D6D-A2CB51E43EA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901F6EA-898F-43A1-B53F-E6991FB489D6}" type="pres">
      <dgm:prSet presAssocID="{22100B65-7552-496A-A76E-F37849D034F0}" presName="hierRoot1" presStyleCnt="0"/>
      <dgm:spPr/>
    </dgm:pt>
    <dgm:pt modelId="{B065FC23-FE05-418A-9721-0D8A7B14D637}" type="pres">
      <dgm:prSet presAssocID="{22100B65-7552-496A-A76E-F37849D034F0}" presName="composite" presStyleCnt="0"/>
      <dgm:spPr/>
    </dgm:pt>
    <dgm:pt modelId="{9F37EB26-9644-4CEC-98E8-FEE065CD3319}" type="pres">
      <dgm:prSet presAssocID="{22100B65-7552-496A-A76E-F37849D034F0}" presName="background" presStyleLbl="node0" presStyleIdx="0" presStyleCnt="3"/>
      <dgm:spPr/>
    </dgm:pt>
    <dgm:pt modelId="{01C67E5E-550E-4D89-A48B-84EE359F2D33}" type="pres">
      <dgm:prSet presAssocID="{22100B65-7552-496A-A76E-F37849D034F0}" presName="text" presStyleLbl="fgAcc0" presStyleIdx="0" presStyleCnt="3">
        <dgm:presLayoutVars>
          <dgm:chPref val="3"/>
        </dgm:presLayoutVars>
      </dgm:prSet>
      <dgm:spPr/>
    </dgm:pt>
    <dgm:pt modelId="{68829BC5-8644-4847-ABF9-9CE726EBE0D7}" type="pres">
      <dgm:prSet presAssocID="{22100B65-7552-496A-A76E-F37849D034F0}" presName="hierChild2" presStyleCnt="0"/>
      <dgm:spPr/>
    </dgm:pt>
    <dgm:pt modelId="{38FA8FDD-E48E-488C-B80A-3EB91606FB6A}" type="pres">
      <dgm:prSet presAssocID="{B166D590-36C7-4692-98D5-2545875A7ED9}" presName="hierRoot1" presStyleCnt="0"/>
      <dgm:spPr/>
    </dgm:pt>
    <dgm:pt modelId="{E985B3AB-4145-4340-ADC9-79768DC771C0}" type="pres">
      <dgm:prSet presAssocID="{B166D590-36C7-4692-98D5-2545875A7ED9}" presName="composite" presStyleCnt="0"/>
      <dgm:spPr/>
    </dgm:pt>
    <dgm:pt modelId="{CA0EB9D4-B3D1-4A77-9A88-78EE06E8F0E3}" type="pres">
      <dgm:prSet presAssocID="{B166D590-36C7-4692-98D5-2545875A7ED9}" presName="background" presStyleLbl="node0" presStyleIdx="1" presStyleCnt="3"/>
      <dgm:spPr/>
    </dgm:pt>
    <dgm:pt modelId="{2CDD0AAF-6FC4-48F2-893F-CE0A87DF605F}" type="pres">
      <dgm:prSet presAssocID="{B166D590-36C7-4692-98D5-2545875A7ED9}" presName="text" presStyleLbl="fgAcc0" presStyleIdx="1" presStyleCnt="3">
        <dgm:presLayoutVars>
          <dgm:chPref val="3"/>
        </dgm:presLayoutVars>
      </dgm:prSet>
      <dgm:spPr/>
    </dgm:pt>
    <dgm:pt modelId="{1DC5BDEE-E6C5-43B6-AE01-813ED31C74FC}" type="pres">
      <dgm:prSet presAssocID="{B166D590-36C7-4692-98D5-2545875A7ED9}" presName="hierChild2" presStyleCnt="0"/>
      <dgm:spPr/>
    </dgm:pt>
    <dgm:pt modelId="{EF8B5C27-37F8-4728-A193-0204070C224F}" type="pres">
      <dgm:prSet presAssocID="{EAAD8D15-67EF-436D-B266-A09EFCF81278}" presName="hierRoot1" presStyleCnt="0"/>
      <dgm:spPr/>
    </dgm:pt>
    <dgm:pt modelId="{46CD9A99-02AB-4FAD-A00A-4732FBAC75CB}" type="pres">
      <dgm:prSet presAssocID="{EAAD8D15-67EF-436D-B266-A09EFCF81278}" presName="composite" presStyleCnt="0"/>
      <dgm:spPr/>
    </dgm:pt>
    <dgm:pt modelId="{30780212-37DC-4105-BB4A-B5F448791E68}" type="pres">
      <dgm:prSet presAssocID="{EAAD8D15-67EF-436D-B266-A09EFCF81278}" presName="background" presStyleLbl="node0" presStyleIdx="2" presStyleCnt="3"/>
      <dgm:spPr/>
    </dgm:pt>
    <dgm:pt modelId="{B4454F89-7704-4D6E-ABEF-21C33FDDE9A1}" type="pres">
      <dgm:prSet presAssocID="{EAAD8D15-67EF-436D-B266-A09EFCF81278}" presName="text" presStyleLbl="fgAcc0" presStyleIdx="2" presStyleCnt="3">
        <dgm:presLayoutVars>
          <dgm:chPref val="3"/>
        </dgm:presLayoutVars>
      </dgm:prSet>
      <dgm:spPr/>
    </dgm:pt>
    <dgm:pt modelId="{671CBEAE-BE12-41EE-8222-10CCAEBB6184}" type="pres">
      <dgm:prSet presAssocID="{EAAD8D15-67EF-436D-B266-A09EFCF81278}" presName="hierChild2" presStyleCnt="0"/>
      <dgm:spPr/>
    </dgm:pt>
  </dgm:ptLst>
  <dgm:cxnLst>
    <dgm:cxn modelId="{E7FBA704-7050-44D3-B965-19C53A5FEF4A}" type="presOf" srcId="{99445334-6005-40BC-8D6D-A2CB51E43EAC}" destId="{A0693177-79A4-437D-BB04-56376A4C1A0B}" srcOrd="0" destOrd="0" presId="urn:microsoft.com/office/officeart/2005/8/layout/hierarchy1"/>
    <dgm:cxn modelId="{17B2F654-7C0C-4EEB-A54B-A7DCB7A03A99}" type="presOf" srcId="{B166D590-36C7-4692-98D5-2545875A7ED9}" destId="{2CDD0AAF-6FC4-48F2-893F-CE0A87DF605F}" srcOrd="0" destOrd="0" presId="urn:microsoft.com/office/officeart/2005/8/layout/hierarchy1"/>
    <dgm:cxn modelId="{D6A2B297-6AA3-4A71-B7ED-C747D3D98F9A}" type="presOf" srcId="{EAAD8D15-67EF-436D-B266-A09EFCF81278}" destId="{B4454F89-7704-4D6E-ABEF-21C33FDDE9A1}" srcOrd="0" destOrd="0" presId="urn:microsoft.com/office/officeart/2005/8/layout/hierarchy1"/>
    <dgm:cxn modelId="{D6A154A6-1AE2-4573-A1C6-FFAD77C94942}" type="presOf" srcId="{22100B65-7552-496A-A76E-F37849D034F0}" destId="{01C67E5E-550E-4D89-A48B-84EE359F2D33}" srcOrd="0" destOrd="0" presId="urn:microsoft.com/office/officeart/2005/8/layout/hierarchy1"/>
    <dgm:cxn modelId="{CC2F57B7-4475-409D-BEFF-ADC31B0DBFE6}" srcId="{99445334-6005-40BC-8D6D-A2CB51E43EAC}" destId="{B166D590-36C7-4692-98D5-2545875A7ED9}" srcOrd="1" destOrd="0" parTransId="{D56DF293-29B3-45AB-82C1-10E336E8EE4E}" sibTransId="{C1C49C25-CD80-4DF6-8FEC-A627485DA5D6}"/>
    <dgm:cxn modelId="{6F8AAACE-E274-4588-B8A1-954625CB076C}" srcId="{99445334-6005-40BC-8D6D-A2CB51E43EAC}" destId="{22100B65-7552-496A-A76E-F37849D034F0}" srcOrd="0" destOrd="0" parTransId="{91FA6321-AE2C-4EC7-94B8-47A7EF80D6C5}" sibTransId="{0679BE38-AD7A-48A8-95CF-0D47B3C9ADF9}"/>
    <dgm:cxn modelId="{2C3990D9-1D30-431B-BE5C-07DC3FCD387C}" srcId="{99445334-6005-40BC-8D6D-A2CB51E43EAC}" destId="{EAAD8D15-67EF-436D-B266-A09EFCF81278}" srcOrd="2" destOrd="0" parTransId="{F019B268-EA45-4FA9-B98F-3B10699B5F46}" sibTransId="{41F93D75-0AAE-4D94-AEBA-287C9B719A02}"/>
    <dgm:cxn modelId="{A37AC5B7-993A-40D8-83A1-0A8845F33106}" type="presParOf" srcId="{A0693177-79A4-437D-BB04-56376A4C1A0B}" destId="{5901F6EA-898F-43A1-B53F-E6991FB489D6}" srcOrd="0" destOrd="0" presId="urn:microsoft.com/office/officeart/2005/8/layout/hierarchy1"/>
    <dgm:cxn modelId="{D12D4694-BF5C-4D45-8EB5-17465B11B3FF}" type="presParOf" srcId="{5901F6EA-898F-43A1-B53F-E6991FB489D6}" destId="{B065FC23-FE05-418A-9721-0D8A7B14D637}" srcOrd="0" destOrd="0" presId="urn:microsoft.com/office/officeart/2005/8/layout/hierarchy1"/>
    <dgm:cxn modelId="{A3F1F136-6FE6-4E6B-85B9-0A73AE2790A0}" type="presParOf" srcId="{B065FC23-FE05-418A-9721-0D8A7B14D637}" destId="{9F37EB26-9644-4CEC-98E8-FEE065CD3319}" srcOrd="0" destOrd="0" presId="urn:microsoft.com/office/officeart/2005/8/layout/hierarchy1"/>
    <dgm:cxn modelId="{7048D661-5391-4620-8EE3-2CC0F62D8945}" type="presParOf" srcId="{B065FC23-FE05-418A-9721-0D8A7B14D637}" destId="{01C67E5E-550E-4D89-A48B-84EE359F2D33}" srcOrd="1" destOrd="0" presId="urn:microsoft.com/office/officeart/2005/8/layout/hierarchy1"/>
    <dgm:cxn modelId="{F547058F-2286-4B1B-8CAF-887DA08C8AE3}" type="presParOf" srcId="{5901F6EA-898F-43A1-B53F-E6991FB489D6}" destId="{68829BC5-8644-4847-ABF9-9CE726EBE0D7}" srcOrd="1" destOrd="0" presId="urn:microsoft.com/office/officeart/2005/8/layout/hierarchy1"/>
    <dgm:cxn modelId="{3C6F3E5E-51A0-4024-9C76-88309FDF80D8}" type="presParOf" srcId="{A0693177-79A4-437D-BB04-56376A4C1A0B}" destId="{38FA8FDD-E48E-488C-B80A-3EB91606FB6A}" srcOrd="1" destOrd="0" presId="urn:microsoft.com/office/officeart/2005/8/layout/hierarchy1"/>
    <dgm:cxn modelId="{0A512776-ED55-450F-A051-C0F4093F91E4}" type="presParOf" srcId="{38FA8FDD-E48E-488C-B80A-3EB91606FB6A}" destId="{E985B3AB-4145-4340-ADC9-79768DC771C0}" srcOrd="0" destOrd="0" presId="urn:microsoft.com/office/officeart/2005/8/layout/hierarchy1"/>
    <dgm:cxn modelId="{BCF36735-437C-4F06-95A0-B50F6112B9CF}" type="presParOf" srcId="{E985B3AB-4145-4340-ADC9-79768DC771C0}" destId="{CA0EB9D4-B3D1-4A77-9A88-78EE06E8F0E3}" srcOrd="0" destOrd="0" presId="urn:microsoft.com/office/officeart/2005/8/layout/hierarchy1"/>
    <dgm:cxn modelId="{49286343-9F5D-468B-9BFF-8D7564771213}" type="presParOf" srcId="{E985B3AB-4145-4340-ADC9-79768DC771C0}" destId="{2CDD0AAF-6FC4-48F2-893F-CE0A87DF605F}" srcOrd="1" destOrd="0" presId="urn:microsoft.com/office/officeart/2005/8/layout/hierarchy1"/>
    <dgm:cxn modelId="{14EBB1F4-3D8A-4CDA-9AE4-32C13F4E5859}" type="presParOf" srcId="{38FA8FDD-E48E-488C-B80A-3EB91606FB6A}" destId="{1DC5BDEE-E6C5-43B6-AE01-813ED31C74FC}" srcOrd="1" destOrd="0" presId="urn:microsoft.com/office/officeart/2005/8/layout/hierarchy1"/>
    <dgm:cxn modelId="{F65ECC9E-D85B-4E46-BEC6-7FF84D0BA1B9}" type="presParOf" srcId="{A0693177-79A4-437D-BB04-56376A4C1A0B}" destId="{EF8B5C27-37F8-4728-A193-0204070C224F}" srcOrd="2" destOrd="0" presId="urn:microsoft.com/office/officeart/2005/8/layout/hierarchy1"/>
    <dgm:cxn modelId="{9BC7C858-F170-4DA5-959E-3FDFE3E2FFC5}" type="presParOf" srcId="{EF8B5C27-37F8-4728-A193-0204070C224F}" destId="{46CD9A99-02AB-4FAD-A00A-4732FBAC75CB}" srcOrd="0" destOrd="0" presId="urn:microsoft.com/office/officeart/2005/8/layout/hierarchy1"/>
    <dgm:cxn modelId="{8512F6C2-791C-4CEC-A729-2BF322B97FBF}" type="presParOf" srcId="{46CD9A99-02AB-4FAD-A00A-4732FBAC75CB}" destId="{30780212-37DC-4105-BB4A-B5F448791E68}" srcOrd="0" destOrd="0" presId="urn:microsoft.com/office/officeart/2005/8/layout/hierarchy1"/>
    <dgm:cxn modelId="{D7B2FD8D-EF5C-4ED8-9D44-44A3411D562C}" type="presParOf" srcId="{46CD9A99-02AB-4FAD-A00A-4732FBAC75CB}" destId="{B4454F89-7704-4D6E-ABEF-21C33FDDE9A1}" srcOrd="1" destOrd="0" presId="urn:microsoft.com/office/officeart/2005/8/layout/hierarchy1"/>
    <dgm:cxn modelId="{B1454489-C99C-4B42-BBF4-6DE188DDA310}" type="presParOf" srcId="{EF8B5C27-37F8-4728-A193-0204070C224F}" destId="{671CBEAE-BE12-41EE-8222-10CCAEBB618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7975FD9-9A12-4D54-86C9-F979AF58AE0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0522F75-2B38-4707-B532-1FE7DC69CC0F}">
      <dgm:prSet/>
      <dgm:spPr/>
      <dgm:t>
        <a:bodyPr/>
        <a:lstStyle/>
        <a:p>
          <a:r>
            <a:rPr lang="en-US" b="0" i="0" baseline="0" dirty="0"/>
            <a:t>Tests that are </a:t>
          </a:r>
          <a:r>
            <a:rPr lang="en-US" b="1" i="0" baseline="0" dirty="0"/>
            <a:t>repetitive and stable</a:t>
          </a:r>
          <a:endParaRPr lang="en-US" dirty="0"/>
        </a:p>
      </dgm:t>
    </dgm:pt>
    <dgm:pt modelId="{6A84CFB8-F2AE-4FC9-9327-73184E01531A}" type="parTrans" cxnId="{0E672392-042C-4762-889D-E2C3A1773876}">
      <dgm:prSet/>
      <dgm:spPr/>
      <dgm:t>
        <a:bodyPr/>
        <a:lstStyle/>
        <a:p>
          <a:endParaRPr lang="en-US"/>
        </a:p>
      </dgm:t>
    </dgm:pt>
    <dgm:pt modelId="{B1176A3F-E98F-4E27-B4E3-DEB79553239D}" type="sibTrans" cxnId="{0E672392-042C-4762-889D-E2C3A1773876}">
      <dgm:prSet/>
      <dgm:spPr/>
      <dgm:t>
        <a:bodyPr/>
        <a:lstStyle/>
        <a:p>
          <a:endParaRPr lang="en-US"/>
        </a:p>
      </dgm:t>
    </dgm:pt>
    <dgm:pt modelId="{9CA5407D-8336-453D-B6E1-1B42F7143538}">
      <dgm:prSet/>
      <dgm:spPr/>
      <dgm:t>
        <a:bodyPr/>
        <a:lstStyle/>
        <a:p>
          <a:r>
            <a:rPr lang="en-US" b="1" i="0" baseline="0" dirty="0"/>
            <a:t>Regression suites</a:t>
          </a:r>
          <a:r>
            <a:rPr lang="en-US" b="0" i="0" baseline="0" dirty="0"/>
            <a:t> for frequent builds</a:t>
          </a:r>
          <a:endParaRPr lang="en-US" dirty="0"/>
        </a:p>
      </dgm:t>
    </dgm:pt>
    <dgm:pt modelId="{E4374F15-362A-4457-B4AE-C76DDBF6D859}" type="parTrans" cxnId="{1998A0D1-832D-40CA-A8FA-2B7C1EDCBE65}">
      <dgm:prSet/>
      <dgm:spPr/>
      <dgm:t>
        <a:bodyPr/>
        <a:lstStyle/>
        <a:p>
          <a:endParaRPr lang="en-US"/>
        </a:p>
      </dgm:t>
    </dgm:pt>
    <dgm:pt modelId="{C6CDFDB4-1F62-4308-A8C8-92F6C2579153}" type="sibTrans" cxnId="{1998A0D1-832D-40CA-A8FA-2B7C1EDCBE65}">
      <dgm:prSet/>
      <dgm:spPr/>
      <dgm:t>
        <a:bodyPr/>
        <a:lstStyle/>
        <a:p>
          <a:endParaRPr lang="en-US"/>
        </a:p>
      </dgm:t>
    </dgm:pt>
    <dgm:pt modelId="{E4D41205-B7BE-418F-BD71-DD30A6BB95F5}">
      <dgm:prSet/>
      <dgm:spPr/>
      <dgm:t>
        <a:bodyPr/>
        <a:lstStyle/>
        <a:p>
          <a:r>
            <a:rPr lang="en-US" b="1" i="0" baseline="0" dirty="0"/>
            <a:t>Data-driven tests</a:t>
          </a:r>
          <a:r>
            <a:rPr lang="en-US" b="0" i="0" baseline="0" dirty="0"/>
            <a:t> with large input sets</a:t>
          </a:r>
          <a:endParaRPr lang="en-US" dirty="0"/>
        </a:p>
      </dgm:t>
    </dgm:pt>
    <dgm:pt modelId="{48DB44EA-0460-4CC3-8B58-E57D863A0835}" type="parTrans" cxnId="{B9648676-3B03-4238-920D-051ACA09EA41}">
      <dgm:prSet/>
      <dgm:spPr/>
      <dgm:t>
        <a:bodyPr/>
        <a:lstStyle/>
        <a:p>
          <a:endParaRPr lang="en-US"/>
        </a:p>
      </dgm:t>
    </dgm:pt>
    <dgm:pt modelId="{C0E5EE1A-FB77-4FC2-9A6C-018B9A20059C}" type="sibTrans" cxnId="{B9648676-3B03-4238-920D-051ACA09EA41}">
      <dgm:prSet/>
      <dgm:spPr/>
      <dgm:t>
        <a:bodyPr/>
        <a:lstStyle/>
        <a:p>
          <a:endParaRPr lang="en-US"/>
        </a:p>
      </dgm:t>
    </dgm:pt>
    <dgm:pt modelId="{40053A2A-67AB-4E76-9CB5-4CD27AC871EC}">
      <dgm:prSet/>
      <dgm:spPr/>
      <dgm:t>
        <a:bodyPr/>
        <a:lstStyle/>
        <a:p>
          <a:r>
            <a:rPr lang="en-US" b="1" i="0" baseline="0" dirty="0"/>
            <a:t>Smoke tests</a:t>
          </a:r>
          <a:r>
            <a:rPr lang="en-US" b="0" i="0" baseline="0" dirty="0"/>
            <a:t> for quick validation</a:t>
          </a:r>
          <a:endParaRPr lang="en-US" dirty="0"/>
        </a:p>
      </dgm:t>
    </dgm:pt>
    <dgm:pt modelId="{C3BD1AD2-F7E2-41BD-B829-7CB3E9A10079}" type="parTrans" cxnId="{6048B05A-C2ED-4532-A3AE-8BD9A3DCBD00}">
      <dgm:prSet/>
      <dgm:spPr/>
      <dgm:t>
        <a:bodyPr/>
        <a:lstStyle/>
        <a:p>
          <a:endParaRPr lang="en-US"/>
        </a:p>
      </dgm:t>
    </dgm:pt>
    <dgm:pt modelId="{6CD6C379-B898-481B-9218-6562E3FEBF55}" type="sibTrans" cxnId="{6048B05A-C2ED-4532-A3AE-8BD9A3DCBD00}">
      <dgm:prSet/>
      <dgm:spPr/>
      <dgm:t>
        <a:bodyPr/>
        <a:lstStyle/>
        <a:p>
          <a:endParaRPr lang="en-US"/>
        </a:p>
      </dgm:t>
    </dgm:pt>
    <dgm:pt modelId="{C0183E28-6DF7-49E8-8F8A-040C7E9C788F}">
      <dgm:prSet/>
      <dgm:spPr/>
      <dgm:t>
        <a:bodyPr/>
        <a:lstStyle/>
        <a:p>
          <a:r>
            <a:rPr lang="en-US" b="1" i="0" baseline="0" dirty="0"/>
            <a:t>Performance and load tests</a:t>
          </a:r>
          <a:r>
            <a:rPr lang="en-US" b="0" i="0" baseline="0" dirty="0"/>
            <a:t> that require simulation</a:t>
          </a:r>
          <a:endParaRPr lang="en-US" dirty="0"/>
        </a:p>
      </dgm:t>
    </dgm:pt>
    <dgm:pt modelId="{B7A67A74-925A-4E2B-AF54-AC07A2D7CFE6}" type="parTrans" cxnId="{D0A8286C-1800-4508-AF0C-E4666DD2FB4F}">
      <dgm:prSet/>
      <dgm:spPr/>
      <dgm:t>
        <a:bodyPr/>
        <a:lstStyle/>
        <a:p>
          <a:endParaRPr lang="en-US"/>
        </a:p>
      </dgm:t>
    </dgm:pt>
    <dgm:pt modelId="{91BFCDC6-812A-4668-B208-133C049FCE6A}" type="sibTrans" cxnId="{D0A8286C-1800-4508-AF0C-E4666DD2FB4F}">
      <dgm:prSet/>
      <dgm:spPr/>
      <dgm:t>
        <a:bodyPr/>
        <a:lstStyle/>
        <a:p>
          <a:endParaRPr lang="en-US"/>
        </a:p>
      </dgm:t>
    </dgm:pt>
    <dgm:pt modelId="{057689E9-6BE6-4CD2-8A0E-EB7AC4DC2C9E}" type="pres">
      <dgm:prSet presAssocID="{77975FD9-9A12-4D54-86C9-F979AF58AE04}" presName="root" presStyleCnt="0">
        <dgm:presLayoutVars>
          <dgm:dir/>
          <dgm:resizeHandles val="exact"/>
        </dgm:presLayoutVars>
      </dgm:prSet>
      <dgm:spPr/>
    </dgm:pt>
    <dgm:pt modelId="{6866FAB3-7980-47FB-A0FF-401B69CC66B1}" type="pres">
      <dgm:prSet presAssocID="{10522F75-2B38-4707-B532-1FE7DC69CC0F}" presName="compNode" presStyleCnt="0"/>
      <dgm:spPr/>
    </dgm:pt>
    <dgm:pt modelId="{393F9B65-4FA4-485A-960B-F83276A30500}" type="pres">
      <dgm:prSet presAssocID="{10522F75-2B38-4707-B532-1FE7DC69CC0F}" presName="bgRect" presStyleLbl="bgShp" presStyleIdx="0" presStyleCnt="5"/>
      <dgm:spPr/>
    </dgm:pt>
    <dgm:pt modelId="{A4755BD0-E994-4C70-AD53-B3FD48D213B5}" type="pres">
      <dgm:prSet presAssocID="{10522F75-2B38-4707-B532-1FE7DC69CC0F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4FA15DF-EFA8-4ED9-877F-6D6FE058D735}" type="pres">
      <dgm:prSet presAssocID="{10522F75-2B38-4707-B532-1FE7DC69CC0F}" presName="spaceRect" presStyleCnt="0"/>
      <dgm:spPr/>
    </dgm:pt>
    <dgm:pt modelId="{A9BB3F1B-1822-45AF-AE3C-500B0951CBCB}" type="pres">
      <dgm:prSet presAssocID="{10522F75-2B38-4707-B532-1FE7DC69CC0F}" presName="parTx" presStyleLbl="revTx" presStyleIdx="0" presStyleCnt="5">
        <dgm:presLayoutVars>
          <dgm:chMax val="0"/>
          <dgm:chPref val="0"/>
        </dgm:presLayoutVars>
      </dgm:prSet>
      <dgm:spPr/>
    </dgm:pt>
    <dgm:pt modelId="{2B51232C-47B7-47D9-A0BC-8B13B8B6CB57}" type="pres">
      <dgm:prSet presAssocID="{B1176A3F-E98F-4E27-B4E3-DEB79553239D}" presName="sibTrans" presStyleCnt="0"/>
      <dgm:spPr/>
    </dgm:pt>
    <dgm:pt modelId="{82EF06B0-7911-4689-B751-141855DACB05}" type="pres">
      <dgm:prSet presAssocID="{9CA5407D-8336-453D-B6E1-1B42F7143538}" presName="compNode" presStyleCnt="0"/>
      <dgm:spPr/>
    </dgm:pt>
    <dgm:pt modelId="{D9A8D1B8-E94C-4D28-BE81-22079938C05B}" type="pres">
      <dgm:prSet presAssocID="{9CA5407D-8336-453D-B6E1-1B42F7143538}" presName="bgRect" presStyleLbl="bgShp" presStyleIdx="1" presStyleCnt="5"/>
      <dgm:spPr/>
    </dgm:pt>
    <dgm:pt modelId="{41C6FDEC-2A99-4169-BA46-56183844B14B}" type="pres">
      <dgm:prSet presAssocID="{9CA5407D-8336-453D-B6E1-1B42F714353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1E5BDB3C-B063-4EB0-829D-3C8A8E0043A1}" type="pres">
      <dgm:prSet presAssocID="{9CA5407D-8336-453D-B6E1-1B42F7143538}" presName="spaceRect" presStyleCnt="0"/>
      <dgm:spPr/>
    </dgm:pt>
    <dgm:pt modelId="{A96222C0-CF9B-4A68-B662-6B4B2B1B2953}" type="pres">
      <dgm:prSet presAssocID="{9CA5407D-8336-453D-B6E1-1B42F7143538}" presName="parTx" presStyleLbl="revTx" presStyleIdx="1" presStyleCnt="5">
        <dgm:presLayoutVars>
          <dgm:chMax val="0"/>
          <dgm:chPref val="0"/>
        </dgm:presLayoutVars>
      </dgm:prSet>
      <dgm:spPr/>
    </dgm:pt>
    <dgm:pt modelId="{47477546-DC0B-443A-B680-946A55F6CB1E}" type="pres">
      <dgm:prSet presAssocID="{C6CDFDB4-1F62-4308-A8C8-92F6C2579153}" presName="sibTrans" presStyleCnt="0"/>
      <dgm:spPr/>
    </dgm:pt>
    <dgm:pt modelId="{F50EA260-4F9C-4143-A066-CA5848F84D81}" type="pres">
      <dgm:prSet presAssocID="{E4D41205-B7BE-418F-BD71-DD30A6BB95F5}" presName="compNode" presStyleCnt="0"/>
      <dgm:spPr/>
    </dgm:pt>
    <dgm:pt modelId="{D975011B-DAFF-4695-A7F1-F8ADFBF4427C}" type="pres">
      <dgm:prSet presAssocID="{E4D41205-B7BE-418F-BD71-DD30A6BB95F5}" presName="bgRect" presStyleLbl="bgShp" presStyleIdx="2" presStyleCnt="5"/>
      <dgm:spPr/>
    </dgm:pt>
    <dgm:pt modelId="{BF4BA70E-3794-40EB-96A0-BEA96266A364}" type="pres">
      <dgm:prSet presAssocID="{E4D41205-B7BE-418F-BD71-DD30A6BB95F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0B07A798-DF77-453D-BE23-46FE6A2F8FCE}" type="pres">
      <dgm:prSet presAssocID="{E4D41205-B7BE-418F-BD71-DD30A6BB95F5}" presName="spaceRect" presStyleCnt="0"/>
      <dgm:spPr/>
    </dgm:pt>
    <dgm:pt modelId="{A67F73D6-96CE-4227-A29B-51A24019DAE6}" type="pres">
      <dgm:prSet presAssocID="{E4D41205-B7BE-418F-BD71-DD30A6BB95F5}" presName="parTx" presStyleLbl="revTx" presStyleIdx="2" presStyleCnt="5">
        <dgm:presLayoutVars>
          <dgm:chMax val="0"/>
          <dgm:chPref val="0"/>
        </dgm:presLayoutVars>
      </dgm:prSet>
      <dgm:spPr/>
    </dgm:pt>
    <dgm:pt modelId="{68748841-2F76-4E06-9BCA-30635EB0C217}" type="pres">
      <dgm:prSet presAssocID="{C0E5EE1A-FB77-4FC2-9A6C-018B9A20059C}" presName="sibTrans" presStyleCnt="0"/>
      <dgm:spPr/>
    </dgm:pt>
    <dgm:pt modelId="{07D34B6A-CE17-4CBD-BCA5-21DD33AE77B2}" type="pres">
      <dgm:prSet presAssocID="{40053A2A-67AB-4E76-9CB5-4CD27AC871EC}" presName="compNode" presStyleCnt="0"/>
      <dgm:spPr/>
    </dgm:pt>
    <dgm:pt modelId="{C914E87B-FDD2-4444-A0DC-0C2CB3109A5E}" type="pres">
      <dgm:prSet presAssocID="{40053A2A-67AB-4E76-9CB5-4CD27AC871EC}" presName="bgRect" presStyleLbl="bgShp" presStyleIdx="3" presStyleCnt="5"/>
      <dgm:spPr/>
    </dgm:pt>
    <dgm:pt modelId="{35B76E84-4351-4867-BDF1-BBB9303D3312}" type="pres">
      <dgm:prSet presAssocID="{40053A2A-67AB-4E76-9CB5-4CD27AC871E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oking"/>
        </a:ext>
      </dgm:extLst>
    </dgm:pt>
    <dgm:pt modelId="{97947C86-46ED-4798-8BC5-55B33D13229D}" type="pres">
      <dgm:prSet presAssocID="{40053A2A-67AB-4E76-9CB5-4CD27AC871EC}" presName="spaceRect" presStyleCnt="0"/>
      <dgm:spPr/>
    </dgm:pt>
    <dgm:pt modelId="{B57D1818-A59C-4575-8195-B2B01958F8E9}" type="pres">
      <dgm:prSet presAssocID="{40053A2A-67AB-4E76-9CB5-4CD27AC871EC}" presName="parTx" presStyleLbl="revTx" presStyleIdx="3" presStyleCnt="5">
        <dgm:presLayoutVars>
          <dgm:chMax val="0"/>
          <dgm:chPref val="0"/>
        </dgm:presLayoutVars>
      </dgm:prSet>
      <dgm:spPr/>
    </dgm:pt>
    <dgm:pt modelId="{9356B5B7-C2FD-4D22-9E16-9347EA7F6F15}" type="pres">
      <dgm:prSet presAssocID="{6CD6C379-B898-481B-9218-6562E3FEBF55}" presName="sibTrans" presStyleCnt="0"/>
      <dgm:spPr/>
    </dgm:pt>
    <dgm:pt modelId="{BB812363-9FA3-4097-B484-0A439092A946}" type="pres">
      <dgm:prSet presAssocID="{C0183E28-6DF7-49E8-8F8A-040C7E9C788F}" presName="compNode" presStyleCnt="0"/>
      <dgm:spPr/>
    </dgm:pt>
    <dgm:pt modelId="{EA801C97-3767-4E2C-9811-CCA3C4188420}" type="pres">
      <dgm:prSet presAssocID="{C0183E28-6DF7-49E8-8F8A-040C7E9C788F}" presName="bgRect" presStyleLbl="bgShp" presStyleIdx="4" presStyleCnt="5"/>
      <dgm:spPr/>
    </dgm:pt>
    <dgm:pt modelId="{E3171EC9-3637-41DA-801B-B11B8FA8361B}" type="pres">
      <dgm:prSet presAssocID="{C0183E28-6DF7-49E8-8F8A-040C7E9C788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30264631-2488-4710-B1FE-6EA73274967D}" type="pres">
      <dgm:prSet presAssocID="{C0183E28-6DF7-49E8-8F8A-040C7E9C788F}" presName="spaceRect" presStyleCnt="0"/>
      <dgm:spPr/>
    </dgm:pt>
    <dgm:pt modelId="{D8D1AE52-47D2-4F64-8EDD-7C57C09BB0AB}" type="pres">
      <dgm:prSet presAssocID="{C0183E28-6DF7-49E8-8F8A-040C7E9C788F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8BF36D11-469A-4C2E-B2B0-DF9953D2BE4C}" type="presOf" srcId="{E4D41205-B7BE-418F-BD71-DD30A6BB95F5}" destId="{A67F73D6-96CE-4227-A29B-51A24019DAE6}" srcOrd="0" destOrd="0" presId="urn:microsoft.com/office/officeart/2018/2/layout/IconVerticalSolidList"/>
    <dgm:cxn modelId="{D0A8286C-1800-4508-AF0C-E4666DD2FB4F}" srcId="{77975FD9-9A12-4D54-86C9-F979AF58AE04}" destId="{C0183E28-6DF7-49E8-8F8A-040C7E9C788F}" srcOrd="4" destOrd="0" parTransId="{B7A67A74-925A-4E2B-AF54-AC07A2D7CFE6}" sibTransId="{91BFCDC6-812A-4668-B208-133C049FCE6A}"/>
    <dgm:cxn modelId="{F028C755-ADE0-4D3C-B4DA-13D18B1CEB42}" type="presOf" srcId="{10522F75-2B38-4707-B532-1FE7DC69CC0F}" destId="{A9BB3F1B-1822-45AF-AE3C-500B0951CBCB}" srcOrd="0" destOrd="0" presId="urn:microsoft.com/office/officeart/2018/2/layout/IconVerticalSolidList"/>
    <dgm:cxn modelId="{B9648676-3B03-4238-920D-051ACA09EA41}" srcId="{77975FD9-9A12-4D54-86C9-F979AF58AE04}" destId="{E4D41205-B7BE-418F-BD71-DD30A6BB95F5}" srcOrd="2" destOrd="0" parTransId="{48DB44EA-0460-4CC3-8B58-E57D863A0835}" sibTransId="{C0E5EE1A-FB77-4FC2-9A6C-018B9A20059C}"/>
    <dgm:cxn modelId="{6048B05A-C2ED-4532-A3AE-8BD9A3DCBD00}" srcId="{77975FD9-9A12-4D54-86C9-F979AF58AE04}" destId="{40053A2A-67AB-4E76-9CB5-4CD27AC871EC}" srcOrd="3" destOrd="0" parTransId="{C3BD1AD2-F7E2-41BD-B829-7CB3E9A10079}" sibTransId="{6CD6C379-B898-481B-9218-6562E3FEBF55}"/>
    <dgm:cxn modelId="{E44D858D-D5AB-4D79-AC12-32CF07A84AB5}" type="presOf" srcId="{9CA5407D-8336-453D-B6E1-1B42F7143538}" destId="{A96222C0-CF9B-4A68-B662-6B4B2B1B2953}" srcOrd="0" destOrd="0" presId="urn:microsoft.com/office/officeart/2018/2/layout/IconVerticalSolidList"/>
    <dgm:cxn modelId="{0E672392-042C-4762-889D-E2C3A1773876}" srcId="{77975FD9-9A12-4D54-86C9-F979AF58AE04}" destId="{10522F75-2B38-4707-B532-1FE7DC69CC0F}" srcOrd="0" destOrd="0" parTransId="{6A84CFB8-F2AE-4FC9-9327-73184E01531A}" sibTransId="{B1176A3F-E98F-4E27-B4E3-DEB79553239D}"/>
    <dgm:cxn modelId="{29B2D2A1-1F19-4BFD-97FF-EF9B65824006}" type="presOf" srcId="{40053A2A-67AB-4E76-9CB5-4CD27AC871EC}" destId="{B57D1818-A59C-4575-8195-B2B01958F8E9}" srcOrd="0" destOrd="0" presId="urn:microsoft.com/office/officeart/2018/2/layout/IconVerticalSolidList"/>
    <dgm:cxn modelId="{C362A1CA-3220-42BF-84DC-E50E67877DA6}" type="presOf" srcId="{77975FD9-9A12-4D54-86C9-F979AF58AE04}" destId="{057689E9-6BE6-4CD2-8A0E-EB7AC4DC2C9E}" srcOrd="0" destOrd="0" presId="urn:microsoft.com/office/officeart/2018/2/layout/IconVerticalSolidList"/>
    <dgm:cxn modelId="{1998A0D1-832D-40CA-A8FA-2B7C1EDCBE65}" srcId="{77975FD9-9A12-4D54-86C9-F979AF58AE04}" destId="{9CA5407D-8336-453D-B6E1-1B42F7143538}" srcOrd="1" destOrd="0" parTransId="{E4374F15-362A-4457-B4AE-C76DDBF6D859}" sibTransId="{C6CDFDB4-1F62-4308-A8C8-92F6C2579153}"/>
    <dgm:cxn modelId="{76B727DC-8289-4D02-A771-0F5E64608519}" type="presOf" srcId="{C0183E28-6DF7-49E8-8F8A-040C7E9C788F}" destId="{D8D1AE52-47D2-4F64-8EDD-7C57C09BB0AB}" srcOrd="0" destOrd="0" presId="urn:microsoft.com/office/officeart/2018/2/layout/IconVerticalSolidList"/>
    <dgm:cxn modelId="{E3537D6A-9726-4448-B9E0-F9D649322FA3}" type="presParOf" srcId="{057689E9-6BE6-4CD2-8A0E-EB7AC4DC2C9E}" destId="{6866FAB3-7980-47FB-A0FF-401B69CC66B1}" srcOrd="0" destOrd="0" presId="urn:microsoft.com/office/officeart/2018/2/layout/IconVerticalSolidList"/>
    <dgm:cxn modelId="{B0C55AA7-F37A-43F5-9586-07CA7D83E08A}" type="presParOf" srcId="{6866FAB3-7980-47FB-A0FF-401B69CC66B1}" destId="{393F9B65-4FA4-485A-960B-F83276A30500}" srcOrd="0" destOrd="0" presId="urn:microsoft.com/office/officeart/2018/2/layout/IconVerticalSolidList"/>
    <dgm:cxn modelId="{E6B93873-D795-4B01-A472-CF04045067C8}" type="presParOf" srcId="{6866FAB3-7980-47FB-A0FF-401B69CC66B1}" destId="{A4755BD0-E994-4C70-AD53-B3FD48D213B5}" srcOrd="1" destOrd="0" presId="urn:microsoft.com/office/officeart/2018/2/layout/IconVerticalSolidList"/>
    <dgm:cxn modelId="{CF6D19C5-DE9E-4B66-A7EE-4ABCEE2ADC1C}" type="presParOf" srcId="{6866FAB3-7980-47FB-A0FF-401B69CC66B1}" destId="{A4FA15DF-EFA8-4ED9-877F-6D6FE058D735}" srcOrd="2" destOrd="0" presId="urn:microsoft.com/office/officeart/2018/2/layout/IconVerticalSolidList"/>
    <dgm:cxn modelId="{FB46F133-BF06-4FFC-A55C-AFF4D14C8DC7}" type="presParOf" srcId="{6866FAB3-7980-47FB-A0FF-401B69CC66B1}" destId="{A9BB3F1B-1822-45AF-AE3C-500B0951CBCB}" srcOrd="3" destOrd="0" presId="urn:microsoft.com/office/officeart/2018/2/layout/IconVerticalSolidList"/>
    <dgm:cxn modelId="{B68B6AF0-840A-406B-A7E7-83986455090D}" type="presParOf" srcId="{057689E9-6BE6-4CD2-8A0E-EB7AC4DC2C9E}" destId="{2B51232C-47B7-47D9-A0BC-8B13B8B6CB57}" srcOrd="1" destOrd="0" presId="urn:microsoft.com/office/officeart/2018/2/layout/IconVerticalSolidList"/>
    <dgm:cxn modelId="{7C051754-9FFB-48B6-B509-0D243F43DAC4}" type="presParOf" srcId="{057689E9-6BE6-4CD2-8A0E-EB7AC4DC2C9E}" destId="{82EF06B0-7911-4689-B751-141855DACB05}" srcOrd="2" destOrd="0" presId="urn:microsoft.com/office/officeart/2018/2/layout/IconVerticalSolidList"/>
    <dgm:cxn modelId="{2AA8B139-CEC8-49CE-9F28-54DFB0B49032}" type="presParOf" srcId="{82EF06B0-7911-4689-B751-141855DACB05}" destId="{D9A8D1B8-E94C-4D28-BE81-22079938C05B}" srcOrd="0" destOrd="0" presId="urn:microsoft.com/office/officeart/2018/2/layout/IconVerticalSolidList"/>
    <dgm:cxn modelId="{B44A23A2-339C-4E16-9056-18DEFA3F1DBD}" type="presParOf" srcId="{82EF06B0-7911-4689-B751-141855DACB05}" destId="{41C6FDEC-2A99-4169-BA46-56183844B14B}" srcOrd="1" destOrd="0" presId="urn:microsoft.com/office/officeart/2018/2/layout/IconVerticalSolidList"/>
    <dgm:cxn modelId="{9771A508-1B48-43D8-B28F-BB6A12C63D9A}" type="presParOf" srcId="{82EF06B0-7911-4689-B751-141855DACB05}" destId="{1E5BDB3C-B063-4EB0-829D-3C8A8E0043A1}" srcOrd="2" destOrd="0" presId="urn:microsoft.com/office/officeart/2018/2/layout/IconVerticalSolidList"/>
    <dgm:cxn modelId="{07BB5C5D-333A-4212-8FAD-5968AEF1F072}" type="presParOf" srcId="{82EF06B0-7911-4689-B751-141855DACB05}" destId="{A96222C0-CF9B-4A68-B662-6B4B2B1B2953}" srcOrd="3" destOrd="0" presId="urn:microsoft.com/office/officeart/2018/2/layout/IconVerticalSolidList"/>
    <dgm:cxn modelId="{C9537258-1CCC-4D38-B814-D55EBC603284}" type="presParOf" srcId="{057689E9-6BE6-4CD2-8A0E-EB7AC4DC2C9E}" destId="{47477546-DC0B-443A-B680-946A55F6CB1E}" srcOrd="3" destOrd="0" presId="urn:microsoft.com/office/officeart/2018/2/layout/IconVerticalSolidList"/>
    <dgm:cxn modelId="{09BF942E-52E9-44F3-8AA3-D07651F77272}" type="presParOf" srcId="{057689E9-6BE6-4CD2-8A0E-EB7AC4DC2C9E}" destId="{F50EA260-4F9C-4143-A066-CA5848F84D81}" srcOrd="4" destOrd="0" presId="urn:microsoft.com/office/officeart/2018/2/layout/IconVerticalSolidList"/>
    <dgm:cxn modelId="{841310DF-0663-4D3B-9C43-07E1E51D0B08}" type="presParOf" srcId="{F50EA260-4F9C-4143-A066-CA5848F84D81}" destId="{D975011B-DAFF-4695-A7F1-F8ADFBF4427C}" srcOrd="0" destOrd="0" presId="urn:microsoft.com/office/officeart/2018/2/layout/IconVerticalSolidList"/>
    <dgm:cxn modelId="{47E4CE95-7DD4-4DB4-83B4-579E97A93CC2}" type="presParOf" srcId="{F50EA260-4F9C-4143-A066-CA5848F84D81}" destId="{BF4BA70E-3794-40EB-96A0-BEA96266A364}" srcOrd="1" destOrd="0" presId="urn:microsoft.com/office/officeart/2018/2/layout/IconVerticalSolidList"/>
    <dgm:cxn modelId="{FE252D98-114B-45FE-8D5C-7CE5B4C0F46E}" type="presParOf" srcId="{F50EA260-4F9C-4143-A066-CA5848F84D81}" destId="{0B07A798-DF77-453D-BE23-46FE6A2F8FCE}" srcOrd="2" destOrd="0" presId="urn:microsoft.com/office/officeart/2018/2/layout/IconVerticalSolidList"/>
    <dgm:cxn modelId="{3FFAED50-63C3-46B8-8E7C-34C2AD029792}" type="presParOf" srcId="{F50EA260-4F9C-4143-A066-CA5848F84D81}" destId="{A67F73D6-96CE-4227-A29B-51A24019DAE6}" srcOrd="3" destOrd="0" presId="urn:microsoft.com/office/officeart/2018/2/layout/IconVerticalSolidList"/>
    <dgm:cxn modelId="{9C5AD2EA-C247-45BF-9E05-47DEF4D779B3}" type="presParOf" srcId="{057689E9-6BE6-4CD2-8A0E-EB7AC4DC2C9E}" destId="{68748841-2F76-4E06-9BCA-30635EB0C217}" srcOrd="5" destOrd="0" presId="urn:microsoft.com/office/officeart/2018/2/layout/IconVerticalSolidList"/>
    <dgm:cxn modelId="{FE001ECD-AFBE-4AC9-9F0A-00A1166997AA}" type="presParOf" srcId="{057689E9-6BE6-4CD2-8A0E-EB7AC4DC2C9E}" destId="{07D34B6A-CE17-4CBD-BCA5-21DD33AE77B2}" srcOrd="6" destOrd="0" presId="urn:microsoft.com/office/officeart/2018/2/layout/IconVerticalSolidList"/>
    <dgm:cxn modelId="{CDD01893-74B1-4495-BBE8-E2EF6D5B62F4}" type="presParOf" srcId="{07D34B6A-CE17-4CBD-BCA5-21DD33AE77B2}" destId="{C914E87B-FDD2-4444-A0DC-0C2CB3109A5E}" srcOrd="0" destOrd="0" presId="urn:microsoft.com/office/officeart/2018/2/layout/IconVerticalSolidList"/>
    <dgm:cxn modelId="{8A849336-711B-4216-98C5-155C34CD6E24}" type="presParOf" srcId="{07D34B6A-CE17-4CBD-BCA5-21DD33AE77B2}" destId="{35B76E84-4351-4867-BDF1-BBB9303D3312}" srcOrd="1" destOrd="0" presId="urn:microsoft.com/office/officeart/2018/2/layout/IconVerticalSolidList"/>
    <dgm:cxn modelId="{5EF8AE87-0AA5-4B79-AD45-19E06CCAE1CA}" type="presParOf" srcId="{07D34B6A-CE17-4CBD-BCA5-21DD33AE77B2}" destId="{97947C86-46ED-4798-8BC5-55B33D13229D}" srcOrd="2" destOrd="0" presId="urn:microsoft.com/office/officeart/2018/2/layout/IconVerticalSolidList"/>
    <dgm:cxn modelId="{036AA8D5-98E3-427C-9613-BE43F829B0A5}" type="presParOf" srcId="{07D34B6A-CE17-4CBD-BCA5-21DD33AE77B2}" destId="{B57D1818-A59C-4575-8195-B2B01958F8E9}" srcOrd="3" destOrd="0" presId="urn:microsoft.com/office/officeart/2018/2/layout/IconVerticalSolidList"/>
    <dgm:cxn modelId="{FDF8C743-5AF7-4398-B722-DC3F300D1F70}" type="presParOf" srcId="{057689E9-6BE6-4CD2-8A0E-EB7AC4DC2C9E}" destId="{9356B5B7-C2FD-4D22-9E16-9347EA7F6F15}" srcOrd="7" destOrd="0" presId="urn:microsoft.com/office/officeart/2018/2/layout/IconVerticalSolidList"/>
    <dgm:cxn modelId="{4FD59B91-8F1B-4DAB-8ED2-C346F0F0BDA5}" type="presParOf" srcId="{057689E9-6BE6-4CD2-8A0E-EB7AC4DC2C9E}" destId="{BB812363-9FA3-4097-B484-0A439092A946}" srcOrd="8" destOrd="0" presId="urn:microsoft.com/office/officeart/2018/2/layout/IconVerticalSolidList"/>
    <dgm:cxn modelId="{624978C9-F18A-4835-A445-97971E7548B5}" type="presParOf" srcId="{BB812363-9FA3-4097-B484-0A439092A946}" destId="{EA801C97-3767-4E2C-9811-CCA3C4188420}" srcOrd="0" destOrd="0" presId="urn:microsoft.com/office/officeart/2018/2/layout/IconVerticalSolidList"/>
    <dgm:cxn modelId="{8A2785AE-A417-4153-8BA7-AB296FA572CA}" type="presParOf" srcId="{BB812363-9FA3-4097-B484-0A439092A946}" destId="{E3171EC9-3637-41DA-801B-B11B8FA8361B}" srcOrd="1" destOrd="0" presId="urn:microsoft.com/office/officeart/2018/2/layout/IconVerticalSolidList"/>
    <dgm:cxn modelId="{A8C2332A-1F85-41A8-9DE4-CD3A7494B8B1}" type="presParOf" srcId="{BB812363-9FA3-4097-B484-0A439092A946}" destId="{30264631-2488-4710-B1FE-6EA73274967D}" srcOrd="2" destOrd="0" presId="urn:microsoft.com/office/officeart/2018/2/layout/IconVerticalSolidList"/>
    <dgm:cxn modelId="{B73982A6-E405-43A5-B314-9B0309D0DEBE}" type="presParOf" srcId="{BB812363-9FA3-4097-B484-0A439092A946}" destId="{D8D1AE52-47D2-4F64-8EDD-7C57C09BB0A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A970D64-AE83-45CF-9B30-D1138EC8147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EF3969A-1DBD-40C2-B561-762FFBCE4554}">
      <dgm:prSet/>
      <dgm:spPr/>
      <dgm:t>
        <a:bodyPr/>
        <a:lstStyle/>
        <a:p>
          <a:r>
            <a:rPr lang="en-GB" dirty="0"/>
            <a:t>Selenium is an open-source automation tool for testing web applications</a:t>
          </a:r>
          <a:endParaRPr lang="en-US" dirty="0"/>
        </a:p>
      </dgm:t>
    </dgm:pt>
    <dgm:pt modelId="{40AFD6D0-5789-489B-A206-717979567C0F}" type="parTrans" cxnId="{427A9151-9F17-4233-8D04-E20E94795892}">
      <dgm:prSet/>
      <dgm:spPr/>
      <dgm:t>
        <a:bodyPr/>
        <a:lstStyle/>
        <a:p>
          <a:endParaRPr lang="en-US"/>
        </a:p>
      </dgm:t>
    </dgm:pt>
    <dgm:pt modelId="{EEE0FB0E-98E4-4850-B619-50DD0E3DE388}" type="sibTrans" cxnId="{427A9151-9F17-4233-8D04-E20E94795892}">
      <dgm:prSet/>
      <dgm:spPr/>
      <dgm:t>
        <a:bodyPr/>
        <a:lstStyle/>
        <a:p>
          <a:endParaRPr lang="en-US"/>
        </a:p>
      </dgm:t>
    </dgm:pt>
    <dgm:pt modelId="{CBE244BE-BA9A-4D11-9F42-2470CE7CC1AD}">
      <dgm:prSet/>
      <dgm:spPr/>
      <dgm:t>
        <a:bodyPr/>
        <a:lstStyle/>
        <a:p>
          <a:r>
            <a:rPr lang="en-GB" dirty="0"/>
            <a:t>Supports multiple browsers, operating systems, and programming languages</a:t>
          </a:r>
          <a:endParaRPr lang="en-US" dirty="0"/>
        </a:p>
      </dgm:t>
    </dgm:pt>
    <dgm:pt modelId="{72CCECED-AC2F-42DE-9ECD-B11BC5C82645}" type="parTrans" cxnId="{A9F906C0-4CFA-4EEB-9713-0962D6A56318}">
      <dgm:prSet/>
      <dgm:spPr/>
      <dgm:t>
        <a:bodyPr/>
        <a:lstStyle/>
        <a:p>
          <a:endParaRPr lang="en-US"/>
        </a:p>
      </dgm:t>
    </dgm:pt>
    <dgm:pt modelId="{10DABF3B-B2ED-48DB-9487-5B0D387ED418}" type="sibTrans" cxnId="{A9F906C0-4CFA-4EEB-9713-0962D6A56318}">
      <dgm:prSet/>
      <dgm:spPr/>
      <dgm:t>
        <a:bodyPr/>
        <a:lstStyle/>
        <a:p>
          <a:endParaRPr lang="en-US"/>
        </a:p>
      </dgm:t>
    </dgm:pt>
    <dgm:pt modelId="{9D35EC60-D145-42B8-9446-35A3334BFA77}">
      <dgm:prSet/>
      <dgm:spPr/>
      <dgm:t>
        <a:bodyPr/>
        <a:lstStyle/>
        <a:p>
          <a:r>
            <a:rPr lang="en-GB" dirty="0"/>
            <a:t>Enables automated functional testing across platforms</a:t>
          </a:r>
          <a:endParaRPr lang="en-US" dirty="0"/>
        </a:p>
      </dgm:t>
    </dgm:pt>
    <dgm:pt modelId="{85B3C6F0-2DF9-4E33-AAA8-A442F88958BB}" type="parTrans" cxnId="{7A1B350B-84FC-496F-B78B-ABAC8256AFB2}">
      <dgm:prSet/>
      <dgm:spPr/>
      <dgm:t>
        <a:bodyPr/>
        <a:lstStyle/>
        <a:p>
          <a:endParaRPr lang="en-US"/>
        </a:p>
      </dgm:t>
    </dgm:pt>
    <dgm:pt modelId="{63165CC7-AFA0-440E-9979-576586E8E801}" type="sibTrans" cxnId="{7A1B350B-84FC-496F-B78B-ABAC8256AFB2}">
      <dgm:prSet/>
      <dgm:spPr/>
      <dgm:t>
        <a:bodyPr/>
        <a:lstStyle/>
        <a:p>
          <a:endParaRPr lang="en-US"/>
        </a:p>
      </dgm:t>
    </dgm:pt>
    <dgm:pt modelId="{88AF056C-1FF0-4CB8-A414-5A0FCC1C10A5}">
      <dgm:prSet/>
      <dgm:spPr/>
      <dgm:t>
        <a:bodyPr/>
        <a:lstStyle/>
        <a:p>
          <a:r>
            <a:rPr lang="en-GB" dirty="0"/>
            <a:t>Main Focus on Web browser Automation</a:t>
          </a:r>
          <a:endParaRPr lang="en-US" dirty="0"/>
        </a:p>
      </dgm:t>
    </dgm:pt>
    <dgm:pt modelId="{F238DABB-852A-4AC3-B96D-D0CCF1660347}" type="parTrans" cxnId="{F85534EF-4434-4584-8E8F-DA4A7CBB00EB}">
      <dgm:prSet/>
      <dgm:spPr/>
      <dgm:t>
        <a:bodyPr/>
        <a:lstStyle/>
        <a:p>
          <a:endParaRPr lang="en-US"/>
        </a:p>
      </dgm:t>
    </dgm:pt>
    <dgm:pt modelId="{148AE382-D850-4C79-8621-BC748C95D437}" type="sibTrans" cxnId="{F85534EF-4434-4584-8E8F-DA4A7CBB00EB}">
      <dgm:prSet/>
      <dgm:spPr/>
      <dgm:t>
        <a:bodyPr/>
        <a:lstStyle/>
        <a:p>
          <a:endParaRPr lang="en-US"/>
        </a:p>
      </dgm:t>
    </dgm:pt>
    <dgm:pt modelId="{ACAA092E-1D89-4804-A979-06B869B39D40}" type="pres">
      <dgm:prSet presAssocID="{FA970D64-AE83-45CF-9B30-D1138EC81477}" presName="root" presStyleCnt="0">
        <dgm:presLayoutVars>
          <dgm:dir/>
          <dgm:resizeHandles val="exact"/>
        </dgm:presLayoutVars>
      </dgm:prSet>
      <dgm:spPr/>
    </dgm:pt>
    <dgm:pt modelId="{CF97AC4E-7ED3-40EC-ACCC-FF9400740777}" type="pres">
      <dgm:prSet presAssocID="{6EF3969A-1DBD-40C2-B561-762FFBCE4554}" presName="compNode" presStyleCnt="0"/>
      <dgm:spPr/>
    </dgm:pt>
    <dgm:pt modelId="{43FBE69C-8FA2-4A4C-A901-980558C2DB20}" type="pres">
      <dgm:prSet presAssocID="{6EF3969A-1DBD-40C2-B561-762FFBCE4554}" presName="bgRect" presStyleLbl="bgShp" presStyleIdx="0" presStyleCnt="4"/>
      <dgm:spPr/>
    </dgm:pt>
    <dgm:pt modelId="{4238ADC8-3887-4AFD-BC84-62CAE4BE55AA}" type="pres">
      <dgm:prSet presAssocID="{6EF3969A-1DBD-40C2-B561-762FFBCE455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0812B6A3-928E-4C6D-9A4B-DDC09AE6A0C0}" type="pres">
      <dgm:prSet presAssocID="{6EF3969A-1DBD-40C2-B561-762FFBCE4554}" presName="spaceRect" presStyleCnt="0"/>
      <dgm:spPr/>
    </dgm:pt>
    <dgm:pt modelId="{8FE7E97A-32A2-445B-B2EF-8E036427CCC6}" type="pres">
      <dgm:prSet presAssocID="{6EF3969A-1DBD-40C2-B561-762FFBCE4554}" presName="parTx" presStyleLbl="revTx" presStyleIdx="0" presStyleCnt="4">
        <dgm:presLayoutVars>
          <dgm:chMax val="0"/>
          <dgm:chPref val="0"/>
        </dgm:presLayoutVars>
      </dgm:prSet>
      <dgm:spPr/>
    </dgm:pt>
    <dgm:pt modelId="{80E302D5-485B-4883-9140-B580087F36F1}" type="pres">
      <dgm:prSet presAssocID="{EEE0FB0E-98E4-4850-B619-50DD0E3DE388}" presName="sibTrans" presStyleCnt="0"/>
      <dgm:spPr/>
    </dgm:pt>
    <dgm:pt modelId="{228845F1-2BA3-4553-83AB-D471BA72E9C4}" type="pres">
      <dgm:prSet presAssocID="{CBE244BE-BA9A-4D11-9F42-2470CE7CC1AD}" presName="compNode" presStyleCnt="0"/>
      <dgm:spPr/>
    </dgm:pt>
    <dgm:pt modelId="{50998C4C-2250-43B5-8164-64544B462C9C}" type="pres">
      <dgm:prSet presAssocID="{CBE244BE-BA9A-4D11-9F42-2470CE7CC1AD}" presName="bgRect" presStyleLbl="bgShp" presStyleIdx="1" presStyleCnt="4"/>
      <dgm:spPr/>
    </dgm:pt>
    <dgm:pt modelId="{DE757E3D-7269-4243-B796-05CD46E1141F}" type="pres">
      <dgm:prSet presAssocID="{CBE244BE-BA9A-4D11-9F42-2470CE7CC1A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83E11207-A7D8-4699-92C6-2A868CB17F3D}" type="pres">
      <dgm:prSet presAssocID="{CBE244BE-BA9A-4D11-9F42-2470CE7CC1AD}" presName="spaceRect" presStyleCnt="0"/>
      <dgm:spPr/>
    </dgm:pt>
    <dgm:pt modelId="{77E04962-CE93-4F87-ADAB-7128725A27C4}" type="pres">
      <dgm:prSet presAssocID="{CBE244BE-BA9A-4D11-9F42-2470CE7CC1AD}" presName="parTx" presStyleLbl="revTx" presStyleIdx="1" presStyleCnt="4">
        <dgm:presLayoutVars>
          <dgm:chMax val="0"/>
          <dgm:chPref val="0"/>
        </dgm:presLayoutVars>
      </dgm:prSet>
      <dgm:spPr/>
    </dgm:pt>
    <dgm:pt modelId="{D1E3877C-975C-40AD-84DE-9EA61341DCFC}" type="pres">
      <dgm:prSet presAssocID="{10DABF3B-B2ED-48DB-9487-5B0D387ED418}" presName="sibTrans" presStyleCnt="0"/>
      <dgm:spPr/>
    </dgm:pt>
    <dgm:pt modelId="{FA808A13-02F0-4801-80D6-9365E0FEDFB3}" type="pres">
      <dgm:prSet presAssocID="{9D35EC60-D145-42B8-9446-35A3334BFA77}" presName="compNode" presStyleCnt="0"/>
      <dgm:spPr/>
    </dgm:pt>
    <dgm:pt modelId="{108F2D70-052F-4060-9E35-4A93E18C73C3}" type="pres">
      <dgm:prSet presAssocID="{9D35EC60-D145-42B8-9446-35A3334BFA77}" presName="bgRect" presStyleLbl="bgShp" presStyleIdx="2" presStyleCnt="4"/>
      <dgm:spPr/>
    </dgm:pt>
    <dgm:pt modelId="{93136F74-4ECF-4527-99E5-54585FD917AB}" type="pres">
      <dgm:prSet presAssocID="{9D35EC60-D145-42B8-9446-35A3334BFA77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B4684EA-4112-4A12-B160-9705FDD7FB29}" type="pres">
      <dgm:prSet presAssocID="{9D35EC60-D145-42B8-9446-35A3334BFA77}" presName="spaceRect" presStyleCnt="0"/>
      <dgm:spPr/>
    </dgm:pt>
    <dgm:pt modelId="{A2B611BA-C949-4B95-BA55-579A35C1A11A}" type="pres">
      <dgm:prSet presAssocID="{9D35EC60-D145-42B8-9446-35A3334BFA77}" presName="parTx" presStyleLbl="revTx" presStyleIdx="2" presStyleCnt="4">
        <dgm:presLayoutVars>
          <dgm:chMax val="0"/>
          <dgm:chPref val="0"/>
        </dgm:presLayoutVars>
      </dgm:prSet>
      <dgm:spPr/>
    </dgm:pt>
    <dgm:pt modelId="{44DE9C8D-CA3C-4252-9FEF-3DDE19647300}" type="pres">
      <dgm:prSet presAssocID="{63165CC7-AFA0-440E-9979-576586E8E801}" presName="sibTrans" presStyleCnt="0"/>
      <dgm:spPr/>
    </dgm:pt>
    <dgm:pt modelId="{084CB671-DBC9-4FB9-9F7D-74913D6CBA7D}" type="pres">
      <dgm:prSet presAssocID="{88AF056C-1FF0-4CB8-A414-5A0FCC1C10A5}" presName="compNode" presStyleCnt="0"/>
      <dgm:spPr/>
    </dgm:pt>
    <dgm:pt modelId="{ECCF13C9-F20B-4BB5-86BF-E1B81DBBC10D}" type="pres">
      <dgm:prSet presAssocID="{88AF056C-1FF0-4CB8-A414-5A0FCC1C10A5}" presName="bgRect" presStyleLbl="bgShp" presStyleIdx="3" presStyleCnt="4"/>
      <dgm:spPr/>
    </dgm:pt>
    <dgm:pt modelId="{6E1DEB87-C8F2-43E5-B32B-85152B6B85A3}" type="pres">
      <dgm:prSet presAssocID="{88AF056C-1FF0-4CB8-A414-5A0FCC1C10A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B09A849A-B4BE-4D60-803B-B5B6183BD773}" type="pres">
      <dgm:prSet presAssocID="{88AF056C-1FF0-4CB8-A414-5A0FCC1C10A5}" presName="spaceRect" presStyleCnt="0"/>
      <dgm:spPr/>
    </dgm:pt>
    <dgm:pt modelId="{CD13742E-4A83-469C-988D-7847979C454A}" type="pres">
      <dgm:prSet presAssocID="{88AF056C-1FF0-4CB8-A414-5A0FCC1C10A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B1BBDA03-89C2-42FA-9077-0E80618B8E65}" type="presOf" srcId="{88AF056C-1FF0-4CB8-A414-5A0FCC1C10A5}" destId="{CD13742E-4A83-469C-988D-7847979C454A}" srcOrd="0" destOrd="0" presId="urn:microsoft.com/office/officeart/2018/2/layout/IconVerticalSolidList"/>
    <dgm:cxn modelId="{7A1B350B-84FC-496F-B78B-ABAC8256AFB2}" srcId="{FA970D64-AE83-45CF-9B30-D1138EC81477}" destId="{9D35EC60-D145-42B8-9446-35A3334BFA77}" srcOrd="2" destOrd="0" parTransId="{85B3C6F0-2DF9-4E33-AAA8-A442F88958BB}" sibTransId="{63165CC7-AFA0-440E-9979-576586E8E801}"/>
    <dgm:cxn modelId="{34E2C76B-1AD9-4664-97B4-66B988B4E343}" type="presOf" srcId="{9D35EC60-D145-42B8-9446-35A3334BFA77}" destId="{A2B611BA-C949-4B95-BA55-579A35C1A11A}" srcOrd="0" destOrd="0" presId="urn:microsoft.com/office/officeart/2018/2/layout/IconVerticalSolidList"/>
    <dgm:cxn modelId="{427A9151-9F17-4233-8D04-E20E94795892}" srcId="{FA970D64-AE83-45CF-9B30-D1138EC81477}" destId="{6EF3969A-1DBD-40C2-B561-762FFBCE4554}" srcOrd="0" destOrd="0" parTransId="{40AFD6D0-5789-489B-A206-717979567C0F}" sibTransId="{EEE0FB0E-98E4-4850-B619-50DD0E3DE388}"/>
    <dgm:cxn modelId="{7463767D-09EE-4F67-AA54-CAE2DFF8AF02}" type="presOf" srcId="{FA970D64-AE83-45CF-9B30-D1138EC81477}" destId="{ACAA092E-1D89-4804-A979-06B869B39D40}" srcOrd="0" destOrd="0" presId="urn:microsoft.com/office/officeart/2018/2/layout/IconVerticalSolidList"/>
    <dgm:cxn modelId="{A5CDFF7D-255F-4316-A2B4-550414839B1A}" type="presOf" srcId="{CBE244BE-BA9A-4D11-9F42-2470CE7CC1AD}" destId="{77E04962-CE93-4F87-ADAB-7128725A27C4}" srcOrd="0" destOrd="0" presId="urn:microsoft.com/office/officeart/2018/2/layout/IconVerticalSolidList"/>
    <dgm:cxn modelId="{8114239F-5A3F-4989-8179-FE084A1FAD46}" type="presOf" srcId="{6EF3969A-1DBD-40C2-B561-762FFBCE4554}" destId="{8FE7E97A-32A2-445B-B2EF-8E036427CCC6}" srcOrd="0" destOrd="0" presId="urn:microsoft.com/office/officeart/2018/2/layout/IconVerticalSolidList"/>
    <dgm:cxn modelId="{A9F906C0-4CFA-4EEB-9713-0962D6A56318}" srcId="{FA970D64-AE83-45CF-9B30-D1138EC81477}" destId="{CBE244BE-BA9A-4D11-9F42-2470CE7CC1AD}" srcOrd="1" destOrd="0" parTransId="{72CCECED-AC2F-42DE-9ECD-B11BC5C82645}" sibTransId="{10DABF3B-B2ED-48DB-9487-5B0D387ED418}"/>
    <dgm:cxn modelId="{F85534EF-4434-4584-8E8F-DA4A7CBB00EB}" srcId="{FA970D64-AE83-45CF-9B30-D1138EC81477}" destId="{88AF056C-1FF0-4CB8-A414-5A0FCC1C10A5}" srcOrd="3" destOrd="0" parTransId="{F238DABB-852A-4AC3-B96D-D0CCF1660347}" sibTransId="{148AE382-D850-4C79-8621-BC748C95D437}"/>
    <dgm:cxn modelId="{C04E7369-7D69-4047-ACB4-B6E1BA50BC6C}" type="presParOf" srcId="{ACAA092E-1D89-4804-A979-06B869B39D40}" destId="{CF97AC4E-7ED3-40EC-ACCC-FF9400740777}" srcOrd="0" destOrd="0" presId="urn:microsoft.com/office/officeart/2018/2/layout/IconVerticalSolidList"/>
    <dgm:cxn modelId="{248B95BB-CC65-40A3-B337-CDCC8CFB44B8}" type="presParOf" srcId="{CF97AC4E-7ED3-40EC-ACCC-FF9400740777}" destId="{43FBE69C-8FA2-4A4C-A901-980558C2DB20}" srcOrd="0" destOrd="0" presId="urn:microsoft.com/office/officeart/2018/2/layout/IconVerticalSolidList"/>
    <dgm:cxn modelId="{4241A99B-A32F-4832-993D-43F183C96D62}" type="presParOf" srcId="{CF97AC4E-7ED3-40EC-ACCC-FF9400740777}" destId="{4238ADC8-3887-4AFD-BC84-62CAE4BE55AA}" srcOrd="1" destOrd="0" presId="urn:microsoft.com/office/officeart/2018/2/layout/IconVerticalSolidList"/>
    <dgm:cxn modelId="{8D9B3E75-4DED-4DE2-853F-72772B0B1967}" type="presParOf" srcId="{CF97AC4E-7ED3-40EC-ACCC-FF9400740777}" destId="{0812B6A3-928E-4C6D-9A4B-DDC09AE6A0C0}" srcOrd="2" destOrd="0" presId="urn:microsoft.com/office/officeart/2018/2/layout/IconVerticalSolidList"/>
    <dgm:cxn modelId="{72CB3A78-7938-4836-989F-2FDB7BE0281B}" type="presParOf" srcId="{CF97AC4E-7ED3-40EC-ACCC-FF9400740777}" destId="{8FE7E97A-32A2-445B-B2EF-8E036427CCC6}" srcOrd="3" destOrd="0" presId="urn:microsoft.com/office/officeart/2018/2/layout/IconVerticalSolidList"/>
    <dgm:cxn modelId="{CD5C244B-5ADF-4E48-9AF2-6CD0E2077349}" type="presParOf" srcId="{ACAA092E-1D89-4804-A979-06B869B39D40}" destId="{80E302D5-485B-4883-9140-B580087F36F1}" srcOrd="1" destOrd="0" presId="urn:microsoft.com/office/officeart/2018/2/layout/IconVerticalSolidList"/>
    <dgm:cxn modelId="{E543BAA8-F910-41CB-A497-83516D478027}" type="presParOf" srcId="{ACAA092E-1D89-4804-A979-06B869B39D40}" destId="{228845F1-2BA3-4553-83AB-D471BA72E9C4}" srcOrd="2" destOrd="0" presId="urn:microsoft.com/office/officeart/2018/2/layout/IconVerticalSolidList"/>
    <dgm:cxn modelId="{2ACAEBCD-21CF-4D72-B07C-698C9A796E12}" type="presParOf" srcId="{228845F1-2BA3-4553-83AB-D471BA72E9C4}" destId="{50998C4C-2250-43B5-8164-64544B462C9C}" srcOrd="0" destOrd="0" presId="urn:microsoft.com/office/officeart/2018/2/layout/IconVerticalSolidList"/>
    <dgm:cxn modelId="{FC687507-D639-464D-8E28-5260ACEED368}" type="presParOf" srcId="{228845F1-2BA3-4553-83AB-D471BA72E9C4}" destId="{DE757E3D-7269-4243-B796-05CD46E1141F}" srcOrd="1" destOrd="0" presId="urn:microsoft.com/office/officeart/2018/2/layout/IconVerticalSolidList"/>
    <dgm:cxn modelId="{63B2E4E5-AE14-4748-9EF7-F2531934188D}" type="presParOf" srcId="{228845F1-2BA3-4553-83AB-D471BA72E9C4}" destId="{83E11207-A7D8-4699-92C6-2A868CB17F3D}" srcOrd="2" destOrd="0" presId="urn:microsoft.com/office/officeart/2018/2/layout/IconVerticalSolidList"/>
    <dgm:cxn modelId="{BFADAE48-C6A7-4F5B-82F4-9F506DB45998}" type="presParOf" srcId="{228845F1-2BA3-4553-83AB-D471BA72E9C4}" destId="{77E04962-CE93-4F87-ADAB-7128725A27C4}" srcOrd="3" destOrd="0" presId="urn:microsoft.com/office/officeart/2018/2/layout/IconVerticalSolidList"/>
    <dgm:cxn modelId="{E5C12699-6A4E-4A90-B622-585119C1976A}" type="presParOf" srcId="{ACAA092E-1D89-4804-A979-06B869B39D40}" destId="{D1E3877C-975C-40AD-84DE-9EA61341DCFC}" srcOrd="3" destOrd="0" presId="urn:microsoft.com/office/officeart/2018/2/layout/IconVerticalSolidList"/>
    <dgm:cxn modelId="{251CFDFD-F8A2-464C-A549-FAD4D31808FB}" type="presParOf" srcId="{ACAA092E-1D89-4804-A979-06B869B39D40}" destId="{FA808A13-02F0-4801-80D6-9365E0FEDFB3}" srcOrd="4" destOrd="0" presId="urn:microsoft.com/office/officeart/2018/2/layout/IconVerticalSolidList"/>
    <dgm:cxn modelId="{3C270009-E326-44A3-800E-9743747B1BA7}" type="presParOf" srcId="{FA808A13-02F0-4801-80D6-9365E0FEDFB3}" destId="{108F2D70-052F-4060-9E35-4A93E18C73C3}" srcOrd="0" destOrd="0" presId="urn:microsoft.com/office/officeart/2018/2/layout/IconVerticalSolidList"/>
    <dgm:cxn modelId="{A41EFE6C-DE1D-4654-8D11-17A2CB1530C8}" type="presParOf" srcId="{FA808A13-02F0-4801-80D6-9365E0FEDFB3}" destId="{93136F74-4ECF-4527-99E5-54585FD917AB}" srcOrd="1" destOrd="0" presId="urn:microsoft.com/office/officeart/2018/2/layout/IconVerticalSolidList"/>
    <dgm:cxn modelId="{0557D795-5D48-4A59-B058-4CF73F7CA2ED}" type="presParOf" srcId="{FA808A13-02F0-4801-80D6-9365E0FEDFB3}" destId="{8B4684EA-4112-4A12-B160-9705FDD7FB29}" srcOrd="2" destOrd="0" presId="urn:microsoft.com/office/officeart/2018/2/layout/IconVerticalSolidList"/>
    <dgm:cxn modelId="{F99C25DA-FB00-4B17-8B66-B1F722A30CEA}" type="presParOf" srcId="{FA808A13-02F0-4801-80D6-9365E0FEDFB3}" destId="{A2B611BA-C949-4B95-BA55-579A35C1A11A}" srcOrd="3" destOrd="0" presId="urn:microsoft.com/office/officeart/2018/2/layout/IconVerticalSolidList"/>
    <dgm:cxn modelId="{DF0796AD-0BE3-46FD-B19B-8833BA4BB68F}" type="presParOf" srcId="{ACAA092E-1D89-4804-A979-06B869B39D40}" destId="{44DE9C8D-CA3C-4252-9FEF-3DDE19647300}" srcOrd="5" destOrd="0" presId="urn:microsoft.com/office/officeart/2018/2/layout/IconVerticalSolidList"/>
    <dgm:cxn modelId="{8E1C5C95-C45C-4CBC-A03B-07DB6D23697D}" type="presParOf" srcId="{ACAA092E-1D89-4804-A979-06B869B39D40}" destId="{084CB671-DBC9-4FB9-9F7D-74913D6CBA7D}" srcOrd="6" destOrd="0" presId="urn:microsoft.com/office/officeart/2018/2/layout/IconVerticalSolidList"/>
    <dgm:cxn modelId="{AD35C7E9-269D-426B-B8ED-B02C50EA8B20}" type="presParOf" srcId="{084CB671-DBC9-4FB9-9F7D-74913D6CBA7D}" destId="{ECCF13C9-F20B-4BB5-86BF-E1B81DBBC10D}" srcOrd="0" destOrd="0" presId="urn:microsoft.com/office/officeart/2018/2/layout/IconVerticalSolidList"/>
    <dgm:cxn modelId="{254B76DD-27BD-4880-BD54-8E96472FDE1B}" type="presParOf" srcId="{084CB671-DBC9-4FB9-9F7D-74913D6CBA7D}" destId="{6E1DEB87-C8F2-43E5-B32B-85152B6B85A3}" srcOrd="1" destOrd="0" presId="urn:microsoft.com/office/officeart/2018/2/layout/IconVerticalSolidList"/>
    <dgm:cxn modelId="{5DD855D2-AD0D-45E1-A8DB-F26062F65DA6}" type="presParOf" srcId="{084CB671-DBC9-4FB9-9F7D-74913D6CBA7D}" destId="{B09A849A-B4BE-4D60-803B-B5B6183BD773}" srcOrd="2" destOrd="0" presId="urn:microsoft.com/office/officeart/2018/2/layout/IconVerticalSolidList"/>
    <dgm:cxn modelId="{BE97DDCA-35ED-42FC-8759-F55A35B8098B}" type="presParOf" srcId="{084CB671-DBC9-4FB9-9F7D-74913D6CBA7D}" destId="{CD13742E-4A83-469C-988D-7847979C454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5792938-9680-4545-B6BE-D342B30C61B3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EE5E7C6-A24A-4F33-85D6-5FB71D144F21}">
      <dgm:prSet/>
      <dgm:spPr/>
      <dgm:t>
        <a:bodyPr/>
        <a:lstStyle/>
        <a:p>
          <a:r>
            <a:rPr lang="en-IN" b="1" dirty="0"/>
            <a:t>Cross-browser support: </a:t>
          </a:r>
          <a:r>
            <a:rPr lang="en-IN" dirty="0"/>
            <a:t>Chrome, Firefox, Safari, Edge</a:t>
          </a:r>
          <a:endParaRPr lang="en-US" dirty="0"/>
        </a:p>
      </dgm:t>
    </dgm:pt>
    <dgm:pt modelId="{D8C367A8-0B8E-4E6F-BCC3-EF9365BA9759}" type="parTrans" cxnId="{A4C513EA-5C92-443B-B325-00894B2D6027}">
      <dgm:prSet/>
      <dgm:spPr/>
      <dgm:t>
        <a:bodyPr/>
        <a:lstStyle/>
        <a:p>
          <a:endParaRPr lang="en-US"/>
        </a:p>
      </dgm:t>
    </dgm:pt>
    <dgm:pt modelId="{88BE3E75-4931-4418-B005-B550A6A525F8}" type="sibTrans" cxnId="{A4C513EA-5C92-443B-B325-00894B2D6027}">
      <dgm:prSet/>
      <dgm:spPr/>
      <dgm:t>
        <a:bodyPr/>
        <a:lstStyle/>
        <a:p>
          <a:endParaRPr lang="en-US"/>
        </a:p>
      </dgm:t>
    </dgm:pt>
    <dgm:pt modelId="{B56B69D7-858F-466A-B5E4-E2449B37F55F}">
      <dgm:prSet/>
      <dgm:spPr/>
      <dgm:t>
        <a:bodyPr/>
        <a:lstStyle/>
        <a:p>
          <a:r>
            <a:rPr lang="en-IN" b="1" dirty="0"/>
            <a:t>Multi-language support: </a:t>
          </a:r>
          <a:r>
            <a:rPr lang="en-IN" dirty="0"/>
            <a:t>Java, Python, C#, Ruby, JavaScript</a:t>
          </a:r>
          <a:endParaRPr lang="en-US" dirty="0"/>
        </a:p>
      </dgm:t>
    </dgm:pt>
    <dgm:pt modelId="{AA64B280-F0DA-4B83-A232-C4DCA54C6760}" type="parTrans" cxnId="{73D80FC6-910A-4D93-AD01-D891527EF188}">
      <dgm:prSet/>
      <dgm:spPr/>
      <dgm:t>
        <a:bodyPr/>
        <a:lstStyle/>
        <a:p>
          <a:endParaRPr lang="en-US"/>
        </a:p>
      </dgm:t>
    </dgm:pt>
    <dgm:pt modelId="{683F80BA-0F64-43DD-8C7C-07C14D186982}" type="sibTrans" cxnId="{73D80FC6-910A-4D93-AD01-D891527EF188}">
      <dgm:prSet/>
      <dgm:spPr/>
      <dgm:t>
        <a:bodyPr/>
        <a:lstStyle/>
        <a:p>
          <a:endParaRPr lang="en-US"/>
        </a:p>
      </dgm:t>
    </dgm:pt>
    <dgm:pt modelId="{D9DC755F-2D6A-466E-9926-C2F40530AE13}">
      <dgm:prSet/>
      <dgm:spPr/>
      <dgm:t>
        <a:bodyPr/>
        <a:lstStyle/>
        <a:p>
          <a:r>
            <a:rPr lang="en-IN" b="1" dirty="0"/>
            <a:t>Platform independence: </a:t>
          </a:r>
          <a:r>
            <a:rPr lang="en-IN" dirty="0"/>
            <a:t>Windows, macOS, Linux</a:t>
          </a:r>
          <a:endParaRPr lang="en-US" dirty="0"/>
        </a:p>
      </dgm:t>
    </dgm:pt>
    <dgm:pt modelId="{00309863-01F3-4E93-B160-BA7F8BAFF733}" type="parTrans" cxnId="{68E455DA-DD42-4D04-81D0-E989E9C9A112}">
      <dgm:prSet/>
      <dgm:spPr/>
      <dgm:t>
        <a:bodyPr/>
        <a:lstStyle/>
        <a:p>
          <a:endParaRPr lang="en-US"/>
        </a:p>
      </dgm:t>
    </dgm:pt>
    <dgm:pt modelId="{DD53689F-4303-4646-B46D-8A5838491EDB}" type="sibTrans" cxnId="{68E455DA-DD42-4D04-81D0-E989E9C9A112}">
      <dgm:prSet/>
      <dgm:spPr/>
      <dgm:t>
        <a:bodyPr/>
        <a:lstStyle/>
        <a:p>
          <a:endParaRPr lang="en-US"/>
        </a:p>
      </dgm:t>
    </dgm:pt>
    <dgm:pt modelId="{228F7B68-554E-4F12-A899-A572FC2B5CE9}">
      <dgm:prSet/>
      <dgm:spPr/>
      <dgm:t>
        <a:bodyPr/>
        <a:lstStyle/>
        <a:p>
          <a:r>
            <a:rPr lang="en-IN" b="1" dirty="0"/>
            <a:t>Integration: </a:t>
          </a:r>
          <a:r>
            <a:rPr lang="en-IN" dirty="0"/>
            <a:t>Works with TestNG, JUnit, Jenkins, Maven, CI/CD tools</a:t>
          </a:r>
          <a:endParaRPr lang="en-US" dirty="0"/>
        </a:p>
      </dgm:t>
    </dgm:pt>
    <dgm:pt modelId="{D5E22882-6084-4258-838F-293FEFE02FA2}" type="parTrans" cxnId="{4C78BCEA-D9B3-4426-BAE8-5A9264D2F977}">
      <dgm:prSet/>
      <dgm:spPr/>
      <dgm:t>
        <a:bodyPr/>
        <a:lstStyle/>
        <a:p>
          <a:endParaRPr lang="en-US"/>
        </a:p>
      </dgm:t>
    </dgm:pt>
    <dgm:pt modelId="{C4C54D2B-3A40-4DC4-AC3E-9FC5293E0C0E}" type="sibTrans" cxnId="{4C78BCEA-D9B3-4426-BAE8-5A9264D2F977}">
      <dgm:prSet/>
      <dgm:spPr/>
      <dgm:t>
        <a:bodyPr/>
        <a:lstStyle/>
        <a:p>
          <a:endParaRPr lang="en-US"/>
        </a:p>
      </dgm:t>
    </dgm:pt>
    <dgm:pt modelId="{79338CA7-0A9E-4EFE-90FD-A413F2F6EDFE}">
      <dgm:prSet/>
      <dgm:spPr/>
      <dgm:t>
        <a:bodyPr/>
        <a:lstStyle/>
        <a:p>
          <a:r>
            <a:rPr lang="en-IN" b="1" dirty="0"/>
            <a:t>Open source &amp; extensible: </a:t>
          </a:r>
          <a:r>
            <a:rPr lang="en-IN" dirty="0"/>
            <a:t>Resources and forums for support</a:t>
          </a:r>
          <a:endParaRPr lang="en-US" dirty="0"/>
        </a:p>
      </dgm:t>
    </dgm:pt>
    <dgm:pt modelId="{63B65807-331F-4083-9354-178023E39896}" type="parTrans" cxnId="{0F2143E6-1125-4127-AC38-4F0BD3E32596}">
      <dgm:prSet/>
      <dgm:spPr/>
      <dgm:t>
        <a:bodyPr/>
        <a:lstStyle/>
        <a:p>
          <a:endParaRPr lang="en-US"/>
        </a:p>
      </dgm:t>
    </dgm:pt>
    <dgm:pt modelId="{4B5A1462-E886-477D-ADC8-C12E5C6DA2F3}" type="sibTrans" cxnId="{0F2143E6-1125-4127-AC38-4F0BD3E32596}">
      <dgm:prSet/>
      <dgm:spPr/>
      <dgm:t>
        <a:bodyPr/>
        <a:lstStyle/>
        <a:p>
          <a:endParaRPr lang="en-US"/>
        </a:p>
      </dgm:t>
    </dgm:pt>
    <dgm:pt modelId="{30373952-CEBF-4346-84AE-6D1C87F853A8}" type="pres">
      <dgm:prSet presAssocID="{85792938-9680-4545-B6BE-D342B30C61B3}" presName="linear" presStyleCnt="0">
        <dgm:presLayoutVars>
          <dgm:animLvl val="lvl"/>
          <dgm:resizeHandles val="exact"/>
        </dgm:presLayoutVars>
      </dgm:prSet>
      <dgm:spPr/>
    </dgm:pt>
    <dgm:pt modelId="{CC74D182-2EE3-4BF8-ABD1-812FD4819F24}" type="pres">
      <dgm:prSet presAssocID="{EEE5E7C6-A24A-4F33-85D6-5FB71D144F2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3D2A1E0-2FD6-4D11-B6B4-65B4050D81FF}" type="pres">
      <dgm:prSet presAssocID="{88BE3E75-4931-4418-B005-B550A6A525F8}" presName="spacer" presStyleCnt="0"/>
      <dgm:spPr/>
    </dgm:pt>
    <dgm:pt modelId="{1936E35E-EBD4-44D8-819F-180A367BEF5F}" type="pres">
      <dgm:prSet presAssocID="{B56B69D7-858F-466A-B5E4-E2449B37F55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E0148A4A-AC10-4473-9210-72607694EA5B}" type="pres">
      <dgm:prSet presAssocID="{683F80BA-0F64-43DD-8C7C-07C14D186982}" presName="spacer" presStyleCnt="0"/>
      <dgm:spPr/>
    </dgm:pt>
    <dgm:pt modelId="{6B21CE00-7020-46F5-A058-21E334849687}" type="pres">
      <dgm:prSet presAssocID="{D9DC755F-2D6A-466E-9926-C2F40530AE1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70B5CD56-D972-46F0-BCC0-99458019F248}" type="pres">
      <dgm:prSet presAssocID="{DD53689F-4303-4646-B46D-8A5838491EDB}" presName="spacer" presStyleCnt="0"/>
      <dgm:spPr/>
    </dgm:pt>
    <dgm:pt modelId="{FFC44D74-2E8B-4EF1-8A90-5D36C67829C4}" type="pres">
      <dgm:prSet presAssocID="{228F7B68-554E-4F12-A899-A572FC2B5CE9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D8F8897D-8015-44B1-A08E-8A8758DFF135}" type="pres">
      <dgm:prSet presAssocID="{C4C54D2B-3A40-4DC4-AC3E-9FC5293E0C0E}" presName="spacer" presStyleCnt="0"/>
      <dgm:spPr/>
    </dgm:pt>
    <dgm:pt modelId="{C6757ACD-D31D-4E16-B33F-B074E7A1CCCA}" type="pres">
      <dgm:prSet presAssocID="{79338CA7-0A9E-4EFE-90FD-A413F2F6EDFE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8678F0A-4021-4BC3-AC1C-77F7D6641677}" type="presOf" srcId="{85792938-9680-4545-B6BE-D342B30C61B3}" destId="{30373952-CEBF-4346-84AE-6D1C87F853A8}" srcOrd="0" destOrd="0" presId="urn:microsoft.com/office/officeart/2005/8/layout/vList2"/>
    <dgm:cxn modelId="{012BC930-AF4D-49F2-96C0-A4F6BC2D260A}" type="presOf" srcId="{D9DC755F-2D6A-466E-9926-C2F40530AE13}" destId="{6B21CE00-7020-46F5-A058-21E334849687}" srcOrd="0" destOrd="0" presId="urn:microsoft.com/office/officeart/2005/8/layout/vList2"/>
    <dgm:cxn modelId="{EE97DF3E-1C46-4B9D-A1CE-6B504F2C9CD4}" type="presOf" srcId="{B56B69D7-858F-466A-B5E4-E2449B37F55F}" destId="{1936E35E-EBD4-44D8-819F-180A367BEF5F}" srcOrd="0" destOrd="0" presId="urn:microsoft.com/office/officeart/2005/8/layout/vList2"/>
    <dgm:cxn modelId="{FD3962A8-DDBE-42E0-9A62-E32EF446445B}" type="presOf" srcId="{228F7B68-554E-4F12-A899-A572FC2B5CE9}" destId="{FFC44D74-2E8B-4EF1-8A90-5D36C67829C4}" srcOrd="0" destOrd="0" presId="urn:microsoft.com/office/officeart/2005/8/layout/vList2"/>
    <dgm:cxn modelId="{73D80FC6-910A-4D93-AD01-D891527EF188}" srcId="{85792938-9680-4545-B6BE-D342B30C61B3}" destId="{B56B69D7-858F-466A-B5E4-E2449B37F55F}" srcOrd="1" destOrd="0" parTransId="{AA64B280-F0DA-4B83-A232-C4DCA54C6760}" sibTransId="{683F80BA-0F64-43DD-8C7C-07C14D186982}"/>
    <dgm:cxn modelId="{3C7C0DCC-B351-4B16-9A87-6C308E0A1C73}" type="presOf" srcId="{EEE5E7C6-A24A-4F33-85D6-5FB71D144F21}" destId="{CC74D182-2EE3-4BF8-ABD1-812FD4819F24}" srcOrd="0" destOrd="0" presId="urn:microsoft.com/office/officeart/2005/8/layout/vList2"/>
    <dgm:cxn modelId="{8C066DD1-E64B-469B-9501-FDDD8A4EEEC7}" type="presOf" srcId="{79338CA7-0A9E-4EFE-90FD-A413F2F6EDFE}" destId="{C6757ACD-D31D-4E16-B33F-B074E7A1CCCA}" srcOrd="0" destOrd="0" presId="urn:microsoft.com/office/officeart/2005/8/layout/vList2"/>
    <dgm:cxn modelId="{68E455DA-DD42-4D04-81D0-E989E9C9A112}" srcId="{85792938-9680-4545-B6BE-D342B30C61B3}" destId="{D9DC755F-2D6A-466E-9926-C2F40530AE13}" srcOrd="2" destOrd="0" parTransId="{00309863-01F3-4E93-B160-BA7F8BAFF733}" sibTransId="{DD53689F-4303-4646-B46D-8A5838491EDB}"/>
    <dgm:cxn modelId="{0F2143E6-1125-4127-AC38-4F0BD3E32596}" srcId="{85792938-9680-4545-B6BE-D342B30C61B3}" destId="{79338CA7-0A9E-4EFE-90FD-A413F2F6EDFE}" srcOrd="4" destOrd="0" parTransId="{63B65807-331F-4083-9354-178023E39896}" sibTransId="{4B5A1462-E886-477D-ADC8-C12E5C6DA2F3}"/>
    <dgm:cxn modelId="{A4C513EA-5C92-443B-B325-00894B2D6027}" srcId="{85792938-9680-4545-B6BE-D342B30C61B3}" destId="{EEE5E7C6-A24A-4F33-85D6-5FB71D144F21}" srcOrd="0" destOrd="0" parTransId="{D8C367A8-0B8E-4E6F-BCC3-EF9365BA9759}" sibTransId="{88BE3E75-4931-4418-B005-B550A6A525F8}"/>
    <dgm:cxn modelId="{4C78BCEA-D9B3-4426-BAE8-5A9264D2F977}" srcId="{85792938-9680-4545-B6BE-D342B30C61B3}" destId="{228F7B68-554E-4F12-A899-A572FC2B5CE9}" srcOrd="3" destOrd="0" parTransId="{D5E22882-6084-4258-838F-293FEFE02FA2}" sibTransId="{C4C54D2B-3A40-4DC4-AC3E-9FC5293E0C0E}"/>
    <dgm:cxn modelId="{18CCCA90-11AC-432A-A2D3-D612DBEE08BD}" type="presParOf" srcId="{30373952-CEBF-4346-84AE-6D1C87F853A8}" destId="{CC74D182-2EE3-4BF8-ABD1-812FD4819F24}" srcOrd="0" destOrd="0" presId="urn:microsoft.com/office/officeart/2005/8/layout/vList2"/>
    <dgm:cxn modelId="{BA86CCD1-79E4-4F5C-8810-8E63C81648B1}" type="presParOf" srcId="{30373952-CEBF-4346-84AE-6D1C87F853A8}" destId="{33D2A1E0-2FD6-4D11-B6B4-65B4050D81FF}" srcOrd="1" destOrd="0" presId="urn:microsoft.com/office/officeart/2005/8/layout/vList2"/>
    <dgm:cxn modelId="{5EE7CC94-4D6E-4412-83BF-550027FACA3E}" type="presParOf" srcId="{30373952-CEBF-4346-84AE-6D1C87F853A8}" destId="{1936E35E-EBD4-44D8-819F-180A367BEF5F}" srcOrd="2" destOrd="0" presId="urn:microsoft.com/office/officeart/2005/8/layout/vList2"/>
    <dgm:cxn modelId="{FD5D7F17-3DEF-4659-BE5F-385160B4273E}" type="presParOf" srcId="{30373952-CEBF-4346-84AE-6D1C87F853A8}" destId="{E0148A4A-AC10-4473-9210-72607694EA5B}" srcOrd="3" destOrd="0" presId="urn:microsoft.com/office/officeart/2005/8/layout/vList2"/>
    <dgm:cxn modelId="{AE551F05-4766-4DC0-A721-A0DE3863CFCC}" type="presParOf" srcId="{30373952-CEBF-4346-84AE-6D1C87F853A8}" destId="{6B21CE00-7020-46F5-A058-21E334849687}" srcOrd="4" destOrd="0" presId="urn:microsoft.com/office/officeart/2005/8/layout/vList2"/>
    <dgm:cxn modelId="{C2DCC99E-FEB0-486B-87E8-3FC1F6A61309}" type="presParOf" srcId="{30373952-CEBF-4346-84AE-6D1C87F853A8}" destId="{70B5CD56-D972-46F0-BCC0-99458019F248}" srcOrd="5" destOrd="0" presId="urn:microsoft.com/office/officeart/2005/8/layout/vList2"/>
    <dgm:cxn modelId="{A6A90CFC-5767-43A4-A537-92A33D921276}" type="presParOf" srcId="{30373952-CEBF-4346-84AE-6D1C87F853A8}" destId="{FFC44D74-2E8B-4EF1-8A90-5D36C67829C4}" srcOrd="6" destOrd="0" presId="urn:microsoft.com/office/officeart/2005/8/layout/vList2"/>
    <dgm:cxn modelId="{F265BEEC-43D4-40AD-92B0-3345509F549F}" type="presParOf" srcId="{30373952-CEBF-4346-84AE-6D1C87F853A8}" destId="{D8F8897D-8015-44B1-A08E-8A8758DFF135}" srcOrd="7" destOrd="0" presId="urn:microsoft.com/office/officeart/2005/8/layout/vList2"/>
    <dgm:cxn modelId="{239A71D9-5DBE-4A21-AB54-DD504FDF5264}" type="presParOf" srcId="{30373952-CEBF-4346-84AE-6D1C87F853A8}" destId="{C6757ACD-D31D-4E16-B33F-B074E7A1CCCA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7F5C654-DF6D-4374-8CAC-6885897F73F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499169B-29B0-4208-A86B-EAAB2CFA205D}">
      <dgm:prSet/>
      <dgm:spPr/>
      <dgm:t>
        <a:bodyPr/>
        <a:lstStyle/>
        <a:p>
          <a:r>
            <a:rPr lang="en-GB" dirty="0"/>
            <a:t>an open-source API used to automate web browser interactions by communicating directly with the browser.</a:t>
          </a:r>
          <a:endParaRPr lang="en-US" dirty="0"/>
        </a:p>
      </dgm:t>
    </dgm:pt>
    <dgm:pt modelId="{ECCD17AE-218B-4DA5-ACA8-770017718832}" type="parTrans" cxnId="{13E28AFC-CFBF-4D3D-9DC1-C2CEF9A4B64F}">
      <dgm:prSet/>
      <dgm:spPr/>
      <dgm:t>
        <a:bodyPr/>
        <a:lstStyle/>
        <a:p>
          <a:endParaRPr lang="en-US"/>
        </a:p>
      </dgm:t>
    </dgm:pt>
    <dgm:pt modelId="{94E287F9-BBD6-4C88-B290-CFA7577FFE60}" type="sibTrans" cxnId="{13E28AFC-CFBF-4D3D-9DC1-C2CEF9A4B64F}">
      <dgm:prSet/>
      <dgm:spPr/>
      <dgm:t>
        <a:bodyPr/>
        <a:lstStyle/>
        <a:p>
          <a:endParaRPr lang="en-US"/>
        </a:p>
      </dgm:t>
    </dgm:pt>
    <dgm:pt modelId="{3EB73F14-064E-4559-8D75-9E7A1DBEC852}">
      <dgm:prSet/>
      <dgm:spPr/>
      <dgm:t>
        <a:bodyPr/>
        <a:lstStyle/>
        <a:p>
          <a:r>
            <a:rPr lang="en-GB" dirty="0"/>
            <a:t>Supports multiple programming languages and cross-browser testing</a:t>
          </a:r>
          <a:endParaRPr lang="en-US" dirty="0"/>
        </a:p>
      </dgm:t>
    </dgm:pt>
    <dgm:pt modelId="{7A1AD964-EE03-4BDF-B433-E299576EEAB9}" type="parTrans" cxnId="{73E7709D-ADA0-44F9-AB99-5C5F95B81766}">
      <dgm:prSet/>
      <dgm:spPr/>
      <dgm:t>
        <a:bodyPr/>
        <a:lstStyle/>
        <a:p>
          <a:endParaRPr lang="en-US"/>
        </a:p>
      </dgm:t>
    </dgm:pt>
    <dgm:pt modelId="{7875A350-E579-4B01-924A-1FC2019ED0FE}" type="sibTrans" cxnId="{73E7709D-ADA0-44F9-AB99-5C5F95B81766}">
      <dgm:prSet/>
      <dgm:spPr/>
      <dgm:t>
        <a:bodyPr/>
        <a:lstStyle/>
        <a:p>
          <a:endParaRPr lang="en-US"/>
        </a:p>
      </dgm:t>
    </dgm:pt>
    <dgm:pt modelId="{E09AB937-C36E-4468-A076-3ADA4EBF33E9}">
      <dgm:prSet/>
      <dgm:spPr/>
      <dgm:t>
        <a:bodyPr/>
        <a:lstStyle/>
        <a:p>
          <a:r>
            <a:rPr lang="en-GB" dirty="0"/>
            <a:t>Integrates with CI/CD tools like Jenkins, GitHub Actions</a:t>
          </a:r>
          <a:endParaRPr lang="en-US" dirty="0"/>
        </a:p>
      </dgm:t>
    </dgm:pt>
    <dgm:pt modelId="{01CA31C9-54C9-4A65-ACEB-541E4202D1EE}" type="parTrans" cxnId="{ADDC3A74-C3F5-49F3-A87C-FA016E62C253}">
      <dgm:prSet/>
      <dgm:spPr/>
      <dgm:t>
        <a:bodyPr/>
        <a:lstStyle/>
        <a:p>
          <a:endParaRPr lang="en-US"/>
        </a:p>
      </dgm:t>
    </dgm:pt>
    <dgm:pt modelId="{643D491F-788B-47C9-85F5-533C94287FC9}" type="sibTrans" cxnId="{ADDC3A74-C3F5-49F3-A87C-FA016E62C253}">
      <dgm:prSet/>
      <dgm:spPr/>
      <dgm:t>
        <a:bodyPr/>
        <a:lstStyle/>
        <a:p>
          <a:endParaRPr lang="en-US"/>
        </a:p>
      </dgm:t>
    </dgm:pt>
    <dgm:pt modelId="{D7881336-FAD2-439A-AC79-92D848300F58}">
      <dgm:prSet/>
      <dgm:spPr/>
      <dgm:t>
        <a:bodyPr/>
        <a:lstStyle/>
        <a:p>
          <a:r>
            <a:rPr lang="en-GB" dirty="0"/>
            <a:t>Works with testing frameworks like TestNG, JUnit, PyTest</a:t>
          </a:r>
          <a:endParaRPr lang="en-US" dirty="0"/>
        </a:p>
      </dgm:t>
    </dgm:pt>
    <dgm:pt modelId="{566B6C25-8E81-4598-93E5-94D887237F67}" type="parTrans" cxnId="{589BC83A-A921-4E7F-9C55-9F37207FA40C}">
      <dgm:prSet/>
      <dgm:spPr/>
      <dgm:t>
        <a:bodyPr/>
        <a:lstStyle/>
        <a:p>
          <a:endParaRPr lang="en-US"/>
        </a:p>
      </dgm:t>
    </dgm:pt>
    <dgm:pt modelId="{E98F88DA-BF36-4F40-B866-B0609BB52BE5}" type="sibTrans" cxnId="{589BC83A-A921-4E7F-9C55-9F37207FA40C}">
      <dgm:prSet/>
      <dgm:spPr/>
      <dgm:t>
        <a:bodyPr/>
        <a:lstStyle/>
        <a:p>
          <a:endParaRPr lang="en-US"/>
        </a:p>
      </dgm:t>
    </dgm:pt>
    <dgm:pt modelId="{C529B3F3-C3EB-45EC-95ED-029074CEA964}" type="pres">
      <dgm:prSet presAssocID="{17F5C654-DF6D-4374-8CAC-6885897F73F2}" presName="linear" presStyleCnt="0">
        <dgm:presLayoutVars>
          <dgm:animLvl val="lvl"/>
          <dgm:resizeHandles val="exact"/>
        </dgm:presLayoutVars>
      </dgm:prSet>
      <dgm:spPr/>
    </dgm:pt>
    <dgm:pt modelId="{A2529939-9244-4127-9275-A71431D1AD0A}" type="pres">
      <dgm:prSet presAssocID="{C499169B-29B0-4208-A86B-EAAB2CFA205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80914DE-14BF-42A6-88ED-77A694993950}" type="pres">
      <dgm:prSet presAssocID="{94E287F9-BBD6-4C88-B290-CFA7577FFE60}" presName="spacer" presStyleCnt="0"/>
      <dgm:spPr/>
    </dgm:pt>
    <dgm:pt modelId="{4B4524B4-627B-4E77-8656-01A58B48B637}" type="pres">
      <dgm:prSet presAssocID="{3EB73F14-064E-4559-8D75-9E7A1DBEC85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7DB0D3A-D24F-4DA6-B308-97E7F1AF1943}" type="pres">
      <dgm:prSet presAssocID="{7875A350-E579-4B01-924A-1FC2019ED0FE}" presName="spacer" presStyleCnt="0"/>
      <dgm:spPr/>
    </dgm:pt>
    <dgm:pt modelId="{B310C533-AC55-4B50-B5AD-30035E84C7C0}" type="pres">
      <dgm:prSet presAssocID="{E09AB937-C36E-4468-A076-3ADA4EBF33E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AB24A71-0DD6-498D-9CE0-87E571A115EA}" type="pres">
      <dgm:prSet presAssocID="{643D491F-788B-47C9-85F5-533C94287FC9}" presName="spacer" presStyleCnt="0"/>
      <dgm:spPr/>
    </dgm:pt>
    <dgm:pt modelId="{299188F6-A511-4944-AAA3-DC20A0C6D7B9}" type="pres">
      <dgm:prSet presAssocID="{D7881336-FAD2-439A-AC79-92D848300F58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589BC83A-A921-4E7F-9C55-9F37207FA40C}" srcId="{17F5C654-DF6D-4374-8CAC-6885897F73F2}" destId="{D7881336-FAD2-439A-AC79-92D848300F58}" srcOrd="3" destOrd="0" parTransId="{566B6C25-8E81-4598-93E5-94D887237F67}" sibTransId="{E98F88DA-BF36-4F40-B866-B0609BB52BE5}"/>
    <dgm:cxn modelId="{ADDC3A74-C3F5-49F3-A87C-FA016E62C253}" srcId="{17F5C654-DF6D-4374-8CAC-6885897F73F2}" destId="{E09AB937-C36E-4468-A076-3ADA4EBF33E9}" srcOrd="2" destOrd="0" parTransId="{01CA31C9-54C9-4A65-ACEB-541E4202D1EE}" sibTransId="{643D491F-788B-47C9-85F5-533C94287FC9}"/>
    <dgm:cxn modelId="{AE20F659-733F-4E0F-B438-B4DB624C6C1A}" type="presOf" srcId="{E09AB937-C36E-4468-A076-3ADA4EBF33E9}" destId="{B310C533-AC55-4B50-B5AD-30035E84C7C0}" srcOrd="0" destOrd="0" presId="urn:microsoft.com/office/officeart/2005/8/layout/vList2"/>
    <dgm:cxn modelId="{73E7709D-ADA0-44F9-AB99-5C5F95B81766}" srcId="{17F5C654-DF6D-4374-8CAC-6885897F73F2}" destId="{3EB73F14-064E-4559-8D75-9E7A1DBEC852}" srcOrd="1" destOrd="0" parTransId="{7A1AD964-EE03-4BDF-B433-E299576EEAB9}" sibTransId="{7875A350-E579-4B01-924A-1FC2019ED0FE}"/>
    <dgm:cxn modelId="{D4460D9E-5D9E-4AC0-A304-22DD1C81B0E4}" type="presOf" srcId="{3EB73F14-064E-4559-8D75-9E7A1DBEC852}" destId="{4B4524B4-627B-4E77-8656-01A58B48B637}" srcOrd="0" destOrd="0" presId="urn:microsoft.com/office/officeart/2005/8/layout/vList2"/>
    <dgm:cxn modelId="{75AF30B3-ED61-4DA2-92CA-3C49F91D99F6}" type="presOf" srcId="{D7881336-FAD2-439A-AC79-92D848300F58}" destId="{299188F6-A511-4944-AAA3-DC20A0C6D7B9}" srcOrd="0" destOrd="0" presId="urn:microsoft.com/office/officeart/2005/8/layout/vList2"/>
    <dgm:cxn modelId="{BB890FD3-D871-4ABC-87BE-D3F8379177E9}" type="presOf" srcId="{17F5C654-DF6D-4374-8CAC-6885897F73F2}" destId="{C529B3F3-C3EB-45EC-95ED-029074CEA964}" srcOrd="0" destOrd="0" presId="urn:microsoft.com/office/officeart/2005/8/layout/vList2"/>
    <dgm:cxn modelId="{D620B9F9-AB75-4E15-BEE8-D0DA1AEBB484}" type="presOf" srcId="{C499169B-29B0-4208-A86B-EAAB2CFA205D}" destId="{A2529939-9244-4127-9275-A71431D1AD0A}" srcOrd="0" destOrd="0" presId="urn:microsoft.com/office/officeart/2005/8/layout/vList2"/>
    <dgm:cxn modelId="{13E28AFC-CFBF-4D3D-9DC1-C2CEF9A4B64F}" srcId="{17F5C654-DF6D-4374-8CAC-6885897F73F2}" destId="{C499169B-29B0-4208-A86B-EAAB2CFA205D}" srcOrd="0" destOrd="0" parTransId="{ECCD17AE-218B-4DA5-ACA8-770017718832}" sibTransId="{94E287F9-BBD6-4C88-B290-CFA7577FFE60}"/>
    <dgm:cxn modelId="{C8CA0027-04A1-4B61-AD2A-09114996276D}" type="presParOf" srcId="{C529B3F3-C3EB-45EC-95ED-029074CEA964}" destId="{A2529939-9244-4127-9275-A71431D1AD0A}" srcOrd="0" destOrd="0" presId="urn:microsoft.com/office/officeart/2005/8/layout/vList2"/>
    <dgm:cxn modelId="{14329BE5-723C-42DB-BAC6-E347651082AE}" type="presParOf" srcId="{C529B3F3-C3EB-45EC-95ED-029074CEA964}" destId="{380914DE-14BF-42A6-88ED-77A694993950}" srcOrd="1" destOrd="0" presId="urn:microsoft.com/office/officeart/2005/8/layout/vList2"/>
    <dgm:cxn modelId="{17AF6520-879B-47C1-B601-586E04D38AE2}" type="presParOf" srcId="{C529B3F3-C3EB-45EC-95ED-029074CEA964}" destId="{4B4524B4-627B-4E77-8656-01A58B48B637}" srcOrd="2" destOrd="0" presId="urn:microsoft.com/office/officeart/2005/8/layout/vList2"/>
    <dgm:cxn modelId="{60F2D930-BA3B-4895-8844-2211F5A5F034}" type="presParOf" srcId="{C529B3F3-C3EB-45EC-95ED-029074CEA964}" destId="{27DB0D3A-D24F-4DA6-B308-97E7F1AF1943}" srcOrd="3" destOrd="0" presId="urn:microsoft.com/office/officeart/2005/8/layout/vList2"/>
    <dgm:cxn modelId="{728E5195-3070-4036-BD5F-67A357135A64}" type="presParOf" srcId="{C529B3F3-C3EB-45EC-95ED-029074CEA964}" destId="{B310C533-AC55-4B50-B5AD-30035E84C7C0}" srcOrd="4" destOrd="0" presId="urn:microsoft.com/office/officeart/2005/8/layout/vList2"/>
    <dgm:cxn modelId="{713480CF-8355-489A-922A-5C31B5822A2B}" type="presParOf" srcId="{C529B3F3-C3EB-45EC-95ED-029074CEA964}" destId="{8AB24A71-0DD6-498D-9CE0-87E571A115EA}" srcOrd="5" destOrd="0" presId="urn:microsoft.com/office/officeart/2005/8/layout/vList2"/>
    <dgm:cxn modelId="{63711D82-1998-46F0-B9C6-686E04A39A6D}" type="presParOf" srcId="{C529B3F3-C3EB-45EC-95ED-029074CEA964}" destId="{299188F6-A511-4944-AAA3-DC20A0C6D7B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10C1507-EB28-4559-82FD-18A9481DE30C}" type="doc">
      <dgm:prSet loTypeId="urn:microsoft.com/office/officeart/2016/7/layout/ChevronBlockProcess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E9071BF-DE15-44A6-880A-FE47531BFF48}">
      <dgm:prSet/>
      <dgm:spPr/>
      <dgm:t>
        <a:bodyPr/>
        <a:lstStyle/>
        <a:p>
          <a:r>
            <a:rPr lang="en-US" dirty="0"/>
            <a:t>Open</a:t>
          </a:r>
        </a:p>
      </dgm:t>
    </dgm:pt>
    <dgm:pt modelId="{4A9B6A9C-AD52-4996-8EF3-047E1E05FC98}" type="parTrans" cxnId="{7C3CA680-B717-49C1-84C7-E42C3621FF6C}">
      <dgm:prSet/>
      <dgm:spPr/>
      <dgm:t>
        <a:bodyPr/>
        <a:lstStyle/>
        <a:p>
          <a:endParaRPr lang="en-US"/>
        </a:p>
      </dgm:t>
    </dgm:pt>
    <dgm:pt modelId="{078FF1DF-666B-4CDC-BF72-602239303B48}" type="sibTrans" cxnId="{7C3CA680-B717-49C1-84C7-E42C3621FF6C}">
      <dgm:prSet/>
      <dgm:spPr/>
      <dgm:t>
        <a:bodyPr/>
        <a:lstStyle/>
        <a:p>
          <a:endParaRPr lang="en-US"/>
        </a:p>
      </dgm:t>
    </dgm:pt>
    <dgm:pt modelId="{35D67946-7C7F-4588-B68E-679652A4CDE6}">
      <dgm:prSet custT="1"/>
      <dgm:spPr/>
      <dgm:t>
        <a:bodyPr/>
        <a:lstStyle/>
        <a:p>
          <a:r>
            <a:rPr lang="en-US" sz="2000" dirty="0"/>
            <a:t>Open Eclipse</a:t>
          </a:r>
        </a:p>
      </dgm:t>
    </dgm:pt>
    <dgm:pt modelId="{18575555-7FFB-4D5B-BA46-60402D569474}" type="parTrans" cxnId="{A53FF8A4-AD95-458A-B5C5-8CDFDBD81FC1}">
      <dgm:prSet/>
      <dgm:spPr/>
      <dgm:t>
        <a:bodyPr/>
        <a:lstStyle/>
        <a:p>
          <a:endParaRPr lang="en-US"/>
        </a:p>
      </dgm:t>
    </dgm:pt>
    <dgm:pt modelId="{71D797CA-2824-4448-BF61-C2849C4935BE}" type="sibTrans" cxnId="{A53FF8A4-AD95-458A-B5C5-8CDFDBD81FC1}">
      <dgm:prSet/>
      <dgm:spPr/>
      <dgm:t>
        <a:bodyPr/>
        <a:lstStyle/>
        <a:p>
          <a:endParaRPr lang="en-US"/>
        </a:p>
      </dgm:t>
    </dgm:pt>
    <dgm:pt modelId="{569B810F-6F98-48E1-8BF0-8E2D7473665C}">
      <dgm:prSet/>
      <dgm:spPr/>
      <dgm:t>
        <a:bodyPr/>
        <a:lstStyle/>
        <a:p>
          <a:r>
            <a:rPr lang="en-US" dirty="0"/>
            <a:t>Go</a:t>
          </a:r>
        </a:p>
      </dgm:t>
    </dgm:pt>
    <dgm:pt modelId="{605A068B-3D79-41F1-9B4D-0DEDE7BAAE1D}" type="parTrans" cxnId="{A7F56990-DFA4-4458-877A-DCB65251B5BC}">
      <dgm:prSet/>
      <dgm:spPr/>
      <dgm:t>
        <a:bodyPr/>
        <a:lstStyle/>
        <a:p>
          <a:endParaRPr lang="en-US"/>
        </a:p>
      </dgm:t>
    </dgm:pt>
    <dgm:pt modelId="{2D5A9F07-B022-4171-936C-29E73F207FD6}" type="sibTrans" cxnId="{A7F56990-DFA4-4458-877A-DCB65251B5BC}">
      <dgm:prSet/>
      <dgm:spPr/>
      <dgm:t>
        <a:bodyPr/>
        <a:lstStyle/>
        <a:p>
          <a:endParaRPr lang="en-US"/>
        </a:p>
      </dgm:t>
    </dgm:pt>
    <dgm:pt modelId="{0290DCDD-4746-48F1-8376-DED0F13397DC}">
      <dgm:prSet custT="1"/>
      <dgm:spPr/>
      <dgm:t>
        <a:bodyPr/>
        <a:lstStyle/>
        <a:p>
          <a:r>
            <a:rPr lang="en-US" sz="2000" dirty="0"/>
            <a:t>Go to File &gt; New &gt; Project</a:t>
          </a:r>
        </a:p>
      </dgm:t>
    </dgm:pt>
    <dgm:pt modelId="{CA00309C-A206-479C-B65B-0E366165908C}" type="parTrans" cxnId="{A98A3D6A-AF92-4B1E-925D-F3C76E6C2FF7}">
      <dgm:prSet/>
      <dgm:spPr/>
      <dgm:t>
        <a:bodyPr/>
        <a:lstStyle/>
        <a:p>
          <a:endParaRPr lang="en-US"/>
        </a:p>
      </dgm:t>
    </dgm:pt>
    <dgm:pt modelId="{B8DE0B7A-9F1D-4F40-B649-8A61A45108ED}" type="sibTrans" cxnId="{A98A3D6A-AF92-4B1E-925D-F3C76E6C2FF7}">
      <dgm:prSet/>
      <dgm:spPr/>
      <dgm:t>
        <a:bodyPr/>
        <a:lstStyle/>
        <a:p>
          <a:endParaRPr lang="en-US"/>
        </a:p>
      </dgm:t>
    </dgm:pt>
    <dgm:pt modelId="{9A5CDE8D-4A7E-44FA-9D2F-ED58D20D5D0D}">
      <dgm:prSet/>
      <dgm:spPr/>
      <dgm:t>
        <a:bodyPr/>
        <a:lstStyle/>
        <a:p>
          <a:r>
            <a:rPr lang="en-US" dirty="0"/>
            <a:t>Select</a:t>
          </a:r>
        </a:p>
      </dgm:t>
    </dgm:pt>
    <dgm:pt modelId="{30A8DEF3-5C30-4493-9A21-CC2EE7EBFB2F}" type="parTrans" cxnId="{E9DF6A60-D4FC-414B-9824-AA1FD5BC0609}">
      <dgm:prSet/>
      <dgm:spPr/>
      <dgm:t>
        <a:bodyPr/>
        <a:lstStyle/>
        <a:p>
          <a:endParaRPr lang="en-US"/>
        </a:p>
      </dgm:t>
    </dgm:pt>
    <dgm:pt modelId="{207C8271-170D-4B57-A8E4-31A3753CCD67}" type="sibTrans" cxnId="{E9DF6A60-D4FC-414B-9824-AA1FD5BC0609}">
      <dgm:prSet/>
      <dgm:spPr/>
      <dgm:t>
        <a:bodyPr/>
        <a:lstStyle/>
        <a:p>
          <a:endParaRPr lang="en-US"/>
        </a:p>
      </dgm:t>
    </dgm:pt>
    <dgm:pt modelId="{B42B245C-40E5-41DB-B802-9A0B644474FF}">
      <dgm:prSet custT="1"/>
      <dgm:spPr/>
      <dgm:t>
        <a:bodyPr/>
        <a:lstStyle/>
        <a:p>
          <a:r>
            <a:rPr lang="en-US" sz="2000" dirty="0"/>
            <a:t>Select Maven Project &gt; Click Next &gt; Next</a:t>
          </a:r>
        </a:p>
      </dgm:t>
    </dgm:pt>
    <dgm:pt modelId="{96556DEE-220F-4DEA-975B-18AB0782926C}" type="parTrans" cxnId="{B02778EE-16C2-41BB-8BFE-9EF55C731272}">
      <dgm:prSet/>
      <dgm:spPr/>
      <dgm:t>
        <a:bodyPr/>
        <a:lstStyle/>
        <a:p>
          <a:endParaRPr lang="en-US"/>
        </a:p>
      </dgm:t>
    </dgm:pt>
    <dgm:pt modelId="{76251F7B-B959-4938-9822-832B5CDA652A}" type="sibTrans" cxnId="{B02778EE-16C2-41BB-8BFE-9EF55C731272}">
      <dgm:prSet/>
      <dgm:spPr/>
      <dgm:t>
        <a:bodyPr/>
        <a:lstStyle/>
        <a:p>
          <a:endParaRPr lang="en-US"/>
        </a:p>
      </dgm:t>
    </dgm:pt>
    <dgm:pt modelId="{F235872F-F8EA-4186-A71D-F0C5B9AADA61}">
      <dgm:prSet/>
      <dgm:spPr/>
      <dgm:t>
        <a:bodyPr/>
        <a:lstStyle/>
        <a:p>
          <a:r>
            <a:rPr lang="en-US" dirty="0"/>
            <a:t>Select</a:t>
          </a:r>
        </a:p>
      </dgm:t>
    </dgm:pt>
    <dgm:pt modelId="{257BA203-2E61-4B79-86E0-B8CF4AFD3CAB}" type="parTrans" cxnId="{968B707A-8B77-4C5B-9709-F9F950213029}">
      <dgm:prSet/>
      <dgm:spPr/>
      <dgm:t>
        <a:bodyPr/>
        <a:lstStyle/>
        <a:p>
          <a:endParaRPr lang="en-US"/>
        </a:p>
      </dgm:t>
    </dgm:pt>
    <dgm:pt modelId="{B4D5A7E9-004E-4B32-837A-E76A28C32D45}" type="sibTrans" cxnId="{968B707A-8B77-4C5B-9709-F9F950213029}">
      <dgm:prSet/>
      <dgm:spPr/>
      <dgm:t>
        <a:bodyPr/>
        <a:lstStyle/>
        <a:p>
          <a:endParaRPr lang="en-US"/>
        </a:p>
      </dgm:t>
    </dgm:pt>
    <dgm:pt modelId="{39E95741-3927-46FE-B1C7-2B516A8E14FF}">
      <dgm:prSet custT="1"/>
      <dgm:spPr/>
      <dgm:t>
        <a:bodyPr/>
        <a:lstStyle/>
        <a:p>
          <a:r>
            <a:rPr lang="en-US" sz="2000" dirty="0"/>
            <a:t>Select the archetype maven-archetype-quickstart</a:t>
          </a:r>
        </a:p>
      </dgm:t>
    </dgm:pt>
    <dgm:pt modelId="{3EF4C704-B234-4185-91ED-A637F65706C2}" type="parTrans" cxnId="{9D27FFDD-8FE9-48F2-8FAB-F61683F2713F}">
      <dgm:prSet/>
      <dgm:spPr/>
      <dgm:t>
        <a:bodyPr/>
        <a:lstStyle/>
        <a:p>
          <a:endParaRPr lang="en-US"/>
        </a:p>
      </dgm:t>
    </dgm:pt>
    <dgm:pt modelId="{D3C42E39-E7A8-4B86-BCDB-9A351EFBA632}" type="sibTrans" cxnId="{9D27FFDD-8FE9-48F2-8FAB-F61683F2713F}">
      <dgm:prSet/>
      <dgm:spPr/>
      <dgm:t>
        <a:bodyPr/>
        <a:lstStyle/>
        <a:p>
          <a:endParaRPr lang="en-US"/>
        </a:p>
      </dgm:t>
    </dgm:pt>
    <dgm:pt modelId="{2FDF4911-637B-4EBF-977C-69EB9261DC83}">
      <dgm:prSet/>
      <dgm:spPr/>
      <dgm:t>
        <a:bodyPr/>
        <a:lstStyle/>
        <a:p>
          <a:r>
            <a:rPr lang="en-US" dirty="0"/>
            <a:t>Enter</a:t>
          </a:r>
        </a:p>
      </dgm:t>
    </dgm:pt>
    <dgm:pt modelId="{DB81F3D9-3A3E-4219-B7DA-EC5848AE82C2}" type="parTrans" cxnId="{0C35CD62-DF8B-44BF-B14F-CE56F6F33C5C}">
      <dgm:prSet/>
      <dgm:spPr/>
      <dgm:t>
        <a:bodyPr/>
        <a:lstStyle/>
        <a:p>
          <a:endParaRPr lang="en-US"/>
        </a:p>
      </dgm:t>
    </dgm:pt>
    <dgm:pt modelId="{1FFF7DA5-7669-4585-B027-765CB0F7E4EA}" type="sibTrans" cxnId="{0C35CD62-DF8B-44BF-B14F-CE56F6F33C5C}">
      <dgm:prSet/>
      <dgm:spPr/>
      <dgm:t>
        <a:bodyPr/>
        <a:lstStyle/>
        <a:p>
          <a:endParaRPr lang="en-US"/>
        </a:p>
      </dgm:t>
    </dgm:pt>
    <dgm:pt modelId="{C7FCDFF6-47E2-4906-9100-CF646D0EFB89}">
      <dgm:prSet custT="1"/>
      <dgm:spPr/>
      <dgm:t>
        <a:bodyPr/>
        <a:lstStyle/>
        <a:p>
          <a:r>
            <a:rPr lang="en-US" sz="2000" dirty="0"/>
            <a:t>Enter Group ID as com.selenium.project</a:t>
          </a:r>
        </a:p>
      </dgm:t>
    </dgm:pt>
    <dgm:pt modelId="{E0F57229-5AD0-47D7-B86F-89A951F6F848}" type="parTrans" cxnId="{08937A75-E162-40E2-9040-BAD4309BA564}">
      <dgm:prSet/>
      <dgm:spPr/>
      <dgm:t>
        <a:bodyPr/>
        <a:lstStyle/>
        <a:p>
          <a:endParaRPr lang="en-US"/>
        </a:p>
      </dgm:t>
    </dgm:pt>
    <dgm:pt modelId="{4DA4A08A-AC41-4243-B8E1-6B3E129A8BBB}" type="sibTrans" cxnId="{08937A75-E162-40E2-9040-BAD4309BA564}">
      <dgm:prSet/>
      <dgm:spPr/>
      <dgm:t>
        <a:bodyPr/>
        <a:lstStyle/>
        <a:p>
          <a:endParaRPr lang="en-US"/>
        </a:p>
      </dgm:t>
    </dgm:pt>
    <dgm:pt modelId="{2560CD35-00CE-4D79-A595-1864461535AF}">
      <dgm:prSet/>
      <dgm:spPr/>
      <dgm:t>
        <a:bodyPr/>
        <a:lstStyle/>
        <a:p>
          <a:r>
            <a:rPr lang="en-US" dirty="0"/>
            <a:t>Enter</a:t>
          </a:r>
        </a:p>
      </dgm:t>
    </dgm:pt>
    <dgm:pt modelId="{DEE3C63E-6B5E-4425-918D-FFB3C9F876BA}" type="parTrans" cxnId="{593336CB-7616-47DB-A553-2808B8AC641C}">
      <dgm:prSet/>
      <dgm:spPr/>
      <dgm:t>
        <a:bodyPr/>
        <a:lstStyle/>
        <a:p>
          <a:endParaRPr lang="en-US"/>
        </a:p>
      </dgm:t>
    </dgm:pt>
    <dgm:pt modelId="{94BB95C1-D689-4C1B-AC2B-383F08CF1F5D}" type="sibTrans" cxnId="{593336CB-7616-47DB-A553-2808B8AC641C}">
      <dgm:prSet/>
      <dgm:spPr/>
      <dgm:t>
        <a:bodyPr/>
        <a:lstStyle/>
        <a:p>
          <a:endParaRPr lang="en-US"/>
        </a:p>
      </dgm:t>
    </dgm:pt>
    <dgm:pt modelId="{FD41232D-749D-4FFB-BDEB-3664932E244A}">
      <dgm:prSet custT="1"/>
      <dgm:spPr/>
      <dgm:t>
        <a:bodyPr/>
        <a:lstStyle/>
        <a:p>
          <a:r>
            <a:rPr lang="en-US" sz="2000" dirty="0"/>
            <a:t>Enter Artifact ID as selenium-practice</a:t>
          </a:r>
        </a:p>
      </dgm:t>
    </dgm:pt>
    <dgm:pt modelId="{7794FFF8-A5AA-4368-9BAB-08946794A039}" type="parTrans" cxnId="{4800D92F-D659-4B62-9820-EEE4E70DC59D}">
      <dgm:prSet/>
      <dgm:spPr/>
      <dgm:t>
        <a:bodyPr/>
        <a:lstStyle/>
        <a:p>
          <a:endParaRPr lang="en-US"/>
        </a:p>
      </dgm:t>
    </dgm:pt>
    <dgm:pt modelId="{B9732C92-EC73-447E-AEA5-B6245CA7EF50}" type="sibTrans" cxnId="{4800D92F-D659-4B62-9820-EEE4E70DC59D}">
      <dgm:prSet/>
      <dgm:spPr/>
      <dgm:t>
        <a:bodyPr/>
        <a:lstStyle/>
        <a:p>
          <a:endParaRPr lang="en-US"/>
        </a:p>
      </dgm:t>
    </dgm:pt>
    <dgm:pt modelId="{A4C31E5C-65D5-4FE2-8718-49E8A65CF7E6}">
      <dgm:prSet/>
      <dgm:spPr/>
      <dgm:t>
        <a:bodyPr/>
        <a:lstStyle/>
        <a:p>
          <a:r>
            <a:rPr lang="en-US" dirty="0"/>
            <a:t>Click</a:t>
          </a:r>
        </a:p>
      </dgm:t>
    </dgm:pt>
    <dgm:pt modelId="{700CDF49-AEC8-4785-B043-399D0500FC6B}" type="parTrans" cxnId="{FFDE75A9-3A49-4060-ADB6-9BEC6B939B5D}">
      <dgm:prSet/>
      <dgm:spPr/>
      <dgm:t>
        <a:bodyPr/>
        <a:lstStyle/>
        <a:p>
          <a:endParaRPr lang="en-US"/>
        </a:p>
      </dgm:t>
    </dgm:pt>
    <dgm:pt modelId="{BE117D55-6C6D-4404-A150-3B4B4EFA7CF7}" type="sibTrans" cxnId="{FFDE75A9-3A49-4060-ADB6-9BEC6B939B5D}">
      <dgm:prSet/>
      <dgm:spPr/>
      <dgm:t>
        <a:bodyPr/>
        <a:lstStyle/>
        <a:p>
          <a:endParaRPr lang="en-US"/>
        </a:p>
      </dgm:t>
    </dgm:pt>
    <dgm:pt modelId="{0D411505-B718-440D-8F24-FCDDD5D5D3A7}">
      <dgm:prSet custT="1"/>
      <dgm:spPr/>
      <dgm:t>
        <a:bodyPr/>
        <a:lstStyle/>
        <a:p>
          <a:r>
            <a:rPr lang="en-US" sz="2000" dirty="0"/>
            <a:t>Click Finish</a:t>
          </a:r>
        </a:p>
      </dgm:t>
    </dgm:pt>
    <dgm:pt modelId="{A37F065F-6894-4B9C-B33A-4668C0C8420F}" type="parTrans" cxnId="{643E062B-39EA-4414-A1B9-1505B8E82ECA}">
      <dgm:prSet/>
      <dgm:spPr/>
      <dgm:t>
        <a:bodyPr/>
        <a:lstStyle/>
        <a:p>
          <a:endParaRPr lang="en-US"/>
        </a:p>
      </dgm:t>
    </dgm:pt>
    <dgm:pt modelId="{239046ED-E951-45E5-B75E-05D924D999C5}" type="sibTrans" cxnId="{643E062B-39EA-4414-A1B9-1505B8E82ECA}">
      <dgm:prSet/>
      <dgm:spPr/>
      <dgm:t>
        <a:bodyPr/>
        <a:lstStyle/>
        <a:p>
          <a:endParaRPr lang="en-US"/>
        </a:p>
      </dgm:t>
    </dgm:pt>
    <dgm:pt modelId="{0838BEA5-AD9D-4D9E-A295-504DA2F31383}" type="pres">
      <dgm:prSet presAssocID="{D10C1507-EB28-4559-82FD-18A9481DE30C}" presName="Name0" presStyleCnt="0">
        <dgm:presLayoutVars>
          <dgm:dir/>
          <dgm:animLvl val="lvl"/>
          <dgm:resizeHandles val="exact"/>
        </dgm:presLayoutVars>
      </dgm:prSet>
      <dgm:spPr/>
    </dgm:pt>
    <dgm:pt modelId="{8F4BF95D-30DB-4CCF-9CE0-4EA8FCC54C18}" type="pres">
      <dgm:prSet presAssocID="{6E9071BF-DE15-44A6-880A-FE47531BFF48}" presName="composite" presStyleCnt="0"/>
      <dgm:spPr/>
    </dgm:pt>
    <dgm:pt modelId="{D6FA5F2A-B437-48A6-ACC2-FB5B528A0120}" type="pres">
      <dgm:prSet presAssocID="{6E9071BF-DE15-44A6-880A-FE47531BFF48}" presName="parTx" presStyleLbl="alignNode1" presStyleIdx="0" presStyleCnt="7">
        <dgm:presLayoutVars>
          <dgm:chMax val="0"/>
          <dgm:chPref val="0"/>
        </dgm:presLayoutVars>
      </dgm:prSet>
      <dgm:spPr/>
    </dgm:pt>
    <dgm:pt modelId="{067D877C-8608-42CF-843D-5AD5CCE3CFAC}" type="pres">
      <dgm:prSet presAssocID="{6E9071BF-DE15-44A6-880A-FE47531BFF48}" presName="desTx" presStyleLbl="alignAccFollowNode1" presStyleIdx="0" presStyleCnt="7">
        <dgm:presLayoutVars/>
      </dgm:prSet>
      <dgm:spPr/>
    </dgm:pt>
    <dgm:pt modelId="{12A7D92D-F5F4-4DD7-AC40-7E2AAA619A0D}" type="pres">
      <dgm:prSet presAssocID="{078FF1DF-666B-4CDC-BF72-602239303B48}" presName="space" presStyleCnt="0"/>
      <dgm:spPr/>
    </dgm:pt>
    <dgm:pt modelId="{2387659B-1274-43EC-87C4-B04AA2309886}" type="pres">
      <dgm:prSet presAssocID="{569B810F-6F98-48E1-8BF0-8E2D7473665C}" presName="composite" presStyleCnt="0"/>
      <dgm:spPr/>
    </dgm:pt>
    <dgm:pt modelId="{B2113295-9BFE-4C1F-B93F-AC78BA78497B}" type="pres">
      <dgm:prSet presAssocID="{569B810F-6F98-48E1-8BF0-8E2D7473665C}" presName="parTx" presStyleLbl="alignNode1" presStyleIdx="1" presStyleCnt="7">
        <dgm:presLayoutVars>
          <dgm:chMax val="0"/>
          <dgm:chPref val="0"/>
        </dgm:presLayoutVars>
      </dgm:prSet>
      <dgm:spPr/>
    </dgm:pt>
    <dgm:pt modelId="{A8CD7A93-0AFD-4AE7-96A9-D4037A697BB7}" type="pres">
      <dgm:prSet presAssocID="{569B810F-6F98-48E1-8BF0-8E2D7473665C}" presName="desTx" presStyleLbl="alignAccFollowNode1" presStyleIdx="1" presStyleCnt="7">
        <dgm:presLayoutVars/>
      </dgm:prSet>
      <dgm:spPr/>
    </dgm:pt>
    <dgm:pt modelId="{9E3EDA2A-C597-4579-9F0E-8C0914552DD7}" type="pres">
      <dgm:prSet presAssocID="{2D5A9F07-B022-4171-936C-29E73F207FD6}" presName="space" presStyleCnt="0"/>
      <dgm:spPr/>
    </dgm:pt>
    <dgm:pt modelId="{3F1853A8-191D-4F85-9DDA-C4C5934B1569}" type="pres">
      <dgm:prSet presAssocID="{9A5CDE8D-4A7E-44FA-9D2F-ED58D20D5D0D}" presName="composite" presStyleCnt="0"/>
      <dgm:spPr/>
    </dgm:pt>
    <dgm:pt modelId="{66DD7579-53F8-4AEE-9988-091EC2C15AEE}" type="pres">
      <dgm:prSet presAssocID="{9A5CDE8D-4A7E-44FA-9D2F-ED58D20D5D0D}" presName="parTx" presStyleLbl="alignNode1" presStyleIdx="2" presStyleCnt="7">
        <dgm:presLayoutVars>
          <dgm:chMax val="0"/>
          <dgm:chPref val="0"/>
        </dgm:presLayoutVars>
      </dgm:prSet>
      <dgm:spPr/>
    </dgm:pt>
    <dgm:pt modelId="{B5FB3F82-76E5-4A48-AF3F-65ED2F390DC7}" type="pres">
      <dgm:prSet presAssocID="{9A5CDE8D-4A7E-44FA-9D2F-ED58D20D5D0D}" presName="desTx" presStyleLbl="alignAccFollowNode1" presStyleIdx="2" presStyleCnt="7">
        <dgm:presLayoutVars/>
      </dgm:prSet>
      <dgm:spPr/>
    </dgm:pt>
    <dgm:pt modelId="{D96690EB-C857-4B6B-9E33-E755E00B37F4}" type="pres">
      <dgm:prSet presAssocID="{207C8271-170D-4B57-A8E4-31A3753CCD67}" presName="space" presStyleCnt="0"/>
      <dgm:spPr/>
    </dgm:pt>
    <dgm:pt modelId="{7884AFA2-561C-4201-AB28-79061DF5B393}" type="pres">
      <dgm:prSet presAssocID="{F235872F-F8EA-4186-A71D-F0C5B9AADA61}" presName="composite" presStyleCnt="0"/>
      <dgm:spPr/>
    </dgm:pt>
    <dgm:pt modelId="{ADF25F2F-85C4-4632-8086-7BBC6AD4F657}" type="pres">
      <dgm:prSet presAssocID="{F235872F-F8EA-4186-A71D-F0C5B9AADA61}" presName="parTx" presStyleLbl="alignNode1" presStyleIdx="3" presStyleCnt="7">
        <dgm:presLayoutVars>
          <dgm:chMax val="0"/>
          <dgm:chPref val="0"/>
        </dgm:presLayoutVars>
      </dgm:prSet>
      <dgm:spPr/>
    </dgm:pt>
    <dgm:pt modelId="{5374848E-DB57-4AFF-A33E-5646C9BDACDC}" type="pres">
      <dgm:prSet presAssocID="{F235872F-F8EA-4186-A71D-F0C5B9AADA61}" presName="desTx" presStyleLbl="alignAccFollowNode1" presStyleIdx="3" presStyleCnt="7">
        <dgm:presLayoutVars/>
      </dgm:prSet>
      <dgm:spPr/>
    </dgm:pt>
    <dgm:pt modelId="{11E75CBC-E430-4AE2-A4D0-0B84B7D419CA}" type="pres">
      <dgm:prSet presAssocID="{B4D5A7E9-004E-4B32-837A-E76A28C32D45}" presName="space" presStyleCnt="0"/>
      <dgm:spPr/>
    </dgm:pt>
    <dgm:pt modelId="{DC98848B-C18F-4628-B52E-EFD06B00BF6E}" type="pres">
      <dgm:prSet presAssocID="{2FDF4911-637B-4EBF-977C-69EB9261DC83}" presName="composite" presStyleCnt="0"/>
      <dgm:spPr/>
    </dgm:pt>
    <dgm:pt modelId="{CED0535A-9399-4048-A672-8486324F3C3A}" type="pres">
      <dgm:prSet presAssocID="{2FDF4911-637B-4EBF-977C-69EB9261DC83}" presName="parTx" presStyleLbl="alignNode1" presStyleIdx="4" presStyleCnt="7">
        <dgm:presLayoutVars>
          <dgm:chMax val="0"/>
          <dgm:chPref val="0"/>
        </dgm:presLayoutVars>
      </dgm:prSet>
      <dgm:spPr/>
    </dgm:pt>
    <dgm:pt modelId="{3FDA2FA8-A20C-4802-A798-8D85BAF2960D}" type="pres">
      <dgm:prSet presAssocID="{2FDF4911-637B-4EBF-977C-69EB9261DC83}" presName="desTx" presStyleLbl="alignAccFollowNode1" presStyleIdx="4" presStyleCnt="7">
        <dgm:presLayoutVars/>
      </dgm:prSet>
      <dgm:spPr/>
    </dgm:pt>
    <dgm:pt modelId="{7FF09F61-9736-4927-A7AF-400A8A955402}" type="pres">
      <dgm:prSet presAssocID="{1FFF7DA5-7669-4585-B027-765CB0F7E4EA}" presName="space" presStyleCnt="0"/>
      <dgm:spPr/>
    </dgm:pt>
    <dgm:pt modelId="{87D48140-F8C6-4FAE-BDB5-423BDC933E5A}" type="pres">
      <dgm:prSet presAssocID="{2560CD35-00CE-4D79-A595-1864461535AF}" presName="composite" presStyleCnt="0"/>
      <dgm:spPr/>
    </dgm:pt>
    <dgm:pt modelId="{DD663F32-C60F-491B-B020-602AA21A1CE9}" type="pres">
      <dgm:prSet presAssocID="{2560CD35-00CE-4D79-A595-1864461535AF}" presName="parTx" presStyleLbl="alignNode1" presStyleIdx="5" presStyleCnt="7">
        <dgm:presLayoutVars>
          <dgm:chMax val="0"/>
          <dgm:chPref val="0"/>
        </dgm:presLayoutVars>
      </dgm:prSet>
      <dgm:spPr/>
    </dgm:pt>
    <dgm:pt modelId="{3D19FA6C-EC3D-4893-8DD4-92E688AD7D46}" type="pres">
      <dgm:prSet presAssocID="{2560CD35-00CE-4D79-A595-1864461535AF}" presName="desTx" presStyleLbl="alignAccFollowNode1" presStyleIdx="5" presStyleCnt="7">
        <dgm:presLayoutVars/>
      </dgm:prSet>
      <dgm:spPr/>
    </dgm:pt>
    <dgm:pt modelId="{0A010632-A839-4E44-ADB8-E81B465103FA}" type="pres">
      <dgm:prSet presAssocID="{94BB95C1-D689-4C1B-AC2B-383F08CF1F5D}" presName="space" presStyleCnt="0"/>
      <dgm:spPr/>
    </dgm:pt>
    <dgm:pt modelId="{6A06A6BA-8450-4EC9-9508-5C7434CCF9C9}" type="pres">
      <dgm:prSet presAssocID="{A4C31E5C-65D5-4FE2-8718-49E8A65CF7E6}" presName="composite" presStyleCnt="0"/>
      <dgm:spPr/>
    </dgm:pt>
    <dgm:pt modelId="{A9681401-4951-4163-AD27-96918A376952}" type="pres">
      <dgm:prSet presAssocID="{A4C31E5C-65D5-4FE2-8718-49E8A65CF7E6}" presName="parTx" presStyleLbl="alignNode1" presStyleIdx="6" presStyleCnt="7">
        <dgm:presLayoutVars>
          <dgm:chMax val="0"/>
          <dgm:chPref val="0"/>
        </dgm:presLayoutVars>
      </dgm:prSet>
      <dgm:spPr/>
    </dgm:pt>
    <dgm:pt modelId="{29D31780-11DE-4403-8BC0-62FD2E549892}" type="pres">
      <dgm:prSet presAssocID="{A4C31E5C-65D5-4FE2-8718-49E8A65CF7E6}" presName="desTx" presStyleLbl="alignAccFollowNode1" presStyleIdx="6" presStyleCnt="7">
        <dgm:presLayoutVars/>
      </dgm:prSet>
      <dgm:spPr/>
    </dgm:pt>
  </dgm:ptLst>
  <dgm:cxnLst>
    <dgm:cxn modelId="{3BF93A03-4D37-4059-BCC6-CCDF0155F897}" type="presOf" srcId="{0D411505-B718-440D-8F24-FCDDD5D5D3A7}" destId="{29D31780-11DE-4403-8BC0-62FD2E549892}" srcOrd="0" destOrd="0" presId="urn:microsoft.com/office/officeart/2016/7/layout/ChevronBlockProcess"/>
    <dgm:cxn modelId="{643E062B-39EA-4414-A1B9-1505B8E82ECA}" srcId="{A4C31E5C-65D5-4FE2-8718-49E8A65CF7E6}" destId="{0D411505-B718-440D-8F24-FCDDD5D5D3A7}" srcOrd="0" destOrd="0" parTransId="{A37F065F-6894-4B9C-B33A-4668C0C8420F}" sibTransId="{239046ED-E951-45E5-B75E-05D924D999C5}"/>
    <dgm:cxn modelId="{4800D92F-D659-4B62-9820-EEE4E70DC59D}" srcId="{2560CD35-00CE-4D79-A595-1864461535AF}" destId="{FD41232D-749D-4FFB-BDEB-3664932E244A}" srcOrd="0" destOrd="0" parTransId="{7794FFF8-A5AA-4368-9BAB-08946794A039}" sibTransId="{B9732C92-EC73-447E-AEA5-B6245CA7EF50}"/>
    <dgm:cxn modelId="{AE1C9A30-32B5-4C8D-B084-87F8D3BDAD01}" type="presOf" srcId="{D10C1507-EB28-4559-82FD-18A9481DE30C}" destId="{0838BEA5-AD9D-4D9E-A295-504DA2F31383}" srcOrd="0" destOrd="0" presId="urn:microsoft.com/office/officeart/2016/7/layout/ChevronBlockProcess"/>
    <dgm:cxn modelId="{8A078335-EFB6-4230-B1E2-626020FE469B}" type="presOf" srcId="{35D67946-7C7F-4588-B68E-679652A4CDE6}" destId="{067D877C-8608-42CF-843D-5AD5CCE3CFAC}" srcOrd="0" destOrd="0" presId="urn:microsoft.com/office/officeart/2016/7/layout/ChevronBlockProcess"/>
    <dgm:cxn modelId="{E9DF6A60-D4FC-414B-9824-AA1FD5BC0609}" srcId="{D10C1507-EB28-4559-82FD-18A9481DE30C}" destId="{9A5CDE8D-4A7E-44FA-9D2F-ED58D20D5D0D}" srcOrd="2" destOrd="0" parTransId="{30A8DEF3-5C30-4493-9A21-CC2EE7EBFB2F}" sibTransId="{207C8271-170D-4B57-A8E4-31A3753CCD67}"/>
    <dgm:cxn modelId="{0C35CD62-DF8B-44BF-B14F-CE56F6F33C5C}" srcId="{D10C1507-EB28-4559-82FD-18A9481DE30C}" destId="{2FDF4911-637B-4EBF-977C-69EB9261DC83}" srcOrd="4" destOrd="0" parTransId="{DB81F3D9-3A3E-4219-B7DA-EC5848AE82C2}" sibTransId="{1FFF7DA5-7669-4585-B027-765CB0F7E4EA}"/>
    <dgm:cxn modelId="{C5FF3D49-CAEA-4AC0-8EC7-2BF614A629DC}" type="presOf" srcId="{2560CD35-00CE-4D79-A595-1864461535AF}" destId="{DD663F32-C60F-491B-B020-602AA21A1CE9}" srcOrd="0" destOrd="0" presId="urn:microsoft.com/office/officeart/2016/7/layout/ChevronBlockProcess"/>
    <dgm:cxn modelId="{A98A3D6A-AF92-4B1E-925D-F3C76E6C2FF7}" srcId="{569B810F-6F98-48E1-8BF0-8E2D7473665C}" destId="{0290DCDD-4746-48F1-8376-DED0F13397DC}" srcOrd="0" destOrd="0" parTransId="{CA00309C-A206-479C-B65B-0E366165908C}" sibTransId="{B8DE0B7A-9F1D-4F40-B649-8A61A45108ED}"/>
    <dgm:cxn modelId="{08937A75-E162-40E2-9040-BAD4309BA564}" srcId="{2FDF4911-637B-4EBF-977C-69EB9261DC83}" destId="{C7FCDFF6-47E2-4906-9100-CF646D0EFB89}" srcOrd="0" destOrd="0" parTransId="{E0F57229-5AD0-47D7-B86F-89A951F6F848}" sibTransId="{4DA4A08A-AC41-4243-B8E1-6B3E129A8BBB}"/>
    <dgm:cxn modelId="{968B707A-8B77-4C5B-9709-F9F950213029}" srcId="{D10C1507-EB28-4559-82FD-18A9481DE30C}" destId="{F235872F-F8EA-4186-A71D-F0C5B9AADA61}" srcOrd="3" destOrd="0" parTransId="{257BA203-2E61-4B79-86E0-B8CF4AFD3CAB}" sibTransId="{B4D5A7E9-004E-4B32-837A-E76A28C32D45}"/>
    <dgm:cxn modelId="{7C3CA680-B717-49C1-84C7-E42C3621FF6C}" srcId="{D10C1507-EB28-4559-82FD-18A9481DE30C}" destId="{6E9071BF-DE15-44A6-880A-FE47531BFF48}" srcOrd="0" destOrd="0" parTransId="{4A9B6A9C-AD52-4996-8EF3-047E1E05FC98}" sibTransId="{078FF1DF-666B-4CDC-BF72-602239303B48}"/>
    <dgm:cxn modelId="{4301728B-3138-43A5-998A-058E9B450AFE}" type="presOf" srcId="{FD41232D-749D-4FFB-BDEB-3664932E244A}" destId="{3D19FA6C-EC3D-4893-8DD4-92E688AD7D46}" srcOrd="0" destOrd="0" presId="urn:microsoft.com/office/officeart/2016/7/layout/ChevronBlockProcess"/>
    <dgm:cxn modelId="{A7F56990-DFA4-4458-877A-DCB65251B5BC}" srcId="{D10C1507-EB28-4559-82FD-18A9481DE30C}" destId="{569B810F-6F98-48E1-8BF0-8E2D7473665C}" srcOrd="1" destOrd="0" parTransId="{605A068B-3D79-41F1-9B4D-0DEDE7BAAE1D}" sibTransId="{2D5A9F07-B022-4171-936C-29E73F207FD6}"/>
    <dgm:cxn modelId="{E55F8194-F4A9-4910-99B5-D6FBCE1C4CB7}" type="presOf" srcId="{A4C31E5C-65D5-4FE2-8718-49E8A65CF7E6}" destId="{A9681401-4951-4163-AD27-96918A376952}" srcOrd="0" destOrd="0" presId="urn:microsoft.com/office/officeart/2016/7/layout/ChevronBlockProcess"/>
    <dgm:cxn modelId="{A53FF8A4-AD95-458A-B5C5-8CDFDBD81FC1}" srcId="{6E9071BF-DE15-44A6-880A-FE47531BFF48}" destId="{35D67946-7C7F-4588-B68E-679652A4CDE6}" srcOrd="0" destOrd="0" parTransId="{18575555-7FFB-4D5B-BA46-60402D569474}" sibTransId="{71D797CA-2824-4448-BF61-C2849C4935BE}"/>
    <dgm:cxn modelId="{FFDE75A9-3A49-4060-ADB6-9BEC6B939B5D}" srcId="{D10C1507-EB28-4559-82FD-18A9481DE30C}" destId="{A4C31E5C-65D5-4FE2-8718-49E8A65CF7E6}" srcOrd="6" destOrd="0" parTransId="{700CDF49-AEC8-4785-B043-399D0500FC6B}" sibTransId="{BE117D55-6C6D-4404-A150-3B4B4EFA7CF7}"/>
    <dgm:cxn modelId="{C1AF78B6-4900-4E2C-A7E3-511B6A4B5233}" type="presOf" srcId="{B42B245C-40E5-41DB-B802-9A0B644474FF}" destId="{B5FB3F82-76E5-4A48-AF3F-65ED2F390DC7}" srcOrd="0" destOrd="0" presId="urn:microsoft.com/office/officeart/2016/7/layout/ChevronBlockProcess"/>
    <dgm:cxn modelId="{70A454BC-2E2A-403D-9573-8DA0F3B4F444}" type="presOf" srcId="{2FDF4911-637B-4EBF-977C-69EB9261DC83}" destId="{CED0535A-9399-4048-A672-8486324F3C3A}" srcOrd="0" destOrd="0" presId="urn:microsoft.com/office/officeart/2016/7/layout/ChevronBlockProcess"/>
    <dgm:cxn modelId="{A21836C0-5208-4DC6-A66E-B40EC22A371E}" type="presOf" srcId="{0290DCDD-4746-48F1-8376-DED0F13397DC}" destId="{A8CD7A93-0AFD-4AE7-96A9-D4037A697BB7}" srcOrd="0" destOrd="0" presId="urn:microsoft.com/office/officeart/2016/7/layout/ChevronBlockProcess"/>
    <dgm:cxn modelId="{ACEA84CA-ACA5-4F16-A4EF-A9E76093A33B}" type="presOf" srcId="{39E95741-3927-46FE-B1C7-2B516A8E14FF}" destId="{5374848E-DB57-4AFF-A33E-5646C9BDACDC}" srcOrd="0" destOrd="0" presId="urn:microsoft.com/office/officeart/2016/7/layout/ChevronBlockProcess"/>
    <dgm:cxn modelId="{593336CB-7616-47DB-A553-2808B8AC641C}" srcId="{D10C1507-EB28-4559-82FD-18A9481DE30C}" destId="{2560CD35-00CE-4D79-A595-1864461535AF}" srcOrd="5" destOrd="0" parTransId="{DEE3C63E-6B5E-4425-918D-FFB3C9F876BA}" sibTransId="{94BB95C1-D689-4C1B-AC2B-383F08CF1F5D}"/>
    <dgm:cxn modelId="{E89442D4-1190-47E1-A694-87BB3DAF4A96}" type="presOf" srcId="{F235872F-F8EA-4186-A71D-F0C5B9AADA61}" destId="{ADF25F2F-85C4-4632-8086-7BBC6AD4F657}" srcOrd="0" destOrd="0" presId="urn:microsoft.com/office/officeart/2016/7/layout/ChevronBlockProcess"/>
    <dgm:cxn modelId="{8614ABD9-EBAE-4A5A-B1C8-5D56B81E3FA7}" type="presOf" srcId="{569B810F-6F98-48E1-8BF0-8E2D7473665C}" destId="{B2113295-9BFE-4C1F-B93F-AC78BA78497B}" srcOrd="0" destOrd="0" presId="urn:microsoft.com/office/officeart/2016/7/layout/ChevronBlockProcess"/>
    <dgm:cxn modelId="{9D27FFDD-8FE9-48F2-8FAB-F61683F2713F}" srcId="{F235872F-F8EA-4186-A71D-F0C5B9AADA61}" destId="{39E95741-3927-46FE-B1C7-2B516A8E14FF}" srcOrd="0" destOrd="0" parTransId="{3EF4C704-B234-4185-91ED-A637F65706C2}" sibTransId="{D3C42E39-E7A8-4B86-BCDB-9A351EFBA632}"/>
    <dgm:cxn modelId="{B02778EE-16C2-41BB-8BFE-9EF55C731272}" srcId="{9A5CDE8D-4A7E-44FA-9D2F-ED58D20D5D0D}" destId="{B42B245C-40E5-41DB-B802-9A0B644474FF}" srcOrd="0" destOrd="0" parTransId="{96556DEE-220F-4DEA-975B-18AB0782926C}" sibTransId="{76251F7B-B959-4938-9822-832B5CDA652A}"/>
    <dgm:cxn modelId="{6D65D2F0-EF04-49F3-B41A-DC4E009562A6}" type="presOf" srcId="{9A5CDE8D-4A7E-44FA-9D2F-ED58D20D5D0D}" destId="{66DD7579-53F8-4AEE-9988-091EC2C15AEE}" srcOrd="0" destOrd="0" presId="urn:microsoft.com/office/officeart/2016/7/layout/ChevronBlockProcess"/>
    <dgm:cxn modelId="{024F1CF3-A780-4EB7-9499-5C4F392F3372}" type="presOf" srcId="{C7FCDFF6-47E2-4906-9100-CF646D0EFB89}" destId="{3FDA2FA8-A20C-4802-A798-8D85BAF2960D}" srcOrd="0" destOrd="0" presId="urn:microsoft.com/office/officeart/2016/7/layout/ChevronBlockProcess"/>
    <dgm:cxn modelId="{420E99FB-6E3D-44D2-9D2D-7385E682186D}" type="presOf" srcId="{6E9071BF-DE15-44A6-880A-FE47531BFF48}" destId="{D6FA5F2A-B437-48A6-ACC2-FB5B528A0120}" srcOrd="0" destOrd="0" presId="urn:microsoft.com/office/officeart/2016/7/layout/ChevronBlockProcess"/>
    <dgm:cxn modelId="{213D721D-7E40-469F-B761-D4EC232F2A26}" type="presParOf" srcId="{0838BEA5-AD9D-4D9E-A295-504DA2F31383}" destId="{8F4BF95D-30DB-4CCF-9CE0-4EA8FCC54C18}" srcOrd="0" destOrd="0" presId="urn:microsoft.com/office/officeart/2016/7/layout/ChevronBlockProcess"/>
    <dgm:cxn modelId="{5578D555-F178-4A18-9D8D-EFE36B0C6B09}" type="presParOf" srcId="{8F4BF95D-30DB-4CCF-9CE0-4EA8FCC54C18}" destId="{D6FA5F2A-B437-48A6-ACC2-FB5B528A0120}" srcOrd="0" destOrd="0" presId="urn:microsoft.com/office/officeart/2016/7/layout/ChevronBlockProcess"/>
    <dgm:cxn modelId="{F147A664-1A89-4A56-98C0-6F1EB5071220}" type="presParOf" srcId="{8F4BF95D-30DB-4CCF-9CE0-4EA8FCC54C18}" destId="{067D877C-8608-42CF-843D-5AD5CCE3CFAC}" srcOrd="1" destOrd="0" presId="urn:microsoft.com/office/officeart/2016/7/layout/ChevronBlockProcess"/>
    <dgm:cxn modelId="{EE024C85-A656-4636-9FC5-46E2B951F025}" type="presParOf" srcId="{0838BEA5-AD9D-4D9E-A295-504DA2F31383}" destId="{12A7D92D-F5F4-4DD7-AC40-7E2AAA619A0D}" srcOrd="1" destOrd="0" presId="urn:microsoft.com/office/officeart/2016/7/layout/ChevronBlockProcess"/>
    <dgm:cxn modelId="{332F8F09-7666-45EA-950E-A5B668A45FED}" type="presParOf" srcId="{0838BEA5-AD9D-4D9E-A295-504DA2F31383}" destId="{2387659B-1274-43EC-87C4-B04AA2309886}" srcOrd="2" destOrd="0" presId="urn:microsoft.com/office/officeart/2016/7/layout/ChevronBlockProcess"/>
    <dgm:cxn modelId="{2163D4A9-6D04-4A53-8399-7C3993D00EDF}" type="presParOf" srcId="{2387659B-1274-43EC-87C4-B04AA2309886}" destId="{B2113295-9BFE-4C1F-B93F-AC78BA78497B}" srcOrd="0" destOrd="0" presId="urn:microsoft.com/office/officeart/2016/7/layout/ChevronBlockProcess"/>
    <dgm:cxn modelId="{9F7AD469-F04A-4676-BC24-23629A975C4B}" type="presParOf" srcId="{2387659B-1274-43EC-87C4-B04AA2309886}" destId="{A8CD7A93-0AFD-4AE7-96A9-D4037A697BB7}" srcOrd="1" destOrd="0" presId="urn:microsoft.com/office/officeart/2016/7/layout/ChevronBlockProcess"/>
    <dgm:cxn modelId="{B5AEB547-5CBE-4BCD-B6E9-2D7B23B70D2E}" type="presParOf" srcId="{0838BEA5-AD9D-4D9E-A295-504DA2F31383}" destId="{9E3EDA2A-C597-4579-9F0E-8C0914552DD7}" srcOrd="3" destOrd="0" presId="urn:microsoft.com/office/officeart/2016/7/layout/ChevronBlockProcess"/>
    <dgm:cxn modelId="{C5A0BCB8-EDF7-4F0B-B9CD-2C6D84F76CEF}" type="presParOf" srcId="{0838BEA5-AD9D-4D9E-A295-504DA2F31383}" destId="{3F1853A8-191D-4F85-9DDA-C4C5934B1569}" srcOrd="4" destOrd="0" presId="urn:microsoft.com/office/officeart/2016/7/layout/ChevronBlockProcess"/>
    <dgm:cxn modelId="{4C9475BC-0351-4BB7-AE28-9CB3728D2041}" type="presParOf" srcId="{3F1853A8-191D-4F85-9DDA-C4C5934B1569}" destId="{66DD7579-53F8-4AEE-9988-091EC2C15AEE}" srcOrd="0" destOrd="0" presId="urn:microsoft.com/office/officeart/2016/7/layout/ChevronBlockProcess"/>
    <dgm:cxn modelId="{C728C5E0-2C7A-4452-A490-740A3CB3D516}" type="presParOf" srcId="{3F1853A8-191D-4F85-9DDA-C4C5934B1569}" destId="{B5FB3F82-76E5-4A48-AF3F-65ED2F390DC7}" srcOrd="1" destOrd="0" presId="urn:microsoft.com/office/officeart/2016/7/layout/ChevronBlockProcess"/>
    <dgm:cxn modelId="{18695BC2-5366-41BC-888E-BC1FF17D44B8}" type="presParOf" srcId="{0838BEA5-AD9D-4D9E-A295-504DA2F31383}" destId="{D96690EB-C857-4B6B-9E33-E755E00B37F4}" srcOrd="5" destOrd="0" presId="urn:microsoft.com/office/officeart/2016/7/layout/ChevronBlockProcess"/>
    <dgm:cxn modelId="{72C405AF-FE45-4591-ACBD-B814BC78C02B}" type="presParOf" srcId="{0838BEA5-AD9D-4D9E-A295-504DA2F31383}" destId="{7884AFA2-561C-4201-AB28-79061DF5B393}" srcOrd="6" destOrd="0" presId="urn:microsoft.com/office/officeart/2016/7/layout/ChevronBlockProcess"/>
    <dgm:cxn modelId="{507F4927-6E8A-43A5-94A7-D826101C7F45}" type="presParOf" srcId="{7884AFA2-561C-4201-AB28-79061DF5B393}" destId="{ADF25F2F-85C4-4632-8086-7BBC6AD4F657}" srcOrd="0" destOrd="0" presId="urn:microsoft.com/office/officeart/2016/7/layout/ChevronBlockProcess"/>
    <dgm:cxn modelId="{3626931A-4CBA-4D9F-8B96-2B8B7F362582}" type="presParOf" srcId="{7884AFA2-561C-4201-AB28-79061DF5B393}" destId="{5374848E-DB57-4AFF-A33E-5646C9BDACDC}" srcOrd="1" destOrd="0" presId="urn:microsoft.com/office/officeart/2016/7/layout/ChevronBlockProcess"/>
    <dgm:cxn modelId="{DEBA4964-318B-4B2A-B64A-36CB01F042C0}" type="presParOf" srcId="{0838BEA5-AD9D-4D9E-A295-504DA2F31383}" destId="{11E75CBC-E430-4AE2-A4D0-0B84B7D419CA}" srcOrd="7" destOrd="0" presId="urn:microsoft.com/office/officeart/2016/7/layout/ChevronBlockProcess"/>
    <dgm:cxn modelId="{B81D481E-2609-4F70-B845-522EA91760A3}" type="presParOf" srcId="{0838BEA5-AD9D-4D9E-A295-504DA2F31383}" destId="{DC98848B-C18F-4628-B52E-EFD06B00BF6E}" srcOrd="8" destOrd="0" presId="urn:microsoft.com/office/officeart/2016/7/layout/ChevronBlockProcess"/>
    <dgm:cxn modelId="{13A7213A-05F0-456E-B4FE-DFEF42846E4E}" type="presParOf" srcId="{DC98848B-C18F-4628-B52E-EFD06B00BF6E}" destId="{CED0535A-9399-4048-A672-8486324F3C3A}" srcOrd="0" destOrd="0" presId="urn:microsoft.com/office/officeart/2016/7/layout/ChevronBlockProcess"/>
    <dgm:cxn modelId="{6A0C768C-63D8-441F-85BA-A1116CA32A4B}" type="presParOf" srcId="{DC98848B-C18F-4628-B52E-EFD06B00BF6E}" destId="{3FDA2FA8-A20C-4802-A798-8D85BAF2960D}" srcOrd="1" destOrd="0" presId="urn:microsoft.com/office/officeart/2016/7/layout/ChevronBlockProcess"/>
    <dgm:cxn modelId="{153B3C32-89B7-4284-BDD8-6085E9732876}" type="presParOf" srcId="{0838BEA5-AD9D-4D9E-A295-504DA2F31383}" destId="{7FF09F61-9736-4927-A7AF-400A8A955402}" srcOrd="9" destOrd="0" presId="urn:microsoft.com/office/officeart/2016/7/layout/ChevronBlockProcess"/>
    <dgm:cxn modelId="{2E08CA55-9D7B-442A-9C9F-7294FB318BCD}" type="presParOf" srcId="{0838BEA5-AD9D-4D9E-A295-504DA2F31383}" destId="{87D48140-F8C6-4FAE-BDB5-423BDC933E5A}" srcOrd="10" destOrd="0" presId="urn:microsoft.com/office/officeart/2016/7/layout/ChevronBlockProcess"/>
    <dgm:cxn modelId="{70C5D133-D7F5-4D3E-9084-1F358D61AD6E}" type="presParOf" srcId="{87D48140-F8C6-4FAE-BDB5-423BDC933E5A}" destId="{DD663F32-C60F-491B-B020-602AA21A1CE9}" srcOrd="0" destOrd="0" presId="urn:microsoft.com/office/officeart/2016/7/layout/ChevronBlockProcess"/>
    <dgm:cxn modelId="{CFEC0C8A-E687-4BF9-9FC5-71FC36949551}" type="presParOf" srcId="{87D48140-F8C6-4FAE-BDB5-423BDC933E5A}" destId="{3D19FA6C-EC3D-4893-8DD4-92E688AD7D46}" srcOrd="1" destOrd="0" presId="urn:microsoft.com/office/officeart/2016/7/layout/ChevronBlockProcess"/>
    <dgm:cxn modelId="{83433DA7-14F1-4E29-880B-C9E4D76C8D39}" type="presParOf" srcId="{0838BEA5-AD9D-4D9E-A295-504DA2F31383}" destId="{0A010632-A839-4E44-ADB8-E81B465103FA}" srcOrd="11" destOrd="0" presId="urn:microsoft.com/office/officeart/2016/7/layout/ChevronBlockProcess"/>
    <dgm:cxn modelId="{D728F7FC-A94B-448C-828E-EA8FB2F7FE2D}" type="presParOf" srcId="{0838BEA5-AD9D-4D9E-A295-504DA2F31383}" destId="{6A06A6BA-8450-4EC9-9508-5C7434CCF9C9}" srcOrd="12" destOrd="0" presId="urn:microsoft.com/office/officeart/2016/7/layout/ChevronBlockProcess"/>
    <dgm:cxn modelId="{78B4CD19-4454-4B2A-8144-CCF44C44911C}" type="presParOf" srcId="{6A06A6BA-8450-4EC9-9508-5C7434CCF9C9}" destId="{A9681401-4951-4163-AD27-96918A376952}" srcOrd="0" destOrd="0" presId="urn:microsoft.com/office/officeart/2016/7/layout/ChevronBlockProcess"/>
    <dgm:cxn modelId="{56974E65-700E-4D58-984D-EBF20DAA982D}" type="presParOf" srcId="{6A06A6BA-8450-4EC9-9508-5C7434CCF9C9}" destId="{29D31780-11DE-4403-8BC0-62FD2E549892}" srcOrd="1" destOrd="0" presId="urn:microsoft.com/office/officeart/2016/7/layout/Chevron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3CC363B-7585-49D6-AD31-B648AF73C11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BCAFB80D-AA87-4589-9F55-D57D2EBBE5FF}">
      <dgm:prSet/>
      <dgm:spPr/>
      <dgm:t>
        <a:bodyPr/>
        <a:lstStyle/>
        <a:p>
          <a:r>
            <a:rPr lang="en-GB" dirty="0"/>
            <a:t>Locators are strategies used to identify web elements on a page</a:t>
          </a:r>
          <a:endParaRPr lang="en-US" dirty="0"/>
        </a:p>
      </dgm:t>
    </dgm:pt>
    <dgm:pt modelId="{8B550430-D6B1-47A2-98A1-41D8E18C1D68}" type="parTrans" cxnId="{1621238F-639F-4B2D-AC5A-C5EFC21103BD}">
      <dgm:prSet/>
      <dgm:spPr/>
      <dgm:t>
        <a:bodyPr/>
        <a:lstStyle/>
        <a:p>
          <a:endParaRPr lang="en-US"/>
        </a:p>
      </dgm:t>
    </dgm:pt>
    <dgm:pt modelId="{045D51DC-954D-4D7F-BE48-DB742DA48235}" type="sibTrans" cxnId="{1621238F-639F-4B2D-AC5A-C5EFC21103BD}">
      <dgm:prSet/>
      <dgm:spPr/>
      <dgm:t>
        <a:bodyPr/>
        <a:lstStyle/>
        <a:p>
          <a:endParaRPr lang="en-US"/>
        </a:p>
      </dgm:t>
    </dgm:pt>
    <dgm:pt modelId="{50D01E9A-E064-4F5B-8446-F564C0868991}">
      <dgm:prSet/>
      <dgm:spPr/>
      <dgm:t>
        <a:bodyPr/>
        <a:lstStyle/>
        <a:p>
          <a:r>
            <a:rPr lang="en-GB" dirty="0"/>
            <a:t>Essential for interacting with elements like buttons, text fields, links, etc.</a:t>
          </a:r>
          <a:endParaRPr lang="en-US" dirty="0"/>
        </a:p>
      </dgm:t>
    </dgm:pt>
    <dgm:pt modelId="{1522A051-A893-4788-8E33-10C71460DCA8}" type="parTrans" cxnId="{F5084372-3B78-421B-A45A-499EC6ABDAF2}">
      <dgm:prSet/>
      <dgm:spPr/>
      <dgm:t>
        <a:bodyPr/>
        <a:lstStyle/>
        <a:p>
          <a:endParaRPr lang="en-US"/>
        </a:p>
      </dgm:t>
    </dgm:pt>
    <dgm:pt modelId="{A96E7B62-95C6-48AE-BC73-8F56F12AF6E1}" type="sibTrans" cxnId="{F5084372-3B78-421B-A45A-499EC6ABDAF2}">
      <dgm:prSet/>
      <dgm:spPr/>
      <dgm:t>
        <a:bodyPr/>
        <a:lstStyle/>
        <a:p>
          <a:endParaRPr lang="en-US"/>
        </a:p>
      </dgm:t>
    </dgm:pt>
    <dgm:pt modelId="{638A808A-D84F-40A8-AB68-3E08B21C2763}">
      <dgm:prSet/>
      <dgm:spPr/>
      <dgm:t>
        <a:bodyPr/>
        <a:lstStyle/>
        <a:p>
          <a:r>
            <a:rPr lang="en-GB" dirty="0"/>
            <a:t>Used with findElement() and findElements() methods in Selenium WebDriver.</a:t>
          </a:r>
          <a:endParaRPr lang="en-US" dirty="0"/>
        </a:p>
      </dgm:t>
    </dgm:pt>
    <dgm:pt modelId="{2073E844-CCD3-4F3D-8B78-7FD6B6686F4A}" type="parTrans" cxnId="{83DEB346-92D8-4632-86E1-0F8AD4461953}">
      <dgm:prSet/>
      <dgm:spPr/>
      <dgm:t>
        <a:bodyPr/>
        <a:lstStyle/>
        <a:p>
          <a:endParaRPr lang="en-US"/>
        </a:p>
      </dgm:t>
    </dgm:pt>
    <dgm:pt modelId="{B13CDEEE-C592-4E5C-B8D5-D37A38D18F07}" type="sibTrans" cxnId="{83DEB346-92D8-4632-86E1-0F8AD4461953}">
      <dgm:prSet/>
      <dgm:spPr/>
      <dgm:t>
        <a:bodyPr/>
        <a:lstStyle/>
        <a:p>
          <a:endParaRPr lang="en-US"/>
        </a:p>
      </dgm:t>
    </dgm:pt>
    <dgm:pt modelId="{02FA9893-C9B3-4456-8875-30EF941CFF4B}" type="pres">
      <dgm:prSet presAssocID="{E3CC363B-7585-49D6-AD31-B648AF73C11C}" presName="root" presStyleCnt="0">
        <dgm:presLayoutVars>
          <dgm:dir/>
          <dgm:resizeHandles val="exact"/>
        </dgm:presLayoutVars>
      </dgm:prSet>
      <dgm:spPr/>
    </dgm:pt>
    <dgm:pt modelId="{E1C9D125-1128-49D9-9D5D-643AEFB6E374}" type="pres">
      <dgm:prSet presAssocID="{BCAFB80D-AA87-4589-9F55-D57D2EBBE5FF}" presName="compNode" presStyleCnt="0"/>
      <dgm:spPr/>
    </dgm:pt>
    <dgm:pt modelId="{2CCF9568-D43C-4070-9E03-36039E7819E3}" type="pres">
      <dgm:prSet presAssocID="{BCAFB80D-AA87-4589-9F55-D57D2EBBE5FF}" presName="bgRect" presStyleLbl="bgShp" presStyleIdx="0" presStyleCnt="3"/>
      <dgm:spPr/>
    </dgm:pt>
    <dgm:pt modelId="{56974C9A-AE55-414B-83E7-930982550AB3}" type="pres">
      <dgm:prSet presAssocID="{BCAFB80D-AA87-4589-9F55-D57D2EBBE5F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40E5668-A0B1-4E99-8A45-F32C4DF7093C}" type="pres">
      <dgm:prSet presAssocID="{BCAFB80D-AA87-4589-9F55-D57D2EBBE5FF}" presName="spaceRect" presStyleCnt="0"/>
      <dgm:spPr/>
    </dgm:pt>
    <dgm:pt modelId="{180F0115-DDC2-41B7-9925-279606620A92}" type="pres">
      <dgm:prSet presAssocID="{BCAFB80D-AA87-4589-9F55-D57D2EBBE5FF}" presName="parTx" presStyleLbl="revTx" presStyleIdx="0" presStyleCnt="3">
        <dgm:presLayoutVars>
          <dgm:chMax val="0"/>
          <dgm:chPref val="0"/>
        </dgm:presLayoutVars>
      </dgm:prSet>
      <dgm:spPr/>
    </dgm:pt>
    <dgm:pt modelId="{E13445BC-33CF-4A29-A72C-B9417156C887}" type="pres">
      <dgm:prSet presAssocID="{045D51DC-954D-4D7F-BE48-DB742DA48235}" presName="sibTrans" presStyleCnt="0"/>
      <dgm:spPr/>
    </dgm:pt>
    <dgm:pt modelId="{B3385CCA-D641-4EB7-87CC-E265855C6B3B}" type="pres">
      <dgm:prSet presAssocID="{50D01E9A-E064-4F5B-8446-F564C0868991}" presName="compNode" presStyleCnt="0"/>
      <dgm:spPr/>
    </dgm:pt>
    <dgm:pt modelId="{CB6E40AC-6EC4-43A0-9968-A4707D81A90C}" type="pres">
      <dgm:prSet presAssocID="{50D01E9A-E064-4F5B-8446-F564C0868991}" presName="bgRect" presStyleLbl="bgShp" presStyleIdx="1" presStyleCnt="3"/>
      <dgm:spPr/>
    </dgm:pt>
    <dgm:pt modelId="{81EEE69C-1163-4161-9C49-D8B7BB5E5D7B}" type="pres">
      <dgm:prSet presAssocID="{50D01E9A-E064-4F5B-8446-F564C086899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609C41F9-F271-4968-B753-761E10021353}" type="pres">
      <dgm:prSet presAssocID="{50D01E9A-E064-4F5B-8446-F564C0868991}" presName="spaceRect" presStyleCnt="0"/>
      <dgm:spPr/>
    </dgm:pt>
    <dgm:pt modelId="{3C7B916D-0870-468D-861A-02EE0DF67B31}" type="pres">
      <dgm:prSet presAssocID="{50D01E9A-E064-4F5B-8446-F564C0868991}" presName="parTx" presStyleLbl="revTx" presStyleIdx="1" presStyleCnt="3">
        <dgm:presLayoutVars>
          <dgm:chMax val="0"/>
          <dgm:chPref val="0"/>
        </dgm:presLayoutVars>
      </dgm:prSet>
      <dgm:spPr/>
    </dgm:pt>
    <dgm:pt modelId="{E2820CE1-D56D-4B6A-8614-8470387FA5DF}" type="pres">
      <dgm:prSet presAssocID="{A96E7B62-95C6-48AE-BC73-8F56F12AF6E1}" presName="sibTrans" presStyleCnt="0"/>
      <dgm:spPr/>
    </dgm:pt>
    <dgm:pt modelId="{8A35ABD3-6C21-4878-8E33-454C502AAE43}" type="pres">
      <dgm:prSet presAssocID="{638A808A-D84F-40A8-AB68-3E08B21C2763}" presName="compNode" presStyleCnt="0"/>
      <dgm:spPr/>
    </dgm:pt>
    <dgm:pt modelId="{02237CC0-B3AF-4397-A3B9-00FDAB80538C}" type="pres">
      <dgm:prSet presAssocID="{638A808A-D84F-40A8-AB68-3E08B21C2763}" presName="bgRect" presStyleLbl="bgShp" presStyleIdx="2" presStyleCnt="3"/>
      <dgm:spPr/>
    </dgm:pt>
    <dgm:pt modelId="{C3FB6CE0-6485-4267-880B-0799E8938EFE}" type="pres">
      <dgm:prSet presAssocID="{638A808A-D84F-40A8-AB68-3E08B21C276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 spray"/>
        </a:ext>
      </dgm:extLst>
    </dgm:pt>
    <dgm:pt modelId="{A105B684-5058-4623-9D1E-1C1A4580EFB4}" type="pres">
      <dgm:prSet presAssocID="{638A808A-D84F-40A8-AB68-3E08B21C2763}" presName="spaceRect" presStyleCnt="0"/>
      <dgm:spPr/>
    </dgm:pt>
    <dgm:pt modelId="{2976E5FC-80BA-4F89-BB02-6EB0362AA96E}" type="pres">
      <dgm:prSet presAssocID="{638A808A-D84F-40A8-AB68-3E08B21C276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3FA9210-1291-46B4-8DB7-ECF2AFC5B65C}" type="presOf" srcId="{BCAFB80D-AA87-4589-9F55-D57D2EBBE5FF}" destId="{180F0115-DDC2-41B7-9925-279606620A92}" srcOrd="0" destOrd="0" presId="urn:microsoft.com/office/officeart/2018/2/layout/IconVerticalSolidList"/>
    <dgm:cxn modelId="{83DEB346-92D8-4632-86E1-0F8AD4461953}" srcId="{E3CC363B-7585-49D6-AD31-B648AF73C11C}" destId="{638A808A-D84F-40A8-AB68-3E08B21C2763}" srcOrd="2" destOrd="0" parTransId="{2073E844-CCD3-4F3D-8B78-7FD6B6686F4A}" sibTransId="{B13CDEEE-C592-4E5C-B8D5-D37A38D18F07}"/>
    <dgm:cxn modelId="{F5084372-3B78-421B-A45A-499EC6ABDAF2}" srcId="{E3CC363B-7585-49D6-AD31-B648AF73C11C}" destId="{50D01E9A-E064-4F5B-8446-F564C0868991}" srcOrd="1" destOrd="0" parTransId="{1522A051-A893-4788-8E33-10C71460DCA8}" sibTransId="{A96E7B62-95C6-48AE-BC73-8F56F12AF6E1}"/>
    <dgm:cxn modelId="{50DBE454-D842-4B7D-9F3F-96E787958762}" type="presOf" srcId="{50D01E9A-E064-4F5B-8446-F564C0868991}" destId="{3C7B916D-0870-468D-861A-02EE0DF67B31}" srcOrd="0" destOrd="0" presId="urn:microsoft.com/office/officeart/2018/2/layout/IconVerticalSolidList"/>
    <dgm:cxn modelId="{1621238F-639F-4B2D-AC5A-C5EFC21103BD}" srcId="{E3CC363B-7585-49D6-AD31-B648AF73C11C}" destId="{BCAFB80D-AA87-4589-9F55-D57D2EBBE5FF}" srcOrd="0" destOrd="0" parTransId="{8B550430-D6B1-47A2-98A1-41D8E18C1D68}" sibTransId="{045D51DC-954D-4D7F-BE48-DB742DA48235}"/>
    <dgm:cxn modelId="{2711B6C1-4554-4CAF-8FB5-C7E493E2647C}" type="presOf" srcId="{638A808A-D84F-40A8-AB68-3E08B21C2763}" destId="{2976E5FC-80BA-4F89-BB02-6EB0362AA96E}" srcOrd="0" destOrd="0" presId="urn:microsoft.com/office/officeart/2018/2/layout/IconVerticalSolidList"/>
    <dgm:cxn modelId="{F6CC51C3-57C4-491B-9CBD-2DDACE98F593}" type="presOf" srcId="{E3CC363B-7585-49D6-AD31-B648AF73C11C}" destId="{02FA9893-C9B3-4456-8875-30EF941CFF4B}" srcOrd="0" destOrd="0" presId="urn:microsoft.com/office/officeart/2018/2/layout/IconVerticalSolidList"/>
    <dgm:cxn modelId="{56C801EA-F951-4DD8-A6DD-77AB4FF7AFA7}" type="presParOf" srcId="{02FA9893-C9B3-4456-8875-30EF941CFF4B}" destId="{E1C9D125-1128-49D9-9D5D-643AEFB6E374}" srcOrd="0" destOrd="0" presId="urn:microsoft.com/office/officeart/2018/2/layout/IconVerticalSolidList"/>
    <dgm:cxn modelId="{C6CBC396-4F5B-4A8E-97AF-1BF0C3C26CE8}" type="presParOf" srcId="{E1C9D125-1128-49D9-9D5D-643AEFB6E374}" destId="{2CCF9568-D43C-4070-9E03-36039E7819E3}" srcOrd="0" destOrd="0" presId="urn:microsoft.com/office/officeart/2018/2/layout/IconVerticalSolidList"/>
    <dgm:cxn modelId="{38CCF77E-CA34-4518-B353-502B2F75F08A}" type="presParOf" srcId="{E1C9D125-1128-49D9-9D5D-643AEFB6E374}" destId="{56974C9A-AE55-414B-83E7-930982550AB3}" srcOrd="1" destOrd="0" presId="urn:microsoft.com/office/officeart/2018/2/layout/IconVerticalSolidList"/>
    <dgm:cxn modelId="{46C24752-DE8A-47E4-AD44-FDDF84BE0799}" type="presParOf" srcId="{E1C9D125-1128-49D9-9D5D-643AEFB6E374}" destId="{240E5668-A0B1-4E99-8A45-F32C4DF7093C}" srcOrd="2" destOrd="0" presId="urn:microsoft.com/office/officeart/2018/2/layout/IconVerticalSolidList"/>
    <dgm:cxn modelId="{FE9B2C31-447A-4913-A703-36A2A94C0EF4}" type="presParOf" srcId="{E1C9D125-1128-49D9-9D5D-643AEFB6E374}" destId="{180F0115-DDC2-41B7-9925-279606620A92}" srcOrd="3" destOrd="0" presId="urn:microsoft.com/office/officeart/2018/2/layout/IconVerticalSolidList"/>
    <dgm:cxn modelId="{411541F7-9D1A-490D-A7FD-4E0F92A57B4D}" type="presParOf" srcId="{02FA9893-C9B3-4456-8875-30EF941CFF4B}" destId="{E13445BC-33CF-4A29-A72C-B9417156C887}" srcOrd="1" destOrd="0" presId="urn:microsoft.com/office/officeart/2018/2/layout/IconVerticalSolidList"/>
    <dgm:cxn modelId="{E1AC2DAE-E432-4B69-80E1-693F565E3A67}" type="presParOf" srcId="{02FA9893-C9B3-4456-8875-30EF941CFF4B}" destId="{B3385CCA-D641-4EB7-87CC-E265855C6B3B}" srcOrd="2" destOrd="0" presId="urn:microsoft.com/office/officeart/2018/2/layout/IconVerticalSolidList"/>
    <dgm:cxn modelId="{0AC3DAA8-68EA-405A-A4B2-4A883DD1EB12}" type="presParOf" srcId="{B3385CCA-D641-4EB7-87CC-E265855C6B3B}" destId="{CB6E40AC-6EC4-43A0-9968-A4707D81A90C}" srcOrd="0" destOrd="0" presId="urn:microsoft.com/office/officeart/2018/2/layout/IconVerticalSolidList"/>
    <dgm:cxn modelId="{7155891F-88AF-4F9D-82C4-B94E395CBB6A}" type="presParOf" srcId="{B3385CCA-D641-4EB7-87CC-E265855C6B3B}" destId="{81EEE69C-1163-4161-9C49-D8B7BB5E5D7B}" srcOrd="1" destOrd="0" presId="urn:microsoft.com/office/officeart/2018/2/layout/IconVerticalSolidList"/>
    <dgm:cxn modelId="{67AA74B4-0ADA-4842-ADB5-100C335C4CA8}" type="presParOf" srcId="{B3385CCA-D641-4EB7-87CC-E265855C6B3B}" destId="{609C41F9-F271-4968-B753-761E10021353}" srcOrd="2" destOrd="0" presId="urn:microsoft.com/office/officeart/2018/2/layout/IconVerticalSolidList"/>
    <dgm:cxn modelId="{6E13EFE9-5E37-4DF1-99DE-553FC6CAA953}" type="presParOf" srcId="{B3385CCA-D641-4EB7-87CC-E265855C6B3B}" destId="{3C7B916D-0870-468D-861A-02EE0DF67B31}" srcOrd="3" destOrd="0" presId="urn:microsoft.com/office/officeart/2018/2/layout/IconVerticalSolidList"/>
    <dgm:cxn modelId="{41AEE1B9-4519-43B0-9F74-7C0082C885CE}" type="presParOf" srcId="{02FA9893-C9B3-4456-8875-30EF941CFF4B}" destId="{E2820CE1-D56D-4B6A-8614-8470387FA5DF}" srcOrd="3" destOrd="0" presId="urn:microsoft.com/office/officeart/2018/2/layout/IconVerticalSolidList"/>
    <dgm:cxn modelId="{58C652C5-4C92-4D4E-8FAB-8C8F0AB45069}" type="presParOf" srcId="{02FA9893-C9B3-4456-8875-30EF941CFF4B}" destId="{8A35ABD3-6C21-4878-8E33-454C502AAE43}" srcOrd="4" destOrd="0" presId="urn:microsoft.com/office/officeart/2018/2/layout/IconVerticalSolidList"/>
    <dgm:cxn modelId="{508394E9-90E0-40E4-8C34-B4606AAA9FE8}" type="presParOf" srcId="{8A35ABD3-6C21-4878-8E33-454C502AAE43}" destId="{02237CC0-B3AF-4397-A3B9-00FDAB80538C}" srcOrd="0" destOrd="0" presId="urn:microsoft.com/office/officeart/2018/2/layout/IconVerticalSolidList"/>
    <dgm:cxn modelId="{153B9713-DFD3-42F3-9AD5-E99012D2A543}" type="presParOf" srcId="{8A35ABD3-6C21-4878-8E33-454C502AAE43}" destId="{C3FB6CE0-6485-4267-880B-0799E8938EFE}" srcOrd="1" destOrd="0" presId="urn:microsoft.com/office/officeart/2018/2/layout/IconVerticalSolidList"/>
    <dgm:cxn modelId="{B9F64A51-C19A-49A0-9E08-9A004656D4DD}" type="presParOf" srcId="{8A35ABD3-6C21-4878-8E33-454C502AAE43}" destId="{A105B684-5058-4623-9D1E-1C1A4580EFB4}" srcOrd="2" destOrd="0" presId="urn:microsoft.com/office/officeart/2018/2/layout/IconVerticalSolidList"/>
    <dgm:cxn modelId="{96E507F7-447E-4D41-A878-B172D50B18AA}" type="presParOf" srcId="{8A35ABD3-6C21-4878-8E33-454C502AAE43}" destId="{2976E5FC-80BA-4F89-BB02-6EB0362AA96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F22402F-7601-4C5F-AFD4-E30B909A8D5A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03F58D6-BCB6-426D-8BAD-832D59FEB061}">
      <dgm:prSet/>
      <dgm:spPr/>
      <dgm:t>
        <a:bodyPr/>
        <a:lstStyle/>
        <a:p>
          <a:r>
            <a:rPr lang="en-GB" dirty="0"/>
            <a:t>By storing all the options in List and iterating through it</a:t>
          </a:r>
          <a:endParaRPr lang="en-US" dirty="0"/>
        </a:p>
      </dgm:t>
    </dgm:pt>
    <dgm:pt modelId="{ED37DFA5-A123-4F84-8B02-4C4F7D8D784A}" type="parTrans" cxnId="{2C7D08BF-B719-4727-996F-A1F951583E58}">
      <dgm:prSet/>
      <dgm:spPr/>
      <dgm:t>
        <a:bodyPr/>
        <a:lstStyle/>
        <a:p>
          <a:endParaRPr lang="en-US"/>
        </a:p>
      </dgm:t>
    </dgm:pt>
    <dgm:pt modelId="{D84B1E04-F079-4808-80E8-9992D04E815C}" type="sibTrans" cxnId="{2C7D08BF-B719-4727-996F-A1F951583E58}">
      <dgm:prSet/>
      <dgm:spPr/>
      <dgm:t>
        <a:bodyPr/>
        <a:lstStyle/>
        <a:p>
          <a:endParaRPr lang="en-US"/>
        </a:p>
      </dgm:t>
    </dgm:pt>
    <dgm:pt modelId="{CCF715C7-613C-48BB-961C-77B5EB039659}">
      <dgm:prSet/>
      <dgm:spPr/>
      <dgm:t>
        <a:bodyPr/>
        <a:lstStyle/>
        <a:p>
          <a:r>
            <a:rPr lang="en-GB" dirty="0"/>
            <a:t>By creating Custom Locator and without iterating the List</a:t>
          </a:r>
          <a:endParaRPr lang="en-US" dirty="0"/>
        </a:p>
      </dgm:t>
    </dgm:pt>
    <dgm:pt modelId="{F78B41F0-FB07-4608-A5EF-0F3B047D5414}" type="parTrans" cxnId="{86B24E9C-CD41-49B5-8058-5E53002E11CE}">
      <dgm:prSet/>
      <dgm:spPr/>
      <dgm:t>
        <a:bodyPr/>
        <a:lstStyle/>
        <a:p>
          <a:endParaRPr lang="en-US"/>
        </a:p>
      </dgm:t>
    </dgm:pt>
    <dgm:pt modelId="{C7214133-E6AF-4E37-AB96-548AE4112C54}" type="sibTrans" cxnId="{86B24E9C-CD41-49B5-8058-5E53002E11CE}">
      <dgm:prSet/>
      <dgm:spPr/>
      <dgm:t>
        <a:bodyPr/>
        <a:lstStyle/>
        <a:p>
          <a:endParaRPr lang="en-US"/>
        </a:p>
      </dgm:t>
    </dgm:pt>
    <dgm:pt modelId="{76456366-B589-42E0-9C7E-A126A973EB96}">
      <dgm:prSet/>
      <dgm:spPr/>
      <dgm:t>
        <a:bodyPr/>
        <a:lstStyle/>
        <a:p>
          <a:r>
            <a:rPr lang="en-GB" dirty="0"/>
            <a:t>By using </a:t>
          </a:r>
          <a:r>
            <a:rPr lang="en-GB" dirty="0" err="1"/>
            <a:t>JavaScriptExecutor</a:t>
          </a:r>
          <a:r>
            <a:rPr lang="en-GB" dirty="0"/>
            <a:t> class</a:t>
          </a:r>
          <a:endParaRPr lang="en-US" dirty="0"/>
        </a:p>
      </dgm:t>
    </dgm:pt>
    <dgm:pt modelId="{42858EB7-5A97-4D0B-AB3D-DC4F06D90306}" type="parTrans" cxnId="{819943D6-490F-4E68-84C6-5B50A6AA0260}">
      <dgm:prSet/>
      <dgm:spPr/>
      <dgm:t>
        <a:bodyPr/>
        <a:lstStyle/>
        <a:p>
          <a:endParaRPr lang="en-US"/>
        </a:p>
      </dgm:t>
    </dgm:pt>
    <dgm:pt modelId="{991CB369-99B2-497D-8D6C-3F181A6FC1C5}" type="sibTrans" cxnId="{819943D6-490F-4E68-84C6-5B50A6AA0260}">
      <dgm:prSet/>
      <dgm:spPr/>
      <dgm:t>
        <a:bodyPr/>
        <a:lstStyle/>
        <a:p>
          <a:endParaRPr lang="en-US"/>
        </a:p>
      </dgm:t>
    </dgm:pt>
    <dgm:pt modelId="{555FD3D7-0B59-4105-B88E-684B15769025}">
      <dgm:prSet/>
      <dgm:spPr/>
      <dgm:t>
        <a:bodyPr/>
        <a:lstStyle/>
        <a:p>
          <a:r>
            <a:rPr lang="en-GB" dirty="0"/>
            <a:t>By using sendKeys</a:t>
          </a:r>
          <a:endParaRPr lang="en-US" dirty="0"/>
        </a:p>
      </dgm:t>
    </dgm:pt>
    <dgm:pt modelId="{3A158314-47A3-4EC8-9142-1AD60E4655DC}" type="parTrans" cxnId="{6A0C8227-810D-45BF-BE66-058E1600B507}">
      <dgm:prSet/>
      <dgm:spPr/>
      <dgm:t>
        <a:bodyPr/>
        <a:lstStyle/>
        <a:p>
          <a:endParaRPr lang="en-US"/>
        </a:p>
      </dgm:t>
    </dgm:pt>
    <dgm:pt modelId="{AE75486B-2491-4613-AD3D-4DCCB23CD680}" type="sibTrans" cxnId="{6A0C8227-810D-45BF-BE66-058E1600B507}">
      <dgm:prSet/>
      <dgm:spPr/>
      <dgm:t>
        <a:bodyPr/>
        <a:lstStyle/>
        <a:p>
          <a:endParaRPr lang="en-US"/>
        </a:p>
      </dgm:t>
    </dgm:pt>
    <dgm:pt modelId="{880DAC57-A1B6-41AB-9F5E-BB0130137B76}">
      <dgm:prSet/>
      <dgm:spPr/>
      <dgm:t>
        <a:bodyPr/>
        <a:lstStyle/>
        <a:p>
          <a:r>
            <a:rPr lang="en-GB" dirty="0"/>
            <a:t>By using Actions Class</a:t>
          </a:r>
          <a:endParaRPr lang="en-US" dirty="0"/>
        </a:p>
      </dgm:t>
    </dgm:pt>
    <dgm:pt modelId="{A903494D-08A9-419E-AB7C-E7D1FCFBB16E}" type="parTrans" cxnId="{4FBB6593-415F-4041-9EAC-C8ABCB67A046}">
      <dgm:prSet/>
      <dgm:spPr/>
      <dgm:t>
        <a:bodyPr/>
        <a:lstStyle/>
        <a:p>
          <a:endParaRPr lang="en-US"/>
        </a:p>
      </dgm:t>
    </dgm:pt>
    <dgm:pt modelId="{B1DA2B76-E8E7-4B11-9F31-A9F8529E0F58}" type="sibTrans" cxnId="{4FBB6593-415F-4041-9EAC-C8ABCB67A046}">
      <dgm:prSet/>
      <dgm:spPr/>
      <dgm:t>
        <a:bodyPr/>
        <a:lstStyle/>
        <a:p>
          <a:endParaRPr lang="en-US"/>
        </a:p>
      </dgm:t>
    </dgm:pt>
    <dgm:pt modelId="{33AA892B-1C2E-46AF-B369-F8D64343C9D2}" type="pres">
      <dgm:prSet presAssocID="{2F22402F-7601-4C5F-AFD4-E30B909A8D5A}" presName="linear" presStyleCnt="0">
        <dgm:presLayoutVars>
          <dgm:animLvl val="lvl"/>
          <dgm:resizeHandles val="exact"/>
        </dgm:presLayoutVars>
      </dgm:prSet>
      <dgm:spPr/>
    </dgm:pt>
    <dgm:pt modelId="{EE5E2404-1A64-4B71-8454-999314B2B779}" type="pres">
      <dgm:prSet presAssocID="{503F58D6-BCB6-426D-8BAD-832D59FEB06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AA422947-027C-446A-A667-60433A7F9E3B}" type="pres">
      <dgm:prSet presAssocID="{D84B1E04-F079-4808-80E8-9992D04E815C}" presName="spacer" presStyleCnt="0"/>
      <dgm:spPr/>
    </dgm:pt>
    <dgm:pt modelId="{4528AEBE-B60F-44DC-855B-158E1A33A6EA}" type="pres">
      <dgm:prSet presAssocID="{CCF715C7-613C-48BB-961C-77B5EB03965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04837551-637C-4A6A-BB0B-038101581CEF}" type="pres">
      <dgm:prSet presAssocID="{C7214133-E6AF-4E37-AB96-548AE4112C54}" presName="spacer" presStyleCnt="0"/>
      <dgm:spPr/>
    </dgm:pt>
    <dgm:pt modelId="{B59B167E-D49E-4AD6-89BB-6E136E934BDF}" type="pres">
      <dgm:prSet presAssocID="{76456366-B589-42E0-9C7E-A126A973EB96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D609ACA-EF9E-4714-8286-5A55E1A54C2C}" type="pres">
      <dgm:prSet presAssocID="{991CB369-99B2-497D-8D6C-3F181A6FC1C5}" presName="spacer" presStyleCnt="0"/>
      <dgm:spPr/>
    </dgm:pt>
    <dgm:pt modelId="{FEF809AE-3E7F-4667-8DB0-F7B2088866C3}" type="pres">
      <dgm:prSet presAssocID="{555FD3D7-0B59-4105-B88E-684B15769025}" presName="parentText" presStyleLbl="node1" presStyleIdx="3" presStyleCnt="5" custLinFactNeighborX="-1853" custLinFactNeighborY="46479">
        <dgm:presLayoutVars>
          <dgm:chMax val="0"/>
          <dgm:bulletEnabled val="1"/>
        </dgm:presLayoutVars>
      </dgm:prSet>
      <dgm:spPr/>
    </dgm:pt>
    <dgm:pt modelId="{1CC46030-4154-4E8F-8A66-46E78A0D35D7}" type="pres">
      <dgm:prSet presAssocID="{AE75486B-2491-4613-AD3D-4DCCB23CD680}" presName="spacer" presStyleCnt="0"/>
      <dgm:spPr/>
    </dgm:pt>
    <dgm:pt modelId="{6C8F2C31-AA5F-469A-B31F-31C1C8AA6D08}" type="pres">
      <dgm:prSet presAssocID="{880DAC57-A1B6-41AB-9F5E-BB0130137B76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50B9BA0C-0514-4B35-8764-BBDE99E99E16}" type="presOf" srcId="{2F22402F-7601-4C5F-AFD4-E30B909A8D5A}" destId="{33AA892B-1C2E-46AF-B369-F8D64343C9D2}" srcOrd="0" destOrd="0" presId="urn:microsoft.com/office/officeart/2005/8/layout/vList2"/>
    <dgm:cxn modelId="{6A0C8227-810D-45BF-BE66-058E1600B507}" srcId="{2F22402F-7601-4C5F-AFD4-E30B909A8D5A}" destId="{555FD3D7-0B59-4105-B88E-684B15769025}" srcOrd="3" destOrd="0" parTransId="{3A158314-47A3-4EC8-9142-1AD60E4655DC}" sibTransId="{AE75486B-2491-4613-AD3D-4DCCB23CD680}"/>
    <dgm:cxn modelId="{E118325E-602D-4066-B7FE-B1CFA2D14051}" type="presOf" srcId="{880DAC57-A1B6-41AB-9F5E-BB0130137B76}" destId="{6C8F2C31-AA5F-469A-B31F-31C1C8AA6D08}" srcOrd="0" destOrd="0" presId="urn:microsoft.com/office/officeart/2005/8/layout/vList2"/>
    <dgm:cxn modelId="{BCA8FB66-B098-44D7-B149-2FDF42853C1C}" type="presOf" srcId="{555FD3D7-0B59-4105-B88E-684B15769025}" destId="{FEF809AE-3E7F-4667-8DB0-F7B2088866C3}" srcOrd="0" destOrd="0" presId="urn:microsoft.com/office/officeart/2005/8/layout/vList2"/>
    <dgm:cxn modelId="{F566017F-E67D-45BF-A537-EBC54751A699}" type="presOf" srcId="{76456366-B589-42E0-9C7E-A126A973EB96}" destId="{B59B167E-D49E-4AD6-89BB-6E136E934BDF}" srcOrd="0" destOrd="0" presId="urn:microsoft.com/office/officeart/2005/8/layout/vList2"/>
    <dgm:cxn modelId="{C1717C83-AAC4-4A66-8BE6-F8D5AA624EE6}" type="presOf" srcId="{CCF715C7-613C-48BB-961C-77B5EB039659}" destId="{4528AEBE-B60F-44DC-855B-158E1A33A6EA}" srcOrd="0" destOrd="0" presId="urn:microsoft.com/office/officeart/2005/8/layout/vList2"/>
    <dgm:cxn modelId="{4FBB6593-415F-4041-9EAC-C8ABCB67A046}" srcId="{2F22402F-7601-4C5F-AFD4-E30B909A8D5A}" destId="{880DAC57-A1B6-41AB-9F5E-BB0130137B76}" srcOrd="4" destOrd="0" parTransId="{A903494D-08A9-419E-AB7C-E7D1FCFBB16E}" sibTransId="{B1DA2B76-E8E7-4B11-9F31-A9F8529E0F58}"/>
    <dgm:cxn modelId="{86B24E9C-CD41-49B5-8058-5E53002E11CE}" srcId="{2F22402F-7601-4C5F-AFD4-E30B909A8D5A}" destId="{CCF715C7-613C-48BB-961C-77B5EB039659}" srcOrd="1" destOrd="0" parTransId="{F78B41F0-FB07-4608-A5EF-0F3B047D5414}" sibTransId="{C7214133-E6AF-4E37-AB96-548AE4112C54}"/>
    <dgm:cxn modelId="{2C7D08BF-B719-4727-996F-A1F951583E58}" srcId="{2F22402F-7601-4C5F-AFD4-E30B909A8D5A}" destId="{503F58D6-BCB6-426D-8BAD-832D59FEB061}" srcOrd="0" destOrd="0" parTransId="{ED37DFA5-A123-4F84-8B02-4C4F7D8D784A}" sibTransId="{D84B1E04-F079-4808-80E8-9992D04E815C}"/>
    <dgm:cxn modelId="{3F4FF0D4-02E9-4DB9-A678-AD44B6041167}" type="presOf" srcId="{503F58D6-BCB6-426D-8BAD-832D59FEB061}" destId="{EE5E2404-1A64-4B71-8454-999314B2B779}" srcOrd="0" destOrd="0" presId="urn:microsoft.com/office/officeart/2005/8/layout/vList2"/>
    <dgm:cxn modelId="{819943D6-490F-4E68-84C6-5B50A6AA0260}" srcId="{2F22402F-7601-4C5F-AFD4-E30B909A8D5A}" destId="{76456366-B589-42E0-9C7E-A126A973EB96}" srcOrd="2" destOrd="0" parTransId="{42858EB7-5A97-4D0B-AB3D-DC4F06D90306}" sibTransId="{991CB369-99B2-497D-8D6C-3F181A6FC1C5}"/>
    <dgm:cxn modelId="{C2D26183-381E-410B-BDCD-0C65F8681867}" type="presParOf" srcId="{33AA892B-1C2E-46AF-B369-F8D64343C9D2}" destId="{EE5E2404-1A64-4B71-8454-999314B2B779}" srcOrd="0" destOrd="0" presId="urn:microsoft.com/office/officeart/2005/8/layout/vList2"/>
    <dgm:cxn modelId="{42165F08-8C66-47C0-A0B4-EC4ED7883AB5}" type="presParOf" srcId="{33AA892B-1C2E-46AF-B369-F8D64343C9D2}" destId="{AA422947-027C-446A-A667-60433A7F9E3B}" srcOrd="1" destOrd="0" presId="urn:microsoft.com/office/officeart/2005/8/layout/vList2"/>
    <dgm:cxn modelId="{D59D6D5B-6EE2-46CE-8913-A15D27AFE48B}" type="presParOf" srcId="{33AA892B-1C2E-46AF-B369-F8D64343C9D2}" destId="{4528AEBE-B60F-44DC-855B-158E1A33A6EA}" srcOrd="2" destOrd="0" presId="urn:microsoft.com/office/officeart/2005/8/layout/vList2"/>
    <dgm:cxn modelId="{A8083662-A679-4A91-8A12-17A3FA2CF243}" type="presParOf" srcId="{33AA892B-1C2E-46AF-B369-F8D64343C9D2}" destId="{04837551-637C-4A6A-BB0B-038101581CEF}" srcOrd="3" destOrd="0" presId="urn:microsoft.com/office/officeart/2005/8/layout/vList2"/>
    <dgm:cxn modelId="{D045AB8B-3328-44ED-86D7-ED7E3FAC0722}" type="presParOf" srcId="{33AA892B-1C2E-46AF-B369-F8D64343C9D2}" destId="{B59B167E-D49E-4AD6-89BB-6E136E934BDF}" srcOrd="4" destOrd="0" presId="urn:microsoft.com/office/officeart/2005/8/layout/vList2"/>
    <dgm:cxn modelId="{968A0BFD-51BE-4FA1-89AA-3578A3151119}" type="presParOf" srcId="{33AA892B-1C2E-46AF-B369-F8D64343C9D2}" destId="{AD609ACA-EF9E-4714-8286-5A55E1A54C2C}" srcOrd="5" destOrd="0" presId="urn:microsoft.com/office/officeart/2005/8/layout/vList2"/>
    <dgm:cxn modelId="{48139665-532F-4C9D-9763-314D1A1FEC84}" type="presParOf" srcId="{33AA892B-1C2E-46AF-B369-F8D64343C9D2}" destId="{FEF809AE-3E7F-4667-8DB0-F7B2088866C3}" srcOrd="6" destOrd="0" presId="urn:microsoft.com/office/officeart/2005/8/layout/vList2"/>
    <dgm:cxn modelId="{E73657F1-2769-4090-8521-267FD6A9F3CC}" type="presParOf" srcId="{33AA892B-1C2E-46AF-B369-F8D64343C9D2}" destId="{1CC46030-4154-4E8F-8A66-46E78A0D35D7}" srcOrd="7" destOrd="0" presId="urn:microsoft.com/office/officeart/2005/8/layout/vList2"/>
    <dgm:cxn modelId="{23133E3E-ACC9-47E0-B093-DB87EF425BF6}" type="presParOf" srcId="{33AA892B-1C2E-46AF-B369-F8D64343C9D2}" destId="{6C8F2C31-AA5F-469A-B31F-31C1C8AA6D08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DD6DF8D-3867-4F3A-AD73-948E07660518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47BC379-24D4-437E-BD5D-9C39D1762441}">
      <dgm:prSet/>
      <dgm:spPr/>
      <dgm:t>
        <a:bodyPr/>
        <a:lstStyle/>
        <a:p>
          <a:r>
            <a:rPr lang="en-GB" b="1"/>
            <a:t>Use when:</a:t>
          </a:r>
          <a:endParaRPr lang="en-US"/>
        </a:p>
      </dgm:t>
    </dgm:pt>
    <dgm:pt modelId="{0738B169-3A0E-43DC-B3C2-3808728CFFCF}" type="parTrans" cxnId="{D6768319-C05D-491C-B801-C1E70000762B}">
      <dgm:prSet/>
      <dgm:spPr/>
      <dgm:t>
        <a:bodyPr/>
        <a:lstStyle/>
        <a:p>
          <a:endParaRPr lang="en-US"/>
        </a:p>
      </dgm:t>
    </dgm:pt>
    <dgm:pt modelId="{A207EF1C-7CF2-42B3-ABE6-1D02766D72CB}" type="sibTrans" cxnId="{D6768319-C05D-491C-B801-C1E70000762B}">
      <dgm:prSet/>
      <dgm:spPr/>
      <dgm:t>
        <a:bodyPr/>
        <a:lstStyle/>
        <a:p>
          <a:endParaRPr lang="en-US"/>
        </a:p>
      </dgm:t>
    </dgm:pt>
    <dgm:pt modelId="{7EF987F8-8751-4C40-BFEF-9A27AAEEE883}">
      <dgm:prSet/>
      <dgm:spPr/>
      <dgm:t>
        <a:bodyPr/>
        <a:lstStyle/>
        <a:p>
          <a:r>
            <a:rPr lang="en-GB"/>
            <a:t>When traditional Selenium commands fail (e.g., hidden elements, custom controls)​</a:t>
          </a:r>
          <a:endParaRPr lang="en-US"/>
        </a:p>
      </dgm:t>
    </dgm:pt>
    <dgm:pt modelId="{222E7D43-0D1F-4815-95BA-545F8D6DAF08}" type="parTrans" cxnId="{3511E489-A0EA-49B3-8AFA-A4D86307366D}">
      <dgm:prSet/>
      <dgm:spPr/>
      <dgm:t>
        <a:bodyPr/>
        <a:lstStyle/>
        <a:p>
          <a:endParaRPr lang="en-US"/>
        </a:p>
      </dgm:t>
    </dgm:pt>
    <dgm:pt modelId="{F5C7333C-922F-42D7-B746-FFBAD86F5F14}" type="sibTrans" cxnId="{3511E489-A0EA-49B3-8AFA-A4D86307366D}">
      <dgm:prSet/>
      <dgm:spPr/>
      <dgm:t>
        <a:bodyPr/>
        <a:lstStyle/>
        <a:p>
          <a:endParaRPr lang="en-US"/>
        </a:p>
      </dgm:t>
    </dgm:pt>
    <dgm:pt modelId="{59739A65-FC0F-488A-B921-3B30D6731E35}">
      <dgm:prSet/>
      <dgm:spPr/>
      <dgm:t>
        <a:bodyPr/>
        <a:lstStyle/>
        <a:p>
          <a:r>
            <a:rPr lang="en-GB"/>
            <a:t>To bypass synchronization issues or improve stability​</a:t>
          </a:r>
          <a:endParaRPr lang="en-US"/>
        </a:p>
      </dgm:t>
    </dgm:pt>
    <dgm:pt modelId="{2B3A38B6-FC98-44D9-A585-7262B925F274}" type="parTrans" cxnId="{34BE31DF-5FCF-4479-B0FE-E5F81BE75292}">
      <dgm:prSet/>
      <dgm:spPr/>
      <dgm:t>
        <a:bodyPr/>
        <a:lstStyle/>
        <a:p>
          <a:endParaRPr lang="en-US"/>
        </a:p>
      </dgm:t>
    </dgm:pt>
    <dgm:pt modelId="{DB275A15-B736-447B-98FF-DD48702ED802}" type="sibTrans" cxnId="{34BE31DF-5FCF-4479-B0FE-E5F81BE75292}">
      <dgm:prSet/>
      <dgm:spPr/>
      <dgm:t>
        <a:bodyPr/>
        <a:lstStyle/>
        <a:p>
          <a:endParaRPr lang="en-US"/>
        </a:p>
      </dgm:t>
    </dgm:pt>
    <dgm:pt modelId="{38682EA4-31AD-4EC9-A485-E8F9A316E1FD}">
      <dgm:prSet/>
      <dgm:spPr/>
      <dgm:t>
        <a:bodyPr/>
        <a:lstStyle/>
        <a:p>
          <a:r>
            <a:rPr lang="en-GB"/>
            <a:t>For operations that require DOM manipulation​</a:t>
          </a:r>
          <a:endParaRPr lang="en-US"/>
        </a:p>
      </dgm:t>
    </dgm:pt>
    <dgm:pt modelId="{9FE724A3-EEE8-4DCC-8B6B-1BCF86F87E6A}" type="parTrans" cxnId="{C9D04F3D-DC4A-4815-A85C-F529CBB6576E}">
      <dgm:prSet/>
      <dgm:spPr/>
      <dgm:t>
        <a:bodyPr/>
        <a:lstStyle/>
        <a:p>
          <a:endParaRPr lang="en-US"/>
        </a:p>
      </dgm:t>
    </dgm:pt>
    <dgm:pt modelId="{737FF229-FC27-4A68-A273-C4C1C06D3DB5}" type="sibTrans" cxnId="{C9D04F3D-DC4A-4815-A85C-F529CBB6576E}">
      <dgm:prSet/>
      <dgm:spPr/>
      <dgm:t>
        <a:bodyPr/>
        <a:lstStyle/>
        <a:p>
          <a:endParaRPr lang="en-US"/>
        </a:p>
      </dgm:t>
    </dgm:pt>
    <dgm:pt modelId="{B60177D5-3F3E-4202-AFE8-872D604CED80}">
      <dgm:prSet/>
      <dgm:spPr/>
      <dgm:t>
        <a:bodyPr/>
        <a:lstStyle/>
        <a:p>
          <a:r>
            <a:rPr lang="en-GB" b="1"/>
            <a:t>Note:</a:t>
          </a:r>
          <a:endParaRPr lang="en-US"/>
        </a:p>
      </dgm:t>
    </dgm:pt>
    <dgm:pt modelId="{CA6D56F1-3D98-49CD-90AE-778A813DCB1F}" type="parTrans" cxnId="{CF10A778-3AD0-4AFB-B853-303EB9CD5739}">
      <dgm:prSet/>
      <dgm:spPr/>
      <dgm:t>
        <a:bodyPr/>
        <a:lstStyle/>
        <a:p>
          <a:endParaRPr lang="en-US"/>
        </a:p>
      </dgm:t>
    </dgm:pt>
    <dgm:pt modelId="{DC6F4593-2F7B-424E-9F61-BF9F52E4B07B}" type="sibTrans" cxnId="{CF10A778-3AD0-4AFB-B853-303EB9CD5739}">
      <dgm:prSet/>
      <dgm:spPr/>
      <dgm:t>
        <a:bodyPr/>
        <a:lstStyle/>
        <a:p>
          <a:endParaRPr lang="en-US"/>
        </a:p>
      </dgm:t>
    </dgm:pt>
    <dgm:pt modelId="{51AD111E-89AA-4291-ACC5-08D1B78979E3}">
      <dgm:prSet/>
      <dgm:spPr/>
      <dgm:t>
        <a:bodyPr/>
        <a:lstStyle/>
        <a:p>
          <a:r>
            <a:rPr lang="en-GB" dirty="0"/>
            <a:t>Avoid overusing </a:t>
          </a:r>
          <a:r>
            <a:rPr lang="en-GB" dirty="0" err="1"/>
            <a:t>JavaScriptExecutor</a:t>
          </a:r>
          <a:r>
            <a:rPr lang="en-GB" dirty="0"/>
            <a:t> — it bypasses Selenium’s native event firing and may not mimic real user interactions fully</a:t>
          </a:r>
          <a:endParaRPr lang="en-US" dirty="0"/>
        </a:p>
      </dgm:t>
    </dgm:pt>
    <dgm:pt modelId="{8FAEF665-01B5-4B3B-9446-192AD58048AA}" type="parTrans" cxnId="{D61A5C6D-2D09-46F7-B039-A64F255A4E01}">
      <dgm:prSet/>
      <dgm:spPr/>
      <dgm:t>
        <a:bodyPr/>
        <a:lstStyle/>
        <a:p>
          <a:endParaRPr lang="en-US"/>
        </a:p>
      </dgm:t>
    </dgm:pt>
    <dgm:pt modelId="{3A1608B5-78C9-431B-BBBB-857F41F2841A}" type="sibTrans" cxnId="{D61A5C6D-2D09-46F7-B039-A64F255A4E01}">
      <dgm:prSet/>
      <dgm:spPr/>
      <dgm:t>
        <a:bodyPr/>
        <a:lstStyle/>
        <a:p>
          <a:endParaRPr lang="en-US"/>
        </a:p>
      </dgm:t>
    </dgm:pt>
    <dgm:pt modelId="{3575981D-E056-4F21-A95F-4EC1DC8A3C5E}" type="pres">
      <dgm:prSet presAssocID="{1DD6DF8D-3867-4F3A-AD73-948E07660518}" presName="linear" presStyleCnt="0">
        <dgm:presLayoutVars>
          <dgm:dir/>
          <dgm:animLvl val="lvl"/>
          <dgm:resizeHandles val="exact"/>
        </dgm:presLayoutVars>
      </dgm:prSet>
      <dgm:spPr/>
    </dgm:pt>
    <dgm:pt modelId="{976C7D2B-1D98-4212-ABB5-FFF3FE866789}" type="pres">
      <dgm:prSet presAssocID="{147BC379-24D4-437E-BD5D-9C39D1762441}" presName="parentLin" presStyleCnt="0"/>
      <dgm:spPr/>
    </dgm:pt>
    <dgm:pt modelId="{E66F3A53-B057-481B-B4D6-CDBC85053A00}" type="pres">
      <dgm:prSet presAssocID="{147BC379-24D4-437E-BD5D-9C39D1762441}" presName="parentLeftMargin" presStyleLbl="node1" presStyleIdx="0" presStyleCnt="2"/>
      <dgm:spPr/>
    </dgm:pt>
    <dgm:pt modelId="{BC873D00-9C89-48B4-9630-29AB8B56B119}" type="pres">
      <dgm:prSet presAssocID="{147BC379-24D4-437E-BD5D-9C39D176244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22E44243-71A2-4227-B613-AAD0E05B8E74}" type="pres">
      <dgm:prSet presAssocID="{147BC379-24D4-437E-BD5D-9C39D1762441}" presName="negativeSpace" presStyleCnt="0"/>
      <dgm:spPr/>
    </dgm:pt>
    <dgm:pt modelId="{F00AD1B1-04DE-4625-96D2-1E47EAE8AAEE}" type="pres">
      <dgm:prSet presAssocID="{147BC379-24D4-437E-BD5D-9C39D1762441}" presName="childText" presStyleLbl="conFgAcc1" presStyleIdx="0" presStyleCnt="2">
        <dgm:presLayoutVars>
          <dgm:bulletEnabled val="1"/>
        </dgm:presLayoutVars>
      </dgm:prSet>
      <dgm:spPr/>
    </dgm:pt>
    <dgm:pt modelId="{79D39E88-949B-43D4-8BE8-7B40CD0A61D1}" type="pres">
      <dgm:prSet presAssocID="{A207EF1C-7CF2-42B3-ABE6-1D02766D72CB}" presName="spaceBetweenRectangles" presStyleCnt="0"/>
      <dgm:spPr/>
    </dgm:pt>
    <dgm:pt modelId="{A27D847C-ECF2-42E2-97C3-C332C2879249}" type="pres">
      <dgm:prSet presAssocID="{B60177D5-3F3E-4202-AFE8-872D604CED80}" presName="parentLin" presStyleCnt="0"/>
      <dgm:spPr/>
    </dgm:pt>
    <dgm:pt modelId="{893D50C8-52FA-465D-BA87-4F708080721A}" type="pres">
      <dgm:prSet presAssocID="{B60177D5-3F3E-4202-AFE8-872D604CED80}" presName="parentLeftMargin" presStyleLbl="node1" presStyleIdx="0" presStyleCnt="2"/>
      <dgm:spPr/>
    </dgm:pt>
    <dgm:pt modelId="{78726C0F-9C83-41C1-92B5-3E2C56AE5F4A}" type="pres">
      <dgm:prSet presAssocID="{B60177D5-3F3E-4202-AFE8-872D604CED8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C549DD1-A65B-44B7-9E9A-089730378B69}" type="pres">
      <dgm:prSet presAssocID="{B60177D5-3F3E-4202-AFE8-872D604CED80}" presName="negativeSpace" presStyleCnt="0"/>
      <dgm:spPr/>
    </dgm:pt>
    <dgm:pt modelId="{3AA4B5FD-2DE1-458F-B3E2-F1B4A339B01A}" type="pres">
      <dgm:prSet presAssocID="{B60177D5-3F3E-4202-AFE8-872D604CED80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B17A8302-C587-4173-A395-2CCD02EA1DDF}" type="presOf" srcId="{B60177D5-3F3E-4202-AFE8-872D604CED80}" destId="{893D50C8-52FA-465D-BA87-4F708080721A}" srcOrd="0" destOrd="0" presId="urn:microsoft.com/office/officeart/2005/8/layout/list1"/>
    <dgm:cxn modelId="{6EFC2103-010A-466B-A275-57CAF73BE4F6}" type="presOf" srcId="{B60177D5-3F3E-4202-AFE8-872D604CED80}" destId="{78726C0F-9C83-41C1-92B5-3E2C56AE5F4A}" srcOrd="1" destOrd="0" presId="urn:microsoft.com/office/officeart/2005/8/layout/list1"/>
    <dgm:cxn modelId="{DA796D13-1F58-4300-B116-2C9C82BA6924}" type="presOf" srcId="{7EF987F8-8751-4C40-BFEF-9A27AAEEE883}" destId="{F00AD1B1-04DE-4625-96D2-1E47EAE8AAEE}" srcOrd="0" destOrd="0" presId="urn:microsoft.com/office/officeart/2005/8/layout/list1"/>
    <dgm:cxn modelId="{D6768319-C05D-491C-B801-C1E70000762B}" srcId="{1DD6DF8D-3867-4F3A-AD73-948E07660518}" destId="{147BC379-24D4-437E-BD5D-9C39D1762441}" srcOrd="0" destOrd="0" parTransId="{0738B169-3A0E-43DC-B3C2-3808728CFFCF}" sibTransId="{A207EF1C-7CF2-42B3-ABE6-1D02766D72CB}"/>
    <dgm:cxn modelId="{694E1D27-5219-4DE2-9872-B1091A3BBDCE}" type="presOf" srcId="{147BC379-24D4-437E-BD5D-9C39D1762441}" destId="{BC873D00-9C89-48B4-9630-29AB8B56B119}" srcOrd="1" destOrd="0" presId="urn:microsoft.com/office/officeart/2005/8/layout/list1"/>
    <dgm:cxn modelId="{C9D04F3D-DC4A-4815-A85C-F529CBB6576E}" srcId="{147BC379-24D4-437E-BD5D-9C39D1762441}" destId="{38682EA4-31AD-4EC9-A485-E8F9A316E1FD}" srcOrd="2" destOrd="0" parTransId="{9FE724A3-EEE8-4DCC-8B6B-1BCF86F87E6A}" sibTransId="{737FF229-FC27-4A68-A273-C4C1C06D3DB5}"/>
    <dgm:cxn modelId="{A2BD5843-1E20-4770-AA2E-5E57C18EE7B4}" type="presOf" srcId="{59739A65-FC0F-488A-B921-3B30D6731E35}" destId="{F00AD1B1-04DE-4625-96D2-1E47EAE8AAEE}" srcOrd="0" destOrd="1" presId="urn:microsoft.com/office/officeart/2005/8/layout/list1"/>
    <dgm:cxn modelId="{D61A5C6D-2D09-46F7-B039-A64F255A4E01}" srcId="{B60177D5-3F3E-4202-AFE8-872D604CED80}" destId="{51AD111E-89AA-4291-ACC5-08D1B78979E3}" srcOrd="0" destOrd="0" parTransId="{8FAEF665-01B5-4B3B-9446-192AD58048AA}" sibTransId="{3A1608B5-78C9-431B-BBBB-857F41F2841A}"/>
    <dgm:cxn modelId="{1FFBDC73-2A24-4BCF-A6DC-16D0CBD971D0}" type="presOf" srcId="{51AD111E-89AA-4291-ACC5-08D1B78979E3}" destId="{3AA4B5FD-2DE1-458F-B3E2-F1B4A339B01A}" srcOrd="0" destOrd="0" presId="urn:microsoft.com/office/officeart/2005/8/layout/list1"/>
    <dgm:cxn modelId="{CF10A778-3AD0-4AFB-B853-303EB9CD5739}" srcId="{1DD6DF8D-3867-4F3A-AD73-948E07660518}" destId="{B60177D5-3F3E-4202-AFE8-872D604CED80}" srcOrd="1" destOrd="0" parTransId="{CA6D56F1-3D98-49CD-90AE-778A813DCB1F}" sibTransId="{DC6F4593-2F7B-424E-9F61-BF9F52E4B07B}"/>
    <dgm:cxn modelId="{B1563F5A-4220-4723-BD55-D6C5F207305B}" type="presOf" srcId="{1DD6DF8D-3867-4F3A-AD73-948E07660518}" destId="{3575981D-E056-4F21-A95F-4EC1DC8A3C5E}" srcOrd="0" destOrd="0" presId="urn:microsoft.com/office/officeart/2005/8/layout/list1"/>
    <dgm:cxn modelId="{66A86A7C-6E63-474E-A6AC-DA709076CD0F}" type="presOf" srcId="{38682EA4-31AD-4EC9-A485-E8F9A316E1FD}" destId="{F00AD1B1-04DE-4625-96D2-1E47EAE8AAEE}" srcOrd="0" destOrd="2" presId="urn:microsoft.com/office/officeart/2005/8/layout/list1"/>
    <dgm:cxn modelId="{3511E489-A0EA-49B3-8AFA-A4D86307366D}" srcId="{147BC379-24D4-437E-BD5D-9C39D1762441}" destId="{7EF987F8-8751-4C40-BFEF-9A27AAEEE883}" srcOrd="0" destOrd="0" parTransId="{222E7D43-0D1F-4815-95BA-545F8D6DAF08}" sibTransId="{F5C7333C-922F-42D7-B746-FFBAD86F5F14}"/>
    <dgm:cxn modelId="{E320B19F-EB9E-41B8-9747-61CF54121129}" type="presOf" srcId="{147BC379-24D4-437E-BD5D-9C39D1762441}" destId="{E66F3A53-B057-481B-B4D6-CDBC85053A00}" srcOrd="0" destOrd="0" presId="urn:microsoft.com/office/officeart/2005/8/layout/list1"/>
    <dgm:cxn modelId="{34BE31DF-5FCF-4479-B0FE-E5F81BE75292}" srcId="{147BC379-24D4-437E-BD5D-9C39D1762441}" destId="{59739A65-FC0F-488A-B921-3B30D6731E35}" srcOrd="1" destOrd="0" parTransId="{2B3A38B6-FC98-44D9-A585-7262B925F274}" sibTransId="{DB275A15-B736-447B-98FF-DD48702ED802}"/>
    <dgm:cxn modelId="{FA2A0AF3-311D-4926-8434-638548C010E5}" type="presParOf" srcId="{3575981D-E056-4F21-A95F-4EC1DC8A3C5E}" destId="{976C7D2B-1D98-4212-ABB5-FFF3FE866789}" srcOrd="0" destOrd="0" presId="urn:microsoft.com/office/officeart/2005/8/layout/list1"/>
    <dgm:cxn modelId="{69CDF443-D405-4891-BF2E-DED828AC633F}" type="presParOf" srcId="{976C7D2B-1D98-4212-ABB5-FFF3FE866789}" destId="{E66F3A53-B057-481B-B4D6-CDBC85053A00}" srcOrd="0" destOrd="0" presId="urn:microsoft.com/office/officeart/2005/8/layout/list1"/>
    <dgm:cxn modelId="{2A2A4B07-CD9A-453F-8650-3F8DFDFA0E79}" type="presParOf" srcId="{976C7D2B-1D98-4212-ABB5-FFF3FE866789}" destId="{BC873D00-9C89-48B4-9630-29AB8B56B119}" srcOrd="1" destOrd="0" presId="urn:microsoft.com/office/officeart/2005/8/layout/list1"/>
    <dgm:cxn modelId="{47B8E5B6-2728-4BC7-85BD-66C391444604}" type="presParOf" srcId="{3575981D-E056-4F21-A95F-4EC1DC8A3C5E}" destId="{22E44243-71A2-4227-B613-AAD0E05B8E74}" srcOrd="1" destOrd="0" presId="urn:microsoft.com/office/officeart/2005/8/layout/list1"/>
    <dgm:cxn modelId="{CFB2E291-432A-4E36-83C2-5A6852A95EFE}" type="presParOf" srcId="{3575981D-E056-4F21-A95F-4EC1DC8A3C5E}" destId="{F00AD1B1-04DE-4625-96D2-1E47EAE8AAEE}" srcOrd="2" destOrd="0" presId="urn:microsoft.com/office/officeart/2005/8/layout/list1"/>
    <dgm:cxn modelId="{7FC3F313-CC35-4C74-8E0D-16EDBEBE713D}" type="presParOf" srcId="{3575981D-E056-4F21-A95F-4EC1DC8A3C5E}" destId="{79D39E88-949B-43D4-8BE8-7B40CD0A61D1}" srcOrd="3" destOrd="0" presId="urn:microsoft.com/office/officeart/2005/8/layout/list1"/>
    <dgm:cxn modelId="{B8307BB1-BDD9-4866-AAD2-A45BCA978391}" type="presParOf" srcId="{3575981D-E056-4F21-A95F-4EC1DC8A3C5E}" destId="{A27D847C-ECF2-42E2-97C3-C332C2879249}" srcOrd="4" destOrd="0" presId="urn:microsoft.com/office/officeart/2005/8/layout/list1"/>
    <dgm:cxn modelId="{772EFA50-4BF1-4258-B7B1-EF0AD93E36A3}" type="presParOf" srcId="{A27D847C-ECF2-42E2-97C3-C332C2879249}" destId="{893D50C8-52FA-465D-BA87-4F708080721A}" srcOrd="0" destOrd="0" presId="urn:microsoft.com/office/officeart/2005/8/layout/list1"/>
    <dgm:cxn modelId="{F1F7DD1F-AAF7-4B34-B8C1-2E42BD6270E1}" type="presParOf" srcId="{A27D847C-ECF2-42E2-97C3-C332C2879249}" destId="{78726C0F-9C83-41C1-92B5-3E2C56AE5F4A}" srcOrd="1" destOrd="0" presId="urn:microsoft.com/office/officeart/2005/8/layout/list1"/>
    <dgm:cxn modelId="{D9B021EA-3D11-4270-9C7C-C83697053715}" type="presParOf" srcId="{3575981D-E056-4F21-A95F-4EC1DC8A3C5E}" destId="{EC549DD1-A65B-44B7-9E9A-089730378B69}" srcOrd="5" destOrd="0" presId="urn:microsoft.com/office/officeart/2005/8/layout/list1"/>
    <dgm:cxn modelId="{6199C7A3-7648-48B8-88AA-331F6DA149DF}" type="presParOf" srcId="{3575981D-E056-4F21-A95F-4EC1DC8A3C5E}" destId="{3AA4B5FD-2DE1-458F-B3E2-F1B4A339B01A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12F7A9C-25C3-432B-96DC-E3D0AA2678FA}" type="doc">
      <dgm:prSet loTypeId="urn:microsoft.com/office/officeart/2005/8/layout/hierarchy1" loCatId="hierarchy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05A82EA-1A85-4645-BC89-DC125AF064FF}">
      <dgm:prSet/>
      <dgm:spPr/>
      <dgm:t>
        <a:bodyPr/>
        <a:lstStyle/>
        <a:p>
          <a:r>
            <a:rPr lang="en-US" b="0" i="0" baseline="0" dirty="0"/>
            <a:t>Selenium interacts with the DOM</a:t>
          </a:r>
          <a:endParaRPr lang="en-US" dirty="0"/>
        </a:p>
      </dgm:t>
    </dgm:pt>
    <dgm:pt modelId="{B59A4B9B-3B1A-45A6-A537-67022A581F41}" type="parTrans" cxnId="{5708A58E-48FE-4601-86D9-FD25C9D21465}">
      <dgm:prSet/>
      <dgm:spPr/>
      <dgm:t>
        <a:bodyPr/>
        <a:lstStyle/>
        <a:p>
          <a:endParaRPr lang="en-US"/>
        </a:p>
      </dgm:t>
    </dgm:pt>
    <dgm:pt modelId="{166372FF-15DC-40EE-AB13-DC9B49C03BC7}" type="sibTrans" cxnId="{5708A58E-48FE-4601-86D9-FD25C9D21465}">
      <dgm:prSet/>
      <dgm:spPr/>
      <dgm:t>
        <a:bodyPr/>
        <a:lstStyle/>
        <a:p>
          <a:endParaRPr lang="en-US"/>
        </a:p>
      </dgm:t>
    </dgm:pt>
    <dgm:pt modelId="{0483E4EB-C4FF-42FB-B4E0-3433B6120CFD}">
      <dgm:prSet/>
      <dgm:spPr/>
      <dgm:t>
        <a:bodyPr/>
        <a:lstStyle/>
        <a:p>
          <a:r>
            <a:rPr lang="en-US" b="0" i="0" baseline="0" dirty="0"/>
            <a:t>Elements inside frames are </a:t>
          </a:r>
          <a:r>
            <a:rPr lang="en-US" b="1" i="0" baseline="0" dirty="0"/>
            <a:t>not accessible</a:t>
          </a:r>
          <a:r>
            <a:rPr lang="en-US" b="0" i="0" baseline="0" dirty="0"/>
            <a:t> until you switch context</a:t>
          </a:r>
          <a:endParaRPr lang="en-US" dirty="0"/>
        </a:p>
      </dgm:t>
    </dgm:pt>
    <dgm:pt modelId="{55BC3A38-8A61-481C-B92B-F40DB325B446}" type="parTrans" cxnId="{C9ED5351-C1AF-4ABA-A75F-BF2D5E5994B4}">
      <dgm:prSet/>
      <dgm:spPr/>
      <dgm:t>
        <a:bodyPr/>
        <a:lstStyle/>
        <a:p>
          <a:endParaRPr lang="en-US"/>
        </a:p>
      </dgm:t>
    </dgm:pt>
    <dgm:pt modelId="{7154B5B5-95D6-4AA1-B680-FAEA53CAB8CC}" type="sibTrans" cxnId="{C9ED5351-C1AF-4ABA-A75F-BF2D5E5994B4}">
      <dgm:prSet/>
      <dgm:spPr/>
      <dgm:t>
        <a:bodyPr/>
        <a:lstStyle/>
        <a:p>
          <a:endParaRPr lang="en-US"/>
        </a:p>
      </dgm:t>
    </dgm:pt>
    <dgm:pt modelId="{BAE47E04-204F-49C9-B24A-264E3E971361}">
      <dgm:prSet/>
      <dgm:spPr/>
      <dgm:t>
        <a:bodyPr/>
        <a:lstStyle/>
        <a:p>
          <a:r>
            <a:rPr lang="en-US" b="0" i="0" baseline="0"/>
            <a:t>Failure to switch results in NoSuchElementException</a:t>
          </a:r>
          <a:endParaRPr lang="en-US"/>
        </a:p>
      </dgm:t>
    </dgm:pt>
    <dgm:pt modelId="{97C27D82-DAB0-4275-A1B7-92853F434142}" type="parTrans" cxnId="{F612451D-460B-42CF-8C44-F6141967F386}">
      <dgm:prSet/>
      <dgm:spPr/>
      <dgm:t>
        <a:bodyPr/>
        <a:lstStyle/>
        <a:p>
          <a:endParaRPr lang="en-US"/>
        </a:p>
      </dgm:t>
    </dgm:pt>
    <dgm:pt modelId="{20DEAC53-5A80-414C-9DB4-B3FAAC17C690}" type="sibTrans" cxnId="{F612451D-460B-42CF-8C44-F6141967F386}">
      <dgm:prSet/>
      <dgm:spPr/>
      <dgm:t>
        <a:bodyPr/>
        <a:lstStyle/>
        <a:p>
          <a:endParaRPr lang="en-US"/>
        </a:p>
      </dgm:t>
    </dgm:pt>
    <dgm:pt modelId="{C13826AD-11DF-403E-A94B-0A8EFC2E9AD4}" type="pres">
      <dgm:prSet presAssocID="{B12F7A9C-25C3-432B-96DC-E3D0AA2678F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29341B4-160A-4B3D-8976-4BF81F852FF0}" type="pres">
      <dgm:prSet presAssocID="{E05A82EA-1A85-4645-BC89-DC125AF064FF}" presName="hierRoot1" presStyleCnt="0"/>
      <dgm:spPr/>
    </dgm:pt>
    <dgm:pt modelId="{EACF04D8-D5AC-4376-A6CC-FF0CD7FDE893}" type="pres">
      <dgm:prSet presAssocID="{E05A82EA-1A85-4645-BC89-DC125AF064FF}" presName="composite" presStyleCnt="0"/>
      <dgm:spPr/>
    </dgm:pt>
    <dgm:pt modelId="{00F166AC-695C-47F6-87B9-AAB15D2155A9}" type="pres">
      <dgm:prSet presAssocID="{E05A82EA-1A85-4645-BC89-DC125AF064FF}" presName="background" presStyleLbl="node0" presStyleIdx="0" presStyleCnt="3"/>
      <dgm:spPr/>
    </dgm:pt>
    <dgm:pt modelId="{61813622-2E7E-4F86-9337-D0CC9D9CED18}" type="pres">
      <dgm:prSet presAssocID="{E05A82EA-1A85-4645-BC89-DC125AF064FF}" presName="text" presStyleLbl="fgAcc0" presStyleIdx="0" presStyleCnt="3">
        <dgm:presLayoutVars>
          <dgm:chPref val="3"/>
        </dgm:presLayoutVars>
      </dgm:prSet>
      <dgm:spPr/>
    </dgm:pt>
    <dgm:pt modelId="{FB1BE790-D917-41BF-87AB-0E3C4A19825E}" type="pres">
      <dgm:prSet presAssocID="{E05A82EA-1A85-4645-BC89-DC125AF064FF}" presName="hierChild2" presStyleCnt="0"/>
      <dgm:spPr/>
    </dgm:pt>
    <dgm:pt modelId="{C804B324-6A8E-4D97-BC70-13A4A3D9F756}" type="pres">
      <dgm:prSet presAssocID="{0483E4EB-C4FF-42FB-B4E0-3433B6120CFD}" presName="hierRoot1" presStyleCnt="0"/>
      <dgm:spPr/>
    </dgm:pt>
    <dgm:pt modelId="{5608421E-640E-4521-BD4A-0D1C64FF867E}" type="pres">
      <dgm:prSet presAssocID="{0483E4EB-C4FF-42FB-B4E0-3433B6120CFD}" presName="composite" presStyleCnt="0"/>
      <dgm:spPr/>
    </dgm:pt>
    <dgm:pt modelId="{0C6711A4-CB26-48FF-AF26-31FA16CF3103}" type="pres">
      <dgm:prSet presAssocID="{0483E4EB-C4FF-42FB-B4E0-3433B6120CFD}" presName="background" presStyleLbl="node0" presStyleIdx="1" presStyleCnt="3"/>
      <dgm:spPr/>
    </dgm:pt>
    <dgm:pt modelId="{534F3842-1165-4E4E-B828-2EB256045BF5}" type="pres">
      <dgm:prSet presAssocID="{0483E4EB-C4FF-42FB-B4E0-3433B6120CFD}" presName="text" presStyleLbl="fgAcc0" presStyleIdx="1" presStyleCnt="3">
        <dgm:presLayoutVars>
          <dgm:chPref val="3"/>
        </dgm:presLayoutVars>
      </dgm:prSet>
      <dgm:spPr/>
    </dgm:pt>
    <dgm:pt modelId="{4A6FC0E1-4FE5-413B-97C5-0F4FA6D7793C}" type="pres">
      <dgm:prSet presAssocID="{0483E4EB-C4FF-42FB-B4E0-3433B6120CFD}" presName="hierChild2" presStyleCnt="0"/>
      <dgm:spPr/>
    </dgm:pt>
    <dgm:pt modelId="{2E1AE6B9-D967-4322-AC1C-BFE4DC3C7873}" type="pres">
      <dgm:prSet presAssocID="{BAE47E04-204F-49C9-B24A-264E3E971361}" presName="hierRoot1" presStyleCnt="0"/>
      <dgm:spPr/>
    </dgm:pt>
    <dgm:pt modelId="{6545ECE8-1627-4B86-93B3-66995E2F74C7}" type="pres">
      <dgm:prSet presAssocID="{BAE47E04-204F-49C9-B24A-264E3E971361}" presName="composite" presStyleCnt="0"/>
      <dgm:spPr/>
    </dgm:pt>
    <dgm:pt modelId="{63952CC7-B197-43C8-9B24-5F9880EE40C3}" type="pres">
      <dgm:prSet presAssocID="{BAE47E04-204F-49C9-B24A-264E3E971361}" presName="background" presStyleLbl="node0" presStyleIdx="2" presStyleCnt="3"/>
      <dgm:spPr/>
    </dgm:pt>
    <dgm:pt modelId="{51BCDFB2-C525-4577-9478-30E7DF8131A5}" type="pres">
      <dgm:prSet presAssocID="{BAE47E04-204F-49C9-B24A-264E3E971361}" presName="text" presStyleLbl="fgAcc0" presStyleIdx="2" presStyleCnt="3">
        <dgm:presLayoutVars>
          <dgm:chPref val="3"/>
        </dgm:presLayoutVars>
      </dgm:prSet>
      <dgm:spPr/>
    </dgm:pt>
    <dgm:pt modelId="{B4DAAE4B-6D5F-4180-8A17-8F78362A3E1A}" type="pres">
      <dgm:prSet presAssocID="{BAE47E04-204F-49C9-B24A-264E3E971361}" presName="hierChild2" presStyleCnt="0"/>
      <dgm:spPr/>
    </dgm:pt>
  </dgm:ptLst>
  <dgm:cxnLst>
    <dgm:cxn modelId="{F612451D-460B-42CF-8C44-F6141967F386}" srcId="{B12F7A9C-25C3-432B-96DC-E3D0AA2678FA}" destId="{BAE47E04-204F-49C9-B24A-264E3E971361}" srcOrd="2" destOrd="0" parTransId="{97C27D82-DAB0-4275-A1B7-92853F434142}" sibTransId="{20DEAC53-5A80-414C-9DB4-B3FAAC17C690}"/>
    <dgm:cxn modelId="{08C05C28-1834-43C6-99B3-B2C5E71D4CA0}" type="presOf" srcId="{0483E4EB-C4FF-42FB-B4E0-3433B6120CFD}" destId="{534F3842-1165-4E4E-B828-2EB256045BF5}" srcOrd="0" destOrd="0" presId="urn:microsoft.com/office/officeart/2005/8/layout/hierarchy1"/>
    <dgm:cxn modelId="{45FD3A2C-7321-4691-8283-1C9AA8ABCBCA}" type="presOf" srcId="{E05A82EA-1A85-4645-BC89-DC125AF064FF}" destId="{61813622-2E7E-4F86-9337-D0CC9D9CED18}" srcOrd="0" destOrd="0" presId="urn:microsoft.com/office/officeart/2005/8/layout/hierarchy1"/>
    <dgm:cxn modelId="{C9ED5351-C1AF-4ABA-A75F-BF2D5E5994B4}" srcId="{B12F7A9C-25C3-432B-96DC-E3D0AA2678FA}" destId="{0483E4EB-C4FF-42FB-B4E0-3433B6120CFD}" srcOrd="1" destOrd="0" parTransId="{55BC3A38-8A61-481C-B92B-F40DB325B446}" sibTransId="{7154B5B5-95D6-4AA1-B680-FAEA53CAB8CC}"/>
    <dgm:cxn modelId="{9280207E-F80E-423D-AC01-00F9B722BD47}" type="presOf" srcId="{BAE47E04-204F-49C9-B24A-264E3E971361}" destId="{51BCDFB2-C525-4577-9478-30E7DF8131A5}" srcOrd="0" destOrd="0" presId="urn:microsoft.com/office/officeart/2005/8/layout/hierarchy1"/>
    <dgm:cxn modelId="{5708A58E-48FE-4601-86D9-FD25C9D21465}" srcId="{B12F7A9C-25C3-432B-96DC-E3D0AA2678FA}" destId="{E05A82EA-1A85-4645-BC89-DC125AF064FF}" srcOrd="0" destOrd="0" parTransId="{B59A4B9B-3B1A-45A6-A537-67022A581F41}" sibTransId="{166372FF-15DC-40EE-AB13-DC9B49C03BC7}"/>
    <dgm:cxn modelId="{6E0BB0CE-DF2D-4964-AE64-8574B18E183E}" type="presOf" srcId="{B12F7A9C-25C3-432B-96DC-E3D0AA2678FA}" destId="{C13826AD-11DF-403E-A94B-0A8EFC2E9AD4}" srcOrd="0" destOrd="0" presId="urn:microsoft.com/office/officeart/2005/8/layout/hierarchy1"/>
    <dgm:cxn modelId="{F07E5FF8-D044-4EB2-BA34-CE5DBF77AF80}" type="presParOf" srcId="{C13826AD-11DF-403E-A94B-0A8EFC2E9AD4}" destId="{029341B4-160A-4B3D-8976-4BF81F852FF0}" srcOrd="0" destOrd="0" presId="urn:microsoft.com/office/officeart/2005/8/layout/hierarchy1"/>
    <dgm:cxn modelId="{8FBC2888-5900-4072-B25E-F5063740D014}" type="presParOf" srcId="{029341B4-160A-4B3D-8976-4BF81F852FF0}" destId="{EACF04D8-D5AC-4376-A6CC-FF0CD7FDE893}" srcOrd="0" destOrd="0" presId="urn:microsoft.com/office/officeart/2005/8/layout/hierarchy1"/>
    <dgm:cxn modelId="{5F341B26-BC4B-4743-826C-990690FA496D}" type="presParOf" srcId="{EACF04D8-D5AC-4376-A6CC-FF0CD7FDE893}" destId="{00F166AC-695C-47F6-87B9-AAB15D2155A9}" srcOrd="0" destOrd="0" presId="urn:microsoft.com/office/officeart/2005/8/layout/hierarchy1"/>
    <dgm:cxn modelId="{F91D0612-776B-4057-8AA1-F92AB939856C}" type="presParOf" srcId="{EACF04D8-D5AC-4376-A6CC-FF0CD7FDE893}" destId="{61813622-2E7E-4F86-9337-D0CC9D9CED18}" srcOrd="1" destOrd="0" presId="urn:microsoft.com/office/officeart/2005/8/layout/hierarchy1"/>
    <dgm:cxn modelId="{34974E47-DEA3-4CA6-AC01-C3EBACDA890C}" type="presParOf" srcId="{029341B4-160A-4B3D-8976-4BF81F852FF0}" destId="{FB1BE790-D917-41BF-87AB-0E3C4A19825E}" srcOrd="1" destOrd="0" presId="urn:microsoft.com/office/officeart/2005/8/layout/hierarchy1"/>
    <dgm:cxn modelId="{049460FC-799A-4307-A548-618DCC71102B}" type="presParOf" srcId="{C13826AD-11DF-403E-A94B-0A8EFC2E9AD4}" destId="{C804B324-6A8E-4D97-BC70-13A4A3D9F756}" srcOrd="1" destOrd="0" presId="urn:microsoft.com/office/officeart/2005/8/layout/hierarchy1"/>
    <dgm:cxn modelId="{3EF7B8E5-3E97-42A4-BBE5-D2FC6DA9A97C}" type="presParOf" srcId="{C804B324-6A8E-4D97-BC70-13A4A3D9F756}" destId="{5608421E-640E-4521-BD4A-0D1C64FF867E}" srcOrd="0" destOrd="0" presId="urn:microsoft.com/office/officeart/2005/8/layout/hierarchy1"/>
    <dgm:cxn modelId="{23FC66E2-CF8A-4E62-BE56-99C131D29623}" type="presParOf" srcId="{5608421E-640E-4521-BD4A-0D1C64FF867E}" destId="{0C6711A4-CB26-48FF-AF26-31FA16CF3103}" srcOrd="0" destOrd="0" presId="urn:microsoft.com/office/officeart/2005/8/layout/hierarchy1"/>
    <dgm:cxn modelId="{83126D1C-C230-4317-89E8-DBA557DA5BE5}" type="presParOf" srcId="{5608421E-640E-4521-BD4A-0D1C64FF867E}" destId="{534F3842-1165-4E4E-B828-2EB256045BF5}" srcOrd="1" destOrd="0" presId="urn:microsoft.com/office/officeart/2005/8/layout/hierarchy1"/>
    <dgm:cxn modelId="{AEA626A8-B8D0-4413-86A2-DB3A0C62CD78}" type="presParOf" srcId="{C804B324-6A8E-4D97-BC70-13A4A3D9F756}" destId="{4A6FC0E1-4FE5-413B-97C5-0F4FA6D7793C}" srcOrd="1" destOrd="0" presId="urn:microsoft.com/office/officeart/2005/8/layout/hierarchy1"/>
    <dgm:cxn modelId="{73276D72-737B-41AE-A2B5-8E664AB90232}" type="presParOf" srcId="{C13826AD-11DF-403E-A94B-0A8EFC2E9AD4}" destId="{2E1AE6B9-D967-4322-AC1C-BFE4DC3C7873}" srcOrd="2" destOrd="0" presId="urn:microsoft.com/office/officeart/2005/8/layout/hierarchy1"/>
    <dgm:cxn modelId="{F5E1C206-9C3E-447F-B0CF-34ED5BFA0CB9}" type="presParOf" srcId="{2E1AE6B9-D967-4322-AC1C-BFE4DC3C7873}" destId="{6545ECE8-1627-4B86-93B3-66995E2F74C7}" srcOrd="0" destOrd="0" presId="urn:microsoft.com/office/officeart/2005/8/layout/hierarchy1"/>
    <dgm:cxn modelId="{83058188-2663-49D4-85B0-7E6EAC8D7C50}" type="presParOf" srcId="{6545ECE8-1627-4B86-93B3-66995E2F74C7}" destId="{63952CC7-B197-43C8-9B24-5F9880EE40C3}" srcOrd="0" destOrd="0" presId="urn:microsoft.com/office/officeart/2005/8/layout/hierarchy1"/>
    <dgm:cxn modelId="{AECEF7BA-BA2F-4142-99B9-8EA2B63F94DE}" type="presParOf" srcId="{6545ECE8-1627-4B86-93B3-66995E2F74C7}" destId="{51BCDFB2-C525-4577-9478-30E7DF8131A5}" srcOrd="1" destOrd="0" presId="urn:microsoft.com/office/officeart/2005/8/layout/hierarchy1"/>
    <dgm:cxn modelId="{7CAA399C-EAE5-4D23-AB6F-1CC15AC4E003}" type="presParOf" srcId="{2E1AE6B9-D967-4322-AC1C-BFE4DC3C7873}" destId="{B4DAAE4B-6D5F-4180-8A17-8F78362A3E1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4145225-316E-4023-8165-312BFAAEC4E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F2676E18-40E4-4F67-966E-6309A42ADCCD}">
      <dgm:prSet/>
      <dgm:spPr/>
      <dgm:t>
        <a:bodyPr/>
        <a:lstStyle/>
        <a:p>
          <a:r>
            <a:rPr lang="en-GB"/>
            <a:t>A class in Selenium used to define browser-specific settings</a:t>
          </a:r>
          <a:endParaRPr lang="en-US"/>
        </a:p>
      </dgm:t>
    </dgm:pt>
    <dgm:pt modelId="{1035F6EE-4DEB-41B2-AAB3-CA7A6C39BCF5}" type="parTrans" cxnId="{8F69E08A-9C3C-4BA0-9F32-83BF2E129066}">
      <dgm:prSet/>
      <dgm:spPr/>
      <dgm:t>
        <a:bodyPr/>
        <a:lstStyle/>
        <a:p>
          <a:endParaRPr lang="en-US"/>
        </a:p>
      </dgm:t>
    </dgm:pt>
    <dgm:pt modelId="{23881A1E-EB06-4061-8FF9-B89FF9A3F343}" type="sibTrans" cxnId="{8F69E08A-9C3C-4BA0-9F32-83BF2E129066}">
      <dgm:prSet/>
      <dgm:spPr/>
      <dgm:t>
        <a:bodyPr/>
        <a:lstStyle/>
        <a:p>
          <a:endParaRPr lang="en-US"/>
        </a:p>
      </dgm:t>
    </dgm:pt>
    <dgm:pt modelId="{C527E8BC-7228-487D-8A50-43D90DDEBEE4}">
      <dgm:prSet/>
      <dgm:spPr/>
      <dgm:t>
        <a:bodyPr/>
        <a:lstStyle/>
        <a:p>
          <a:r>
            <a:rPr lang="en-GB"/>
            <a:t>Helps configure the test environment (browser name, version, platform)</a:t>
          </a:r>
          <a:endParaRPr lang="en-US"/>
        </a:p>
      </dgm:t>
    </dgm:pt>
    <dgm:pt modelId="{F4854A2D-AA06-4E97-B7C8-DA044848ED07}" type="parTrans" cxnId="{5D61E01D-8CB8-40F2-A921-FA4E2B442EE0}">
      <dgm:prSet/>
      <dgm:spPr/>
      <dgm:t>
        <a:bodyPr/>
        <a:lstStyle/>
        <a:p>
          <a:endParaRPr lang="en-US"/>
        </a:p>
      </dgm:t>
    </dgm:pt>
    <dgm:pt modelId="{1B2C30C4-B6F7-4D96-AFD9-68B33C87917B}" type="sibTrans" cxnId="{5D61E01D-8CB8-40F2-A921-FA4E2B442EE0}">
      <dgm:prSet/>
      <dgm:spPr/>
      <dgm:t>
        <a:bodyPr/>
        <a:lstStyle/>
        <a:p>
          <a:endParaRPr lang="en-US"/>
        </a:p>
      </dgm:t>
    </dgm:pt>
    <dgm:pt modelId="{9A455A48-8110-4020-AF28-01261DF41BC1}">
      <dgm:prSet/>
      <dgm:spPr/>
      <dgm:t>
        <a:bodyPr/>
        <a:lstStyle/>
        <a:p>
          <a:r>
            <a:rPr lang="en-GB"/>
            <a:t>Used in cross-browser testing, Selenium Grid, and Appium</a:t>
          </a:r>
          <a:endParaRPr lang="en-US"/>
        </a:p>
      </dgm:t>
    </dgm:pt>
    <dgm:pt modelId="{C6525B5B-F551-4F87-BAA9-9D1CA16EBE38}" type="parTrans" cxnId="{8F460A13-BC8A-47C9-B7F0-2E4BB23999F9}">
      <dgm:prSet/>
      <dgm:spPr/>
      <dgm:t>
        <a:bodyPr/>
        <a:lstStyle/>
        <a:p>
          <a:endParaRPr lang="en-US"/>
        </a:p>
      </dgm:t>
    </dgm:pt>
    <dgm:pt modelId="{D6AD8EF6-C1C8-475C-BA51-B6E168F97D56}" type="sibTrans" cxnId="{8F460A13-BC8A-47C9-B7F0-2E4BB23999F9}">
      <dgm:prSet/>
      <dgm:spPr/>
      <dgm:t>
        <a:bodyPr/>
        <a:lstStyle/>
        <a:p>
          <a:endParaRPr lang="en-US"/>
        </a:p>
      </dgm:t>
    </dgm:pt>
    <dgm:pt modelId="{CDECE894-B47D-4517-8B35-62B7FBEED5D9}" type="pres">
      <dgm:prSet presAssocID="{44145225-316E-4023-8165-312BFAAEC4EC}" presName="linear" presStyleCnt="0">
        <dgm:presLayoutVars>
          <dgm:animLvl val="lvl"/>
          <dgm:resizeHandles val="exact"/>
        </dgm:presLayoutVars>
      </dgm:prSet>
      <dgm:spPr/>
    </dgm:pt>
    <dgm:pt modelId="{0A4DFB56-568D-430B-A54F-013C4B2C4AE1}" type="pres">
      <dgm:prSet presAssocID="{F2676E18-40E4-4F67-966E-6309A42ADCC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CA45A60-5315-481B-8CE2-0748F99D5E58}" type="pres">
      <dgm:prSet presAssocID="{23881A1E-EB06-4061-8FF9-B89FF9A3F343}" presName="spacer" presStyleCnt="0"/>
      <dgm:spPr/>
    </dgm:pt>
    <dgm:pt modelId="{40AC0203-C734-4BC7-A5CA-DAFC3A28CFA8}" type="pres">
      <dgm:prSet presAssocID="{C527E8BC-7228-487D-8A50-43D90DDEBEE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6BB0E29-9678-413F-A776-B75429A9B59A}" type="pres">
      <dgm:prSet presAssocID="{1B2C30C4-B6F7-4D96-AFD9-68B33C87917B}" presName="spacer" presStyleCnt="0"/>
      <dgm:spPr/>
    </dgm:pt>
    <dgm:pt modelId="{0AC4D474-FFCF-4779-9F9E-76C7B8874C59}" type="pres">
      <dgm:prSet presAssocID="{9A455A48-8110-4020-AF28-01261DF41BC1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FC4F3B01-2A41-4F02-99E0-BFA73D8BFED5}" type="presOf" srcId="{9A455A48-8110-4020-AF28-01261DF41BC1}" destId="{0AC4D474-FFCF-4779-9F9E-76C7B8874C59}" srcOrd="0" destOrd="0" presId="urn:microsoft.com/office/officeart/2005/8/layout/vList2"/>
    <dgm:cxn modelId="{8F460A13-BC8A-47C9-B7F0-2E4BB23999F9}" srcId="{44145225-316E-4023-8165-312BFAAEC4EC}" destId="{9A455A48-8110-4020-AF28-01261DF41BC1}" srcOrd="2" destOrd="0" parTransId="{C6525B5B-F551-4F87-BAA9-9D1CA16EBE38}" sibTransId="{D6AD8EF6-C1C8-475C-BA51-B6E168F97D56}"/>
    <dgm:cxn modelId="{5D61E01D-8CB8-40F2-A921-FA4E2B442EE0}" srcId="{44145225-316E-4023-8165-312BFAAEC4EC}" destId="{C527E8BC-7228-487D-8A50-43D90DDEBEE4}" srcOrd="1" destOrd="0" parTransId="{F4854A2D-AA06-4E97-B7C8-DA044848ED07}" sibTransId="{1B2C30C4-B6F7-4D96-AFD9-68B33C87917B}"/>
    <dgm:cxn modelId="{21EF3085-464A-417D-BF0A-13E05AAEFEC9}" type="presOf" srcId="{C527E8BC-7228-487D-8A50-43D90DDEBEE4}" destId="{40AC0203-C734-4BC7-A5CA-DAFC3A28CFA8}" srcOrd="0" destOrd="0" presId="urn:microsoft.com/office/officeart/2005/8/layout/vList2"/>
    <dgm:cxn modelId="{8F69E08A-9C3C-4BA0-9F32-83BF2E129066}" srcId="{44145225-316E-4023-8165-312BFAAEC4EC}" destId="{F2676E18-40E4-4F67-966E-6309A42ADCCD}" srcOrd="0" destOrd="0" parTransId="{1035F6EE-4DEB-41B2-AAB3-CA7A6C39BCF5}" sibTransId="{23881A1E-EB06-4061-8FF9-B89FF9A3F343}"/>
    <dgm:cxn modelId="{63F5168D-E7EE-4C0B-9D03-D2D735122F12}" type="presOf" srcId="{44145225-316E-4023-8165-312BFAAEC4EC}" destId="{CDECE894-B47D-4517-8B35-62B7FBEED5D9}" srcOrd="0" destOrd="0" presId="urn:microsoft.com/office/officeart/2005/8/layout/vList2"/>
    <dgm:cxn modelId="{60FF47FB-D4C2-4467-864F-C73F46DADAC0}" type="presOf" srcId="{F2676E18-40E4-4F67-966E-6309A42ADCCD}" destId="{0A4DFB56-568D-430B-A54F-013C4B2C4AE1}" srcOrd="0" destOrd="0" presId="urn:microsoft.com/office/officeart/2005/8/layout/vList2"/>
    <dgm:cxn modelId="{5A5C4CBA-D843-421A-890C-CE80493C3E14}" type="presParOf" srcId="{CDECE894-B47D-4517-8B35-62B7FBEED5D9}" destId="{0A4DFB56-568D-430B-A54F-013C4B2C4AE1}" srcOrd="0" destOrd="0" presId="urn:microsoft.com/office/officeart/2005/8/layout/vList2"/>
    <dgm:cxn modelId="{8C5B217C-E0C3-4619-8524-823A71E10E97}" type="presParOf" srcId="{CDECE894-B47D-4517-8B35-62B7FBEED5D9}" destId="{DCA45A60-5315-481B-8CE2-0748F99D5E58}" srcOrd="1" destOrd="0" presId="urn:microsoft.com/office/officeart/2005/8/layout/vList2"/>
    <dgm:cxn modelId="{00E563B1-6664-4436-8069-F367A1F5A298}" type="presParOf" srcId="{CDECE894-B47D-4517-8B35-62B7FBEED5D9}" destId="{40AC0203-C734-4BC7-A5CA-DAFC3A28CFA8}" srcOrd="2" destOrd="0" presId="urn:microsoft.com/office/officeart/2005/8/layout/vList2"/>
    <dgm:cxn modelId="{0FC4ABD1-08F2-4151-A27A-199920D2589A}" type="presParOf" srcId="{CDECE894-B47D-4517-8B35-62B7FBEED5D9}" destId="{16BB0E29-9678-413F-A776-B75429A9B59A}" srcOrd="3" destOrd="0" presId="urn:microsoft.com/office/officeart/2005/8/layout/vList2"/>
    <dgm:cxn modelId="{D266B593-DA04-491E-9996-CB06BBD8480B}" type="presParOf" srcId="{CDECE894-B47D-4517-8B35-62B7FBEED5D9}" destId="{0AC4D474-FFCF-4779-9F9E-76C7B8874C5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49789E40-C987-4321-A2FD-C1F59F2BE5D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C0E9BC0-E6AD-4000-A312-356B675440D6}">
      <dgm:prSet/>
      <dgm:spPr/>
      <dgm:t>
        <a:bodyPr/>
        <a:lstStyle/>
        <a:p>
          <a:r>
            <a:rPr lang="en-IN"/>
            <a:t>Set browser preferences dynamically</a:t>
          </a:r>
          <a:endParaRPr lang="en-US"/>
        </a:p>
      </dgm:t>
    </dgm:pt>
    <dgm:pt modelId="{0EE3A330-05B8-49E1-A52D-FC5E33A1C929}" type="parTrans" cxnId="{B84997A4-17EF-4F3A-850B-0C702EDA89C4}">
      <dgm:prSet/>
      <dgm:spPr/>
      <dgm:t>
        <a:bodyPr/>
        <a:lstStyle/>
        <a:p>
          <a:endParaRPr lang="en-US"/>
        </a:p>
      </dgm:t>
    </dgm:pt>
    <dgm:pt modelId="{92495513-34DD-4C18-AD9B-F981BB7F498D}" type="sibTrans" cxnId="{B84997A4-17EF-4F3A-850B-0C702EDA89C4}">
      <dgm:prSet/>
      <dgm:spPr/>
      <dgm:t>
        <a:bodyPr/>
        <a:lstStyle/>
        <a:p>
          <a:endParaRPr lang="en-US"/>
        </a:p>
      </dgm:t>
    </dgm:pt>
    <dgm:pt modelId="{2D38BB06-BC58-4FC0-A135-390AA1813B29}">
      <dgm:prSet/>
      <dgm:spPr/>
      <dgm:t>
        <a:bodyPr/>
        <a:lstStyle/>
        <a:p>
          <a:r>
            <a:rPr lang="en-IN"/>
            <a:t>Enable features like </a:t>
          </a:r>
          <a:r>
            <a:rPr lang="en-IN" b="1"/>
            <a:t>headless mode</a:t>
          </a:r>
          <a:r>
            <a:rPr lang="en-IN"/>
            <a:t>, </a:t>
          </a:r>
          <a:r>
            <a:rPr lang="en-IN" b="1"/>
            <a:t>SSL certificate handling</a:t>
          </a:r>
          <a:r>
            <a:rPr lang="en-IN"/>
            <a:t>, etc.</a:t>
          </a:r>
          <a:endParaRPr lang="en-US"/>
        </a:p>
      </dgm:t>
    </dgm:pt>
    <dgm:pt modelId="{83BFB4DC-4B89-429F-BAF0-16925C6F052B}" type="parTrans" cxnId="{6F95C073-A9B2-4D5F-8E05-4CAC322F934C}">
      <dgm:prSet/>
      <dgm:spPr/>
      <dgm:t>
        <a:bodyPr/>
        <a:lstStyle/>
        <a:p>
          <a:endParaRPr lang="en-US"/>
        </a:p>
      </dgm:t>
    </dgm:pt>
    <dgm:pt modelId="{752BE0FD-BF55-49E7-893F-23D4D5208B71}" type="sibTrans" cxnId="{6F95C073-A9B2-4D5F-8E05-4CAC322F934C}">
      <dgm:prSet/>
      <dgm:spPr/>
      <dgm:t>
        <a:bodyPr/>
        <a:lstStyle/>
        <a:p>
          <a:endParaRPr lang="en-US"/>
        </a:p>
      </dgm:t>
    </dgm:pt>
    <dgm:pt modelId="{0D651253-DA5E-4EFA-AE71-13E9D64A3F44}">
      <dgm:prSet/>
      <dgm:spPr/>
      <dgm:t>
        <a:bodyPr/>
        <a:lstStyle/>
        <a:p>
          <a:r>
            <a:rPr lang="en-IN"/>
            <a:t>Required for </a:t>
          </a:r>
          <a:r>
            <a:rPr lang="en-IN" b="1"/>
            <a:t>remote execution</a:t>
          </a:r>
          <a:r>
            <a:rPr lang="en-IN"/>
            <a:t> (e.g., Selenium Grid, cloud platforms)</a:t>
          </a:r>
          <a:endParaRPr lang="en-US"/>
        </a:p>
      </dgm:t>
    </dgm:pt>
    <dgm:pt modelId="{7A9C1422-D956-4175-91C0-6713BCD9B859}" type="parTrans" cxnId="{39AAFDA5-350E-43C0-ACEA-4D66058A2571}">
      <dgm:prSet/>
      <dgm:spPr/>
      <dgm:t>
        <a:bodyPr/>
        <a:lstStyle/>
        <a:p>
          <a:endParaRPr lang="en-US"/>
        </a:p>
      </dgm:t>
    </dgm:pt>
    <dgm:pt modelId="{750220B0-649E-4501-A1DB-5283783A8AC7}" type="sibTrans" cxnId="{39AAFDA5-350E-43C0-ACEA-4D66058A2571}">
      <dgm:prSet/>
      <dgm:spPr/>
      <dgm:t>
        <a:bodyPr/>
        <a:lstStyle/>
        <a:p>
          <a:endParaRPr lang="en-US"/>
        </a:p>
      </dgm:t>
    </dgm:pt>
    <dgm:pt modelId="{D8CEC174-9176-4477-962E-13939B5F62EE}">
      <dgm:prSet/>
      <dgm:spPr/>
      <dgm:t>
        <a:bodyPr/>
        <a:lstStyle/>
        <a:p>
          <a:r>
            <a:rPr lang="en-IN"/>
            <a:t>Customize behavior for </a:t>
          </a:r>
          <a:r>
            <a:rPr lang="en-IN" b="1"/>
            <a:t>mobile devices</a:t>
          </a:r>
          <a:r>
            <a:rPr lang="en-IN"/>
            <a:t> in Appium</a:t>
          </a:r>
          <a:endParaRPr lang="en-US"/>
        </a:p>
      </dgm:t>
    </dgm:pt>
    <dgm:pt modelId="{B6D67E82-1831-4C12-9035-9FBCD07B8F4C}" type="parTrans" cxnId="{ED48F01F-CB29-4624-861E-6C0AC50D9D6A}">
      <dgm:prSet/>
      <dgm:spPr/>
      <dgm:t>
        <a:bodyPr/>
        <a:lstStyle/>
        <a:p>
          <a:endParaRPr lang="en-US"/>
        </a:p>
      </dgm:t>
    </dgm:pt>
    <dgm:pt modelId="{8616C4B9-2D10-4EA9-9631-7170E9BBECC8}" type="sibTrans" cxnId="{ED48F01F-CB29-4624-861E-6C0AC50D9D6A}">
      <dgm:prSet/>
      <dgm:spPr/>
      <dgm:t>
        <a:bodyPr/>
        <a:lstStyle/>
        <a:p>
          <a:endParaRPr lang="en-US"/>
        </a:p>
      </dgm:t>
    </dgm:pt>
    <dgm:pt modelId="{55262F42-0406-4784-847C-97513C128A3E}" type="pres">
      <dgm:prSet presAssocID="{49789E40-C987-4321-A2FD-C1F59F2BE5DB}" presName="linear" presStyleCnt="0">
        <dgm:presLayoutVars>
          <dgm:animLvl val="lvl"/>
          <dgm:resizeHandles val="exact"/>
        </dgm:presLayoutVars>
      </dgm:prSet>
      <dgm:spPr/>
    </dgm:pt>
    <dgm:pt modelId="{3C9B5AB5-634E-48F1-83C2-F2DAE78FC61C}" type="pres">
      <dgm:prSet presAssocID="{CC0E9BC0-E6AD-4000-A312-356B675440D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195043B-3329-44D3-9A63-16ABD9A6E551}" type="pres">
      <dgm:prSet presAssocID="{92495513-34DD-4C18-AD9B-F981BB7F498D}" presName="spacer" presStyleCnt="0"/>
      <dgm:spPr/>
    </dgm:pt>
    <dgm:pt modelId="{D244FC92-50DD-43BA-8144-4D76AC95DDC9}" type="pres">
      <dgm:prSet presAssocID="{2D38BB06-BC58-4FC0-A135-390AA1813B2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4402BF7-F087-4A35-8EC5-43E0507DF523}" type="pres">
      <dgm:prSet presAssocID="{752BE0FD-BF55-49E7-893F-23D4D5208B71}" presName="spacer" presStyleCnt="0"/>
      <dgm:spPr/>
    </dgm:pt>
    <dgm:pt modelId="{D6A21677-FB30-4CE7-A9BB-CB96ADEBEFAD}" type="pres">
      <dgm:prSet presAssocID="{0D651253-DA5E-4EFA-AE71-13E9D64A3F4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12E10DF2-D533-4161-A199-BFA7C234F1D1}" type="pres">
      <dgm:prSet presAssocID="{750220B0-649E-4501-A1DB-5283783A8AC7}" presName="spacer" presStyleCnt="0"/>
      <dgm:spPr/>
    </dgm:pt>
    <dgm:pt modelId="{8FC49E09-969B-436E-8484-6B4FAE528AC0}" type="pres">
      <dgm:prSet presAssocID="{D8CEC174-9176-4477-962E-13939B5F62E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D48F01F-CB29-4624-861E-6C0AC50D9D6A}" srcId="{49789E40-C987-4321-A2FD-C1F59F2BE5DB}" destId="{D8CEC174-9176-4477-962E-13939B5F62EE}" srcOrd="3" destOrd="0" parTransId="{B6D67E82-1831-4C12-9035-9FBCD07B8F4C}" sibTransId="{8616C4B9-2D10-4EA9-9631-7170E9BBECC8}"/>
    <dgm:cxn modelId="{5F33D721-ADCF-4B7C-BB94-1D34AD7D5F25}" type="presOf" srcId="{D8CEC174-9176-4477-962E-13939B5F62EE}" destId="{8FC49E09-969B-436E-8484-6B4FAE528AC0}" srcOrd="0" destOrd="0" presId="urn:microsoft.com/office/officeart/2005/8/layout/vList2"/>
    <dgm:cxn modelId="{57F9A74D-D5DB-4227-89EA-19C293C4C74D}" type="presOf" srcId="{CC0E9BC0-E6AD-4000-A312-356B675440D6}" destId="{3C9B5AB5-634E-48F1-83C2-F2DAE78FC61C}" srcOrd="0" destOrd="0" presId="urn:microsoft.com/office/officeart/2005/8/layout/vList2"/>
    <dgm:cxn modelId="{6F95C073-A9B2-4D5F-8E05-4CAC322F934C}" srcId="{49789E40-C987-4321-A2FD-C1F59F2BE5DB}" destId="{2D38BB06-BC58-4FC0-A135-390AA1813B29}" srcOrd="1" destOrd="0" parTransId="{83BFB4DC-4B89-429F-BAF0-16925C6F052B}" sibTransId="{752BE0FD-BF55-49E7-893F-23D4D5208B71}"/>
    <dgm:cxn modelId="{6DCDB5A1-5C0A-4373-ADDB-AD4033523E77}" type="presOf" srcId="{2D38BB06-BC58-4FC0-A135-390AA1813B29}" destId="{D244FC92-50DD-43BA-8144-4D76AC95DDC9}" srcOrd="0" destOrd="0" presId="urn:microsoft.com/office/officeart/2005/8/layout/vList2"/>
    <dgm:cxn modelId="{B84997A4-17EF-4F3A-850B-0C702EDA89C4}" srcId="{49789E40-C987-4321-A2FD-C1F59F2BE5DB}" destId="{CC0E9BC0-E6AD-4000-A312-356B675440D6}" srcOrd="0" destOrd="0" parTransId="{0EE3A330-05B8-49E1-A52D-FC5E33A1C929}" sibTransId="{92495513-34DD-4C18-AD9B-F981BB7F498D}"/>
    <dgm:cxn modelId="{39AAFDA5-350E-43C0-ACEA-4D66058A2571}" srcId="{49789E40-C987-4321-A2FD-C1F59F2BE5DB}" destId="{0D651253-DA5E-4EFA-AE71-13E9D64A3F44}" srcOrd="2" destOrd="0" parTransId="{7A9C1422-D956-4175-91C0-6713BCD9B859}" sibTransId="{750220B0-649E-4501-A1DB-5283783A8AC7}"/>
    <dgm:cxn modelId="{4ED844C1-DD03-493E-AD79-F44891B7F072}" type="presOf" srcId="{0D651253-DA5E-4EFA-AE71-13E9D64A3F44}" destId="{D6A21677-FB30-4CE7-A9BB-CB96ADEBEFAD}" srcOrd="0" destOrd="0" presId="urn:microsoft.com/office/officeart/2005/8/layout/vList2"/>
    <dgm:cxn modelId="{A9736FCB-CB6F-4EEB-BC13-B6D6302FCF44}" type="presOf" srcId="{49789E40-C987-4321-A2FD-C1F59F2BE5DB}" destId="{55262F42-0406-4784-847C-97513C128A3E}" srcOrd="0" destOrd="0" presId="urn:microsoft.com/office/officeart/2005/8/layout/vList2"/>
    <dgm:cxn modelId="{CD3BB22D-0007-4F96-8E6A-B77D1A69D579}" type="presParOf" srcId="{55262F42-0406-4784-847C-97513C128A3E}" destId="{3C9B5AB5-634E-48F1-83C2-F2DAE78FC61C}" srcOrd="0" destOrd="0" presId="urn:microsoft.com/office/officeart/2005/8/layout/vList2"/>
    <dgm:cxn modelId="{627D1B02-03EB-4D79-BF57-CEB0F462CB8A}" type="presParOf" srcId="{55262F42-0406-4784-847C-97513C128A3E}" destId="{8195043B-3329-44D3-9A63-16ABD9A6E551}" srcOrd="1" destOrd="0" presId="urn:microsoft.com/office/officeart/2005/8/layout/vList2"/>
    <dgm:cxn modelId="{42D0523E-D327-477D-B250-93DFB020828B}" type="presParOf" srcId="{55262F42-0406-4784-847C-97513C128A3E}" destId="{D244FC92-50DD-43BA-8144-4D76AC95DDC9}" srcOrd="2" destOrd="0" presId="urn:microsoft.com/office/officeart/2005/8/layout/vList2"/>
    <dgm:cxn modelId="{D1E2EC71-280A-408C-9E91-D5B2E6D1FC85}" type="presParOf" srcId="{55262F42-0406-4784-847C-97513C128A3E}" destId="{04402BF7-F087-4A35-8EC5-43E0507DF523}" srcOrd="3" destOrd="0" presId="urn:microsoft.com/office/officeart/2005/8/layout/vList2"/>
    <dgm:cxn modelId="{938805EB-F7B5-4D27-9BAF-16AD49FE7F65}" type="presParOf" srcId="{55262F42-0406-4784-847C-97513C128A3E}" destId="{D6A21677-FB30-4CE7-A9BB-CB96ADEBEFAD}" srcOrd="4" destOrd="0" presId="urn:microsoft.com/office/officeart/2005/8/layout/vList2"/>
    <dgm:cxn modelId="{A2EB32C3-1984-41E5-9F8B-A66485AC33D8}" type="presParOf" srcId="{55262F42-0406-4784-847C-97513C128A3E}" destId="{12E10DF2-D533-4161-A199-BFA7C234F1D1}" srcOrd="5" destOrd="0" presId="urn:microsoft.com/office/officeart/2005/8/layout/vList2"/>
    <dgm:cxn modelId="{E2A29510-7509-4BBC-A434-9A10B3E865FF}" type="presParOf" srcId="{55262F42-0406-4784-847C-97513C128A3E}" destId="{8FC49E09-969B-436E-8484-6B4FAE528AC0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37EB26-9644-4CEC-98E8-FEE065CD3319}">
      <dsp:nvSpPr>
        <dsp:cNvPr id="0" name=""/>
        <dsp:cNvSpPr/>
      </dsp:nvSpPr>
      <dsp:spPr>
        <a:xfrm>
          <a:off x="0" y="1067354"/>
          <a:ext cx="3078291" cy="19547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C67E5E-550E-4D89-A48B-84EE359F2D33}">
      <dsp:nvSpPr>
        <dsp:cNvPr id="0" name=""/>
        <dsp:cNvSpPr/>
      </dsp:nvSpPr>
      <dsp:spPr>
        <a:xfrm>
          <a:off x="342032" y="1392284"/>
          <a:ext cx="3078291" cy="19547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Use of software tools to execute pre-scripted tests on an application automatically</a:t>
          </a:r>
          <a:endParaRPr lang="en-US" sz="2300" kern="1200" dirty="0"/>
        </a:p>
      </dsp:txBody>
      <dsp:txXfrm>
        <a:off x="399284" y="1449536"/>
        <a:ext cx="2963787" cy="1840211"/>
      </dsp:txXfrm>
    </dsp:sp>
    <dsp:sp modelId="{CA0EB9D4-B3D1-4A77-9A88-78EE06E8F0E3}">
      <dsp:nvSpPr>
        <dsp:cNvPr id="0" name=""/>
        <dsp:cNvSpPr/>
      </dsp:nvSpPr>
      <dsp:spPr>
        <a:xfrm>
          <a:off x="3762356" y="1067354"/>
          <a:ext cx="3078291" cy="19547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DD0AAF-6FC4-48F2-893F-CE0A87DF605F}">
      <dsp:nvSpPr>
        <dsp:cNvPr id="0" name=""/>
        <dsp:cNvSpPr/>
      </dsp:nvSpPr>
      <dsp:spPr>
        <a:xfrm>
          <a:off x="4104388" y="1392284"/>
          <a:ext cx="3078291" cy="19547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Validates functionality, performance, and reliability without manual intervention</a:t>
          </a:r>
          <a:endParaRPr lang="en-US" sz="2300" kern="1200" dirty="0"/>
        </a:p>
      </dsp:txBody>
      <dsp:txXfrm>
        <a:off x="4161640" y="1449536"/>
        <a:ext cx="2963787" cy="1840211"/>
      </dsp:txXfrm>
    </dsp:sp>
    <dsp:sp modelId="{30780212-37DC-4105-BB4A-B5F448791E68}">
      <dsp:nvSpPr>
        <dsp:cNvPr id="0" name=""/>
        <dsp:cNvSpPr/>
      </dsp:nvSpPr>
      <dsp:spPr>
        <a:xfrm>
          <a:off x="7524712" y="1067354"/>
          <a:ext cx="3078291" cy="195471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454F89-7704-4D6E-ABEF-21C33FDDE9A1}">
      <dsp:nvSpPr>
        <dsp:cNvPr id="0" name=""/>
        <dsp:cNvSpPr/>
      </dsp:nvSpPr>
      <dsp:spPr>
        <a:xfrm>
          <a:off x="7866745" y="1392284"/>
          <a:ext cx="3078291" cy="19547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kern="1200" dirty="0"/>
            <a:t>Ideal for repetitive, data-driven, and regression testing</a:t>
          </a:r>
          <a:endParaRPr lang="en-US" sz="2300" kern="1200" dirty="0"/>
        </a:p>
      </dsp:txBody>
      <dsp:txXfrm>
        <a:off x="7923997" y="1449536"/>
        <a:ext cx="2963787" cy="18402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3F9B65-4FA4-485A-960B-F83276A30500}">
      <dsp:nvSpPr>
        <dsp:cNvPr id="0" name=""/>
        <dsp:cNvSpPr/>
      </dsp:nvSpPr>
      <dsp:spPr>
        <a:xfrm>
          <a:off x="0" y="4520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755BD0-E994-4C70-AD53-B3FD48D213B5}">
      <dsp:nvSpPr>
        <dsp:cNvPr id="0" name=""/>
        <dsp:cNvSpPr/>
      </dsp:nvSpPr>
      <dsp:spPr>
        <a:xfrm>
          <a:off x="291287" y="221180"/>
          <a:ext cx="529613" cy="5296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BB3F1B-1822-45AF-AE3C-500B0951CBCB}">
      <dsp:nvSpPr>
        <dsp:cNvPr id="0" name=""/>
        <dsp:cNvSpPr/>
      </dsp:nvSpPr>
      <dsp:spPr>
        <a:xfrm>
          <a:off x="1112187" y="4520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 dirty="0"/>
            <a:t>Tests that are </a:t>
          </a:r>
          <a:r>
            <a:rPr lang="en-US" sz="1900" b="1" i="0" kern="1200" baseline="0" dirty="0"/>
            <a:t>repetitive and stable</a:t>
          </a:r>
          <a:endParaRPr lang="en-US" sz="1900" kern="1200" dirty="0"/>
        </a:p>
      </dsp:txBody>
      <dsp:txXfrm>
        <a:off x="1112187" y="4520"/>
        <a:ext cx="5837252" cy="962932"/>
      </dsp:txXfrm>
    </dsp:sp>
    <dsp:sp modelId="{D9A8D1B8-E94C-4D28-BE81-22079938C05B}">
      <dsp:nvSpPr>
        <dsp:cNvPr id="0" name=""/>
        <dsp:cNvSpPr/>
      </dsp:nvSpPr>
      <dsp:spPr>
        <a:xfrm>
          <a:off x="0" y="1208186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C6FDEC-2A99-4169-BA46-56183844B14B}">
      <dsp:nvSpPr>
        <dsp:cNvPr id="0" name=""/>
        <dsp:cNvSpPr/>
      </dsp:nvSpPr>
      <dsp:spPr>
        <a:xfrm>
          <a:off x="291287" y="1424846"/>
          <a:ext cx="529613" cy="5296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6222C0-CF9B-4A68-B662-6B4B2B1B2953}">
      <dsp:nvSpPr>
        <dsp:cNvPr id="0" name=""/>
        <dsp:cNvSpPr/>
      </dsp:nvSpPr>
      <dsp:spPr>
        <a:xfrm>
          <a:off x="1112187" y="1208186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/>
            <a:t>Regression suites</a:t>
          </a:r>
          <a:r>
            <a:rPr lang="en-US" sz="1900" b="0" i="0" kern="1200" baseline="0" dirty="0"/>
            <a:t> for frequent builds</a:t>
          </a:r>
          <a:endParaRPr lang="en-US" sz="1900" kern="1200" dirty="0"/>
        </a:p>
      </dsp:txBody>
      <dsp:txXfrm>
        <a:off x="1112187" y="1208186"/>
        <a:ext cx="5837252" cy="962932"/>
      </dsp:txXfrm>
    </dsp:sp>
    <dsp:sp modelId="{D975011B-DAFF-4695-A7F1-F8ADFBF4427C}">
      <dsp:nvSpPr>
        <dsp:cNvPr id="0" name=""/>
        <dsp:cNvSpPr/>
      </dsp:nvSpPr>
      <dsp:spPr>
        <a:xfrm>
          <a:off x="0" y="2411852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4BA70E-3794-40EB-96A0-BEA96266A364}">
      <dsp:nvSpPr>
        <dsp:cNvPr id="0" name=""/>
        <dsp:cNvSpPr/>
      </dsp:nvSpPr>
      <dsp:spPr>
        <a:xfrm>
          <a:off x="291287" y="2628512"/>
          <a:ext cx="529613" cy="5296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7F73D6-96CE-4227-A29B-51A24019DAE6}">
      <dsp:nvSpPr>
        <dsp:cNvPr id="0" name=""/>
        <dsp:cNvSpPr/>
      </dsp:nvSpPr>
      <dsp:spPr>
        <a:xfrm>
          <a:off x="1112187" y="2411852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/>
            <a:t>Data-driven tests</a:t>
          </a:r>
          <a:r>
            <a:rPr lang="en-US" sz="1900" b="0" i="0" kern="1200" baseline="0" dirty="0"/>
            <a:t> with large input sets</a:t>
          </a:r>
          <a:endParaRPr lang="en-US" sz="1900" kern="1200" dirty="0"/>
        </a:p>
      </dsp:txBody>
      <dsp:txXfrm>
        <a:off x="1112187" y="2411852"/>
        <a:ext cx="5837252" cy="962932"/>
      </dsp:txXfrm>
    </dsp:sp>
    <dsp:sp modelId="{C914E87B-FDD2-4444-A0DC-0C2CB3109A5E}">
      <dsp:nvSpPr>
        <dsp:cNvPr id="0" name=""/>
        <dsp:cNvSpPr/>
      </dsp:nvSpPr>
      <dsp:spPr>
        <a:xfrm>
          <a:off x="0" y="3615518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B76E84-4351-4867-BDF1-BBB9303D3312}">
      <dsp:nvSpPr>
        <dsp:cNvPr id="0" name=""/>
        <dsp:cNvSpPr/>
      </dsp:nvSpPr>
      <dsp:spPr>
        <a:xfrm>
          <a:off x="291287" y="3832178"/>
          <a:ext cx="529613" cy="5296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7D1818-A59C-4575-8195-B2B01958F8E9}">
      <dsp:nvSpPr>
        <dsp:cNvPr id="0" name=""/>
        <dsp:cNvSpPr/>
      </dsp:nvSpPr>
      <dsp:spPr>
        <a:xfrm>
          <a:off x="1112187" y="3615518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/>
            <a:t>Smoke tests</a:t>
          </a:r>
          <a:r>
            <a:rPr lang="en-US" sz="1900" b="0" i="0" kern="1200" baseline="0" dirty="0"/>
            <a:t> for quick validation</a:t>
          </a:r>
          <a:endParaRPr lang="en-US" sz="1900" kern="1200" dirty="0"/>
        </a:p>
      </dsp:txBody>
      <dsp:txXfrm>
        <a:off x="1112187" y="3615518"/>
        <a:ext cx="5837252" cy="962932"/>
      </dsp:txXfrm>
    </dsp:sp>
    <dsp:sp modelId="{EA801C97-3767-4E2C-9811-CCA3C4188420}">
      <dsp:nvSpPr>
        <dsp:cNvPr id="0" name=""/>
        <dsp:cNvSpPr/>
      </dsp:nvSpPr>
      <dsp:spPr>
        <a:xfrm>
          <a:off x="0" y="4819184"/>
          <a:ext cx="6949440" cy="9629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171EC9-3637-41DA-801B-B11B8FA8361B}">
      <dsp:nvSpPr>
        <dsp:cNvPr id="0" name=""/>
        <dsp:cNvSpPr/>
      </dsp:nvSpPr>
      <dsp:spPr>
        <a:xfrm>
          <a:off x="291287" y="5035844"/>
          <a:ext cx="529613" cy="52961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D1AE52-47D2-4F64-8EDD-7C57C09BB0AB}">
      <dsp:nvSpPr>
        <dsp:cNvPr id="0" name=""/>
        <dsp:cNvSpPr/>
      </dsp:nvSpPr>
      <dsp:spPr>
        <a:xfrm>
          <a:off x="1112187" y="4819184"/>
          <a:ext cx="5837252" cy="9629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910" tIns="101910" rIns="101910" bIns="10191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i="0" kern="1200" baseline="0" dirty="0"/>
            <a:t>Performance and load tests</a:t>
          </a:r>
          <a:r>
            <a:rPr lang="en-US" sz="1900" b="0" i="0" kern="1200" baseline="0" dirty="0"/>
            <a:t> that require simulation</a:t>
          </a:r>
          <a:endParaRPr lang="en-US" sz="1900" kern="1200" dirty="0"/>
        </a:p>
      </dsp:txBody>
      <dsp:txXfrm>
        <a:off x="1112187" y="4819184"/>
        <a:ext cx="5837252" cy="9629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FBE69C-8FA2-4A4C-A901-980558C2DB20}">
      <dsp:nvSpPr>
        <dsp:cNvPr id="0" name=""/>
        <dsp:cNvSpPr/>
      </dsp:nvSpPr>
      <dsp:spPr>
        <a:xfrm>
          <a:off x="0" y="2401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38ADC8-3887-4AFD-BC84-62CAE4BE55AA}">
      <dsp:nvSpPr>
        <dsp:cNvPr id="0" name=""/>
        <dsp:cNvSpPr/>
      </dsp:nvSpPr>
      <dsp:spPr>
        <a:xfrm>
          <a:off x="368211" y="276278"/>
          <a:ext cx="669475" cy="6694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E7E97A-32A2-445B-B2EF-8E036427CCC6}">
      <dsp:nvSpPr>
        <dsp:cNvPr id="0" name=""/>
        <dsp:cNvSpPr/>
      </dsp:nvSpPr>
      <dsp:spPr>
        <a:xfrm>
          <a:off x="1405898" y="2401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Selenium is an open-source automation tool for testing web applications</a:t>
          </a:r>
          <a:endParaRPr lang="en-US" sz="2200" kern="1200" dirty="0"/>
        </a:p>
      </dsp:txBody>
      <dsp:txXfrm>
        <a:off x="1405898" y="2401"/>
        <a:ext cx="5543541" cy="1217228"/>
      </dsp:txXfrm>
    </dsp:sp>
    <dsp:sp modelId="{50998C4C-2250-43B5-8164-64544B462C9C}">
      <dsp:nvSpPr>
        <dsp:cNvPr id="0" name=""/>
        <dsp:cNvSpPr/>
      </dsp:nvSpPr>
      <dsp:spPr>
        <a:xfrm>
          <a:off x="0" y="152393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757E3D-7269-4243-B796-05CD46E1141F}">
      <dsp:nvSpPr>
        <dsp:cNvPr id="0" name=""/>
        <dsp:cNvSpPr/>
      </dsp:nvSpPr>
      <dsp:spPr>
        <a:xfrm>
          <a:off x="368211" y="1797813"/>
          <a:ext cx="669475" cy="6694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E04962-CE93-4F87-ADAB-7128725A27C4}">
      <dsp:nvSpPr>
        <dsp:cNvPr id="0" name=""/>
        <dsp:cNvSpPr/>
      </dsp:nvSpPr>
      <dsp:spPr>
        <a:xfrm>
          <a:off x="1405898" y="152393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Supports multiple browsers, operating systems, and programming languages</a:t>
          </a:r>
          <a:endParaRPr lang="en-US" sz="2200" kern="1200" dirty="0"/>
        </a:p>
      </dsp:txBody>
      <dsp:txXfrm>
        <a:off x="1405898" y="1523937"/>
        <a:ext cx="5543541" cy="1217228"/>
      </dsp:txXfrm>
    </dsp:sp>
    <dsp:sp modelId="{108F2D70-052F-4060-9E35-4A93E18C73C3}">
      <dsp:nvSpPr>
        <dsp:cNvPr id="0" name=""/>
        <dsp:cNvSpPr/>
      </dsp:nvSpPr>
      <dsp:spPr>
        <a:xfrm>
          <a:off x="0" y="3045472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136F74-4ECF-4527-99E5-54585FD917AB}">
      <dsp:nvSpPr>
        <dsp:cNvPr id="0" name=""/>
        <dsp:cNvSpPr/>
      </dsp:nvSpPr>
      <dsp:spPr>
        <a:xfrm>
          <a:off x="368211" y="3319348"/>
          <a:ext cx="669475" cy="6694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B611BA-C949-4B95-BA55-579A35C1A11A}">
      <dsp:nvSpPr>
        <dsp:cNvPr id="0" name=""/>
        <dsp:cNvSpPr/>
      </dsp:nvSpPr>
      <dsp:spPr>
        <a:xfrm>
          <a:off x="1405898" y="3045472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Enables automated functional testing across platforms</a:t>
          </a:r>
          <a:endParaRPr lang="en-US" sz="2200" kern="1200" dirty="0"/>
        </a:p>
      </dsp:txBody>
      <dsp:txXfrm>
        <a:off x="1405898" y="3045472"/>
        <a:ext cx="5543541" cy="1217228"/>
      </dsp:txXfrm>
    </dsp:sp>
    <dsp:sp modelId="{ECCF13C9-F20B-4BB5-86BF-E1B81DBBC10D}">
      <dsp:nvSpPr>
        <dsp:cNvPr id="0" name=""/>
        <dsp:cNvSpPr/>
      </dsp:nvSpPr>
      <dsp:spPr>
        <a:xfrm>
          <a:off x="0" y="4567007"/>
          <a:ext cx="6949440" cy="12172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1DEB87-C8F2-43E5-B32B-85152B6B85A3}">
      <dsp:nvSpPr>
        <dsp:cNvPr id="0" name=""/>
        <dsp:cNvSpPr/>
      </dsp:nvSpPr>
      <dsp:spPr>
        <a:xfrm>
          <a:off x="368211" y="4840884"/>
          <a:ext cx="669475" cy="66947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13742E-4A83-469C-988D-7847979C454A}">
      <dsp:nvSpPr>
        <dsp:cNvPr id="0" name=""/>
        <dsp:cNvSpPr/>
      </dsp:nvSpPr>
      <dsp:spPr>
        <a:xfrm>
          <a:off x="1405898" y="4567007"/>
          <a:ext cx="5543541" cy="1217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823" tIns="128823" rIns="128823" bIns="128823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Main Focus on Web browser Automation</a:t>
          </a:r>
          <a:endParaRPr lang="en-US" sz="2200" kern="1200" dirty="0"/>
        </a:p>
      </dsp:txBody>
      <dsp:txXfrm>
        <a:off x="1405898" y="4567007"/>
        <a:ext cx="5543541" cy="121722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74D182-2EE3-4BF8-ABD1-812FD4819F24}">
      <dsp:nvSpPr>
        <dsp:cNvPr id="0" name=""/>
        <dsp:cNvSpPr/>
      </dsp:nvSpPr>
      <dsp:spPr>
        <a:xfrm>
          <a:off x="0" y="52648"/>
          <a:ext cx="6949440" cy="10740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b="1" kern="1200" dirty="0"/>
            <a:t>Cross-browser support: </a:t>
          </a:r>
          <a:r>
            <a:rPr lang="en-IN" sz="2700" kern="1200" dirty="0"/>
            <a:t>Chrome, Firefox, Safari, Edge</a:t>
          </a:r>
          <a:endParaRPr lang="en-US" sz="2700" kern="1200" dirty="0"/>
        </a:p>
      </dsp:txBody>
      <dsp:txXfrm>
        <a:off x="52431" y="105079"/>
        <a:ext cx="6844578" cy="969198"/>
      </dsp:txXfrm>
    </dsp:sp>
    <dsp:sp modelId="{1936E35E-EBD4-44D8-819F-180A367BEF5F}">
      <dsp:nvSpPr>
        <dsp:cNvPr id="0" name=""/>
        <dsp:cNvSpPr/>
      </dsp:nvSpPr>
      <dsp:spPr>
        <a:xfrm>
          <a:off x="0" y="1204469"/>
          <a:ext cx="6949440" cy="1074060"/>
        </a:xfrm>
        <a:prstGeom prst="roundRect">
          <a:avLst/>
        </a:prstGeom>
        <a:solidFill>
          <a:schemeClr val="accent5">
            <a:hueOff val="-3038037"/>
            <a:satOff val="-207"/>
            <a:lumOff val="49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b="1" kern="1200" dirty="0"/>
            <a:t>Multi-language support: </a:t>
          </a:r>
          <a:r>
            <a:rPr lang="en-IN" sz="2700" kern="1200" dirty="0"/>
            <a:t>Java, Python, C#, Ruby, JavaScript</a:t>
          </a:r>
          <a:endParaRPr lang="en-US" sz="2700" kern="1200" dirty="0"/>
        </a:p>
      </dsp:txBody>
      <dsp:txXfrm>
        <a:off x="52431" y="1256900"/>
        <a:ext cx="6844578" cy="969198"/>
      </dsp:txXfrm>
    </dsp:sp>
    <dsp:sp modelId="{6B21CE00-7020-46F5-A058-21E334849687}">
      <dsp:nvSpPr>
        <dsp:cNvPr id="0" name=""/>
        <dsp:cNvSpPr/>
      </dsp:nvSpPr>
      <dsp:spPr>
        <a:xfrm>
          <a:off x="0" y="2356288"/>
          <a:ext cx="6949440" cy="1074060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b="1" kern="1200" dirty="0"/>
            <a:t>Platform independence: </a:t>
          </a:r>
          <a:r>
            <a:rPr lang="en-IN" sz="2700" kern="1200" dirty="0"/>
            <a:t>Windows, macOS, Linux</a:t>
          </a:r>
          <a:endParaRPr lang="en-US" sz="2700" kern="1200" dirty="0"/>
        </a:p>
      </dsp:txBody>
      <dsp:txXfrm>
        <a:off x="52431" y="2408719"/>
        <a:ext cx="6844578" cy="969198"/>
      </dsp:txXfrm>
    </dsp:sp>
    <dsp:sp modelId="{FFC44D74-2E8B-4EF1-8A90-5D36C67829C4}">
      <dsp:nvSpPr>
        <dsp:cNvPr id="0" name=""/>
        <dsp:cNvSpPr/>
      </dsp:nvSpPr>
      <dsp:spPr>
        <a:xfrm>
          <a:off x="0" y="3508109"/>
          <a:ext cx="6949440" cy="1074060"/>
        </a:xfrm>
        <a:prstGeom prst="roundRect">
          <a:avLst/>
        </a:prstGeom>
        <a:solidFill>
          <a:schemeClr val="accent5">
            <a:hueOff val="-9114112"/>
            <a:satOff val="-620"/>
            <a:lumOff val="147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b="1" kern="1200" dirty="0"/>
            <a:t>Integration: </a:t>
          </a:r>
          <a:r>
            <a:rPr lang="en-IN" sz="2700" kern="1200" dirty="0"/>
            <a:t>Works with TestNG, JUnit, Jenkins, Maven, CI/CD tools</a:t>
          </a:r>
          <a:endParaRPr lang="en-US" sz="2700" kern="1200" dirty="0"/>
        </a:p>
      </dsp:txBody>
      <dsp:txXfrm>
        <a:off x="52431" y="3560540"/>
        <a:ext cx="6844578" cy="969198"/>
      </dsp:txXfrm>
    </dsp:sp>
    <dsp:sp modelId="{C6757ACD-D31D-4E16-B33F-B074E7A1CCCA}">
      <dsp:nvSpPr>
        <dsp:cNvPr id="0" name=""/>
        <dsp:cNvSpPr/>
      </dsp:nvSpPr>
      <dsp:spPr>
        <a:xfrm>
          <a:off x="0" y="4659928"/>
          <a:ext cx="6949440" cy="107406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b="1" kern="1200" dirty="0"/>
            <a:t>Open source &amp; extensible: </a:t>
          </a:r>
          <a:r>
            <a:rPr lang="en-IN" sz="2700" kern="1200" dirty="0"/>
            <a:t>Resources and forums for support</a:t>
          </a:r>
          <a:endParaRPr lang="en-US" sz="2700" kern="1200" dirty="0"/>
        </a:p>
      </dsp:txBody>
      <dsp:txXfrm>
        <a:off x="52431" y="4712359"/>
        <a:ext cx="6844578" cy="96919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529939-9244-4127-9275-A71431D1AD0A}">
      <dsp:nvSpPr>
        <dsp:cNvPr id="0" name=""/>
        <dsp:cNvSpPr/>
      </dsp:nvSpPr>
      <dsp:spPr>
        <a:xfrm>
          <a:off x="0" y="35818"/>
          <a:ext cx="6949440" cy="1374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an open-source API used to automate web browser interactions by communicating directly with the browser.</a:t>
          </a:r>
          <a:endParaRPr lang="en-US" sz="2500" kern="1200" dirty="0"/>
        </a:p>
      </dsp:txBody>
      <dsp:txXfrm>
        <a:off x="67110" y="102928"/>
        <a:ext cx="6815220" cy="1240530"/>
      </dsp:txXfrm>
    </dsp:sp>
    <dsp:sp modelId="{4B4524B4-627B-4E77-8656-01A58B48B637}">
      <dsp:nvSpPr>
        <dsp:cNvPr id="0" name=""/>
        <dsp:cNvSpPr/>
      </dsp:nvSpPr>
      <dsp:spPr>
        <a:xfrm>
          <a:off x="0" y="1482568"/>
          <a:ext cx="6949440" cy="1374750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Supports multiple programming languages and cross-browser testing</a:t>
          </a:r>
          <a:endParaRPr lang="en-US" sz="2500" kern="1200" dirty="0"/>
        </a:p>
      </dsp:txBody>
      <dsp:txXfrm>
        <a:off x="67110" y="1549678"/>
        <a:ext cx="6815220" cy="1240530"/>
      </dsp:txXfrm>
    </dsp:sp>
    <dsp:sp modelId="{B310C533-AC55-4B50-B5AD-30035E84C7C0}">
      <dsp:nvSpPr>
        <dsp:cNvPr id="0" name=""/>
        <dsp:cNvSpPr/>
      </dsp:nvSpPr>
      <dsp:spPr>
        <a:xfrm>
          <a:off x="0" y="2929318"/>
          <a:ext cx="6949440" cy="1374750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Integrates with CI/CD tools like Jenkins, GitHub Actions</a:t>
          </a:r>
          <a:endParaRPr lang="en-US" sz="2500" kern="1200" dirty="0"/>
        </a:p>
      </dsp:txBody>
      <dsp:txXfrm>
        <a:off x="67110" y="2996428"/>
        <a:ext cx="6815220" cy="1240530"/>
      </dsp:txXfrm>
    </dsp:sp>
    <dsp:sp modelId="{299188F6-A511-4944-AAA3-DC20A0C6D7B9}">
      <dsp:nvSpPr>
        <dsp:cNvPr id="0" name=""/>
        <dsp:cNvSpPr/>
      </dsp:nvSpPr>
      <dsp:spPr>
        <a:xfrm>
          <a:off x="0" y="4376069"/>
          <a:ext cx="6949440" cy="137475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Works with testing frameworks like TestNG, JUnit, PyTest</a:t>
          </a:r>
          <a:endParaRPr lang="en-US" sz="2500" kern="1200" dirty="0"/>
        </a:p>
      </dsp:txBody>
      <dsp:txXfrm>
        <a:off x="67110" y="4443179"/>
        <a:ext cx="6815220" cy="124053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FA5F2A-B437-48A6-ACC2-FB5B528A0120}">
      <dsp:nvSpPr>
        <dsp:cNvPr id="0" name=""/>
        <dsp:cNvSpPr/>
      </dsp:nvSpPr>
      <dsp:spPr>
        <a:xfrm>
          <a:off x="6251" y="870267"/>
          <a:ext cx="1542488" cy="462746"/>
        </a:xfrm>
        <a:prstGeom prst="chevron">
          <a:avLst>
            <a:gd name="adj" fmla="val 3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36" tIns="57136" rIns="57136" bIns="571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Open</a:t>
          </a:r>
        </a:p>
      </dsp:txBody>
      <dsp:txXfrm>
        <a:off x="145075" y="870267"/>
        <a:ext cx="1264840" cy="462746"/>
      </dsp:txXfrm>
    </dsp:sp>
    <dsp:sp modelId="{067D877C-8608-42CF-843D-5AD5CCE3CFAC}">
      <dsp:nvSpPr>
        <dsp:cNvPr id="0" name=""/>
        <dsp:cNvSpPr/>
      </dsp:nvSpPr>
      <dsp:spPr>
        <a:xfrm>
          <a:off x="6251" y="1333014"/>
          <a:ext cx="1403664" cy="214805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921" tIns="110921" rIns="110921" bIns="221841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Open Eclipse</a:t>
          </a:r>
        </a:p>
      </dsp:txBody>
      <dsp:txXfrm>
        <a:off x="6251" y="1333014"/>
        <a:ext cx="1403664" cy="2148056"/>
      </dsp:txXfrm>
    </dsp:sp>
    <dsp:sp modelId="{B2113295-9BFE-4C1F-B93F-AC78BA78497B}">
      <dsp:nvSpPr>
        <dsp:cNvPr id="0" name=""/>
        <dsp:cNvSpPr/>
      </dsp:nvSpPr>
      <dsp:spPr>
        <a:xfrm>
          <a:off x="1496265" y="870267"/>
          <a:ext cx="1542488" cy="462746"/>
        </a:xfrm>
        <a:prstGeom prst="chevron">
          <a:avLst>
            <a:gd name="adj" fmla="val 3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36" tIns="57136" rIns="57136" bIns="571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Go</a:t>
          </a:r>
        </a:p>
      </dsp:txBody>
      <dsp:txXfrm>
        <a:off x="1635089" y="870267"/>
        <a:ext cx="1264840" cy="462746"/>
      </dsp:txXfrm>
    </dsp:sp>
    <dsp:sp modelId="{A8CD7A93-0AFD-4AE7-96A9-D4037A697BB7}">
      <dsp:nvSpPr>
        <dsp:cNvPr id="0" name=""/>
        <dsp:cNvSpPr/>
      </dsp:nvSpPr>
      <dsp:spPr>
        <a:xfrm>
          <a:off x="1496265" y="1333014"/>
          <a:ext cx="1403664" cy="214805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921" tIns="110921" rIns="110921" bIns="221841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Go to File &gt; New &gt; Project</a:t>
          </a:r>
        </a:p>
      </dsp:txBody>
      <dsp:txXfrm>
        <a:off x="1496265" y="1333014"/>
        <a:ext cx="1403664" cy="2148056"/>
      </dsp:txXfrm>
    </dsp:sp>
    <dsp:sp modelId="{66DD7579-53F8-4AEE-9988-091EC2C15AEE}">
      <dsp:nvSpPr>
        <dsp:cNvPr id="0" name=""/>
        <dsp:cNvSpPr/>
      </dsp:nvSpPr>
      <dsp:spPr>
        <a:xfrm>
          <a:off x="2986278" y="870267"/>
          <a:ext cx="1542488" cy="462746"/>
        </a:xfrm>
        <a:prstGeom prst="chevron">
          <a:avLst>
            <a:gd name="adj" fmla="val 3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36" tIns="57136" rIns="57136" bIns="571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Select</a:t>
          </a:r>
        </a:p>
      </dsp:txBody>
      <dsp:txXfrm>
        <a:off x="3125102" y="870267"/>
        <a:ext cx="1264840" cy="462746"/>
      </dsp:txXfrm>
    </dsp:sp>
    <dsp:sp modelId="{B5FB3F82-76E5-4A48-AF3F-65ED2F390DC7}">
      <dsp:nvSpPr>
        <dsp:cNvPr id="0" name=""/>
        <dsp:cNvSpPr/>
      </dsp:nvSpPr>
      <dsp:spPr>
        <a:xfrm>
          <a:off x="2986278" y="1333014"/>
          <a:ext cx="1403664" cy="214805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921" tIns="110921" rIns="110921" bIns="221841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Select Maven Project &gt; Click Next &gt; Next</a:t>
          </a:r>
        </a:p>
      </dsp:txBody>
      <dsp:txXfrm>
        <a:off x="2986278" y="1333014"/>
        <a:ext cx="1403664" cy="2148056"/>
      </dsp:txXfrm>
    </dsp:sp>
    <dsp:sp modelId="{ADF25F2F-85C4-4632-8086-7BBC6AD4F657}">
      <dsp:nvSpPr>
        <dsp:cNvPr id="0" name=""/>
        <dsp:cNvSpPr/>
      </dsp:nvSpPr>
      <dsp:spPr>
        <a:xfrm>
          <a:off x="4476291" y="870267"/>
          <a:ext cx="1542488" cy="462746"/>
        </a:xfrm>
        <a:prstGeom prst="chevron">
          <a:avLst>
            <a:gd name="adj" fmla="val 3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36" tIns="57136" rIns="57136" bIns="571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Select</a:t>
          </a:r>
        </a:p>
      </dsp:txBody>
      <dsp:txXfrm>
        <a:off x="4615115" y="870267"/>
        <a:ext cx="1264840" cy="462746"/>
      </dsp:txXfrm>
    </dsp:sp>
    <dsp:sp modelId="{5374848E-DB57-4AFF-A33E-5646C9BDACDC}">
      <dsp:nvSpPr>
        <dsp:cNvPr id="0" name=""/>
        <dsp:cNvSpPr/>
      </dsp:nvSpPr>
      <dsp:spPr>
        <a:xfrm>
          <a:off x="4476291" y="1333014"/>
          <a:ext cx="1403664" cy="214805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921" tIns="110921" rIns="110921" bIns="221841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Select the archetype maven-archetype-quickstart</a:t>
          </a:r>
        </a:p>
      </dsp:txBody>
      <dsp:txXfrm>
        <a:off x="4476291" y="1333014"/>
        <a:ext cx="1403664" cy="2148056"/>
      </dsp:txXfrm>
    </dsp:sp>
    <dsp:sp modelId="{CED0535A-9399-4048-A672-8486324F3C3A}">
      <dsp:nvSpPr>
        <dsp:cNvPr id="0" name=""/>
        <dsp:cNvSpPr/>
      </dsp:nvSpPr>
      <dsp:spPr>
        <a:xfrm>
          <a:off x="5966304" y="870267"/>
          <a:ext cx="1542488" cy="462746"/>
        </a:xfrm>
        <a:prstGeom prst="chevron">
          <a:avLst>
            <a:gd name="adj" fmla="val 3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36" tIns="57136" rIns="57136" bIns="571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Enter</a:t>
          </a:r>
        </a:p>
      </dsp:txBody>
      <dsp:txXfrm>
        <a:off x="6105128" y="870267"/>
        <a:ext cx="1264840" cy="462746"/>
      </dsp:txXfrm>
    </dsp:sp>
    <dsp:sp modelId="{3FDA2FA8-A20C-4802-A798-8D85BAF2960D}">
      <dsp:nvSpPr>
        <dsp:cNvPr id="0" name=""/>
        <dsp:cNvSpPr/>
      </dsp:nvSpPr>
      <dsp:spPr>
        <a:xfrm>
          <a:off x="5966304" y="1333014"/>
          <a:ext cx="1403664" cy="214805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921" tIns="110921" rIns="110921" bIns="221841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Enter Group ID as com.selenium.project</a:t>
          </a:r>
        </a:p>
      </dsp:txBody>
      <dsp:txXfrm>
        <a:off x="5966304" y="1333014"/>
        <a:ext cx="1403664" cy="2148056"/>
      </dsp:txXfrm>
    </dsp:sp>
    <dsp:sp modelId="{DD663F32-C60F-491B-B020-602AA21A1CE9}">
      <dsp:nvSpPr>
        <dsp:cNvPr id="0" name=""/>
        <dsp:cNvSpPr/>
      </dsp:nvSpPr>
      <dsp:spPr>
        <a:xfrm>
          <a:off x="7456318" y="870267"/>
          <a:ext cx="1542488" cy="462746"/>
        </a:xfrm>
        <a:prstGeom prst="chevron">
          <a:avLst>
            <a:gd name="adj" fmla="val 3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36" tIns="57136" rIns="57136" bIns="571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Enter</a:t>
          </a:r>
        </a:p>
      </dsp:txBody>
      <dsp:txXfrm>
        <a:off x="7595142" y="870267"/>
        <a:ext cx="1264840" cy="462746"/>
      </dsp:txXfrm>
    </dsp:sp>
    <dsp:sp modelId="{3D19FA6C-EC3D-4893-8DD4-92E688AD7D46}">
      <dsp:nvSpPr>
        <dsp:cNvPr id="0" name=""/>
        <dsp:cNvSpPr/>
      </dsp:nvSpPr>
      <dsp:spPr>
        <a:xfrm>
          <a:off x="7456318" y="1333014"/>
          <a:ext cx="1403664" cy="214805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921" tIns="110921" rIns="110921" bIns="221841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Enter Artifact ID as selenium-practice</a:t>
          </a:r>
        </a:p>
      </dsp:txBody>
      <dsp:txXfrm>
        <a:off x="7456318" y="1333014"/>
        <a:ext cx="1403664" cy="2148056"/>
      </dsp:txXfrm>
    </dsp:sp>
    <dsp:sp modelId="{A9681401-4951-4163-AD27-96918A376952}">
      <dsp:nvSpPr>
        <dsp:cNvPr id="0" name=""/>
        <dsp:cNvSpPr/>
      </dsp:nvSpPr>
      <dsp:spPr>
        <a:xfrm>
          <a:off x="8946331" y="870267"/>
          <a:ext cx="1542488" cy="462746"/>
        </a:xfrm>
        <a:prstGeom prst="chevron">
          <a:avLst>
            <a:gd name="adj" fmla="val 3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36" tIns="57136" rIns="57136" bIns="571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Click</a:t>
          </a:r>
        </a:p>
      </dsp:txBody>
      <dsp:txXfrm>
        <a:off x="9085155" y="870267"/>
        <a:ext cx="1264840" cy="462746"/>
      </dsp:txXfrm>
    </dsp:sp>
    <dsp:sp modelId="{29D31780-11DE-4403-8BC0-62FD2E549892}">
      <dsp:nvSpPr>
        <dsp:cNvPr id="0" name=""/>
        <dsp:cNvSpPr/>
      </dsp:nvSpPr>
      <dsp:spPr>
        <a:xfrm>
          <a:off x="8946331" y="1333014"/>
          <a:ext cx="1403664" cy="214805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921" tIns="110921" rIns="110921" bIns="221841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Click Finish</a:t>
          </a:r>
        </a:p>
      </dsp:txBody>
      <dsp:txXfrm>
        <a:off x="8946331" y="1333014"/>
        <a:ext cx="1403664" cy="214805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CF9568-D43C-4070-9E03-36039E7819E3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974C9A-AE55-414B-83E7-930982550AB3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0F0115-DDC2-41B7-9925-279606620A92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Locators are strategies used to identify web elements on a page</a:t>
          </a:r>
          <a:endParaRPr lang="en-US" sz="2500" kern="1200" dirty="0"/>
        </a:p>
      </dsp:txBody>
      <dsp:txXfrm>
        <a:off x="1437631" y="531"/>
        <a:ext cx="9077968" cy="1244702"/>
      </dsp:txXfrm>
    </dsp:sp>
    <dsp:sp modelId="{CB6E40AC-6EC4-43A0-9968-A4707D81A90C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EEE69C-1163-4161-9C49-D8B7BB5E5D7B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7B916D-0870-468D-861A-02EE0DF67B31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Essential for interacting with elements like buttons, text fields, links, etc.</a:t>
          </a:r>
          <a:endParaRPr lang="en-US" sz="2500" kern="1200" dirty="0"/>
        </a:p>
      </dsp:txBody>
      <dsp:txXfrm>
        <a:off x="1437631" y="1556410"/>
        <a:ext cx="9077968" cy="1244702"/>
      </dsp:txXfrm>
    </dsp:sp>
    <dsp:sp modelId="{02237CC0-B3AF-4397-A3B9-00FDAB80538C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FB6CE0-6485-4267-880B-0799E8938EFE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76E5FC-80BA-4F89-BB02-6EB0362AA96E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Used with findElement() and findElements() methods in Selenium WebDriver.</a:t>
          </a:r>
          <a:endParaRPr lang="en-US" sz="2500" kern="1200" dirty="0"/>
        </a:p>
      </dsp:txBody>
      <dsp:txXfrm>
        <a:off x="1437631" y="3112289"/>
        <a:ext cx="9077968" cy="124470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5E2404-1A64-4B71-8454-999314B2B779}">
      <dsp:nvSpPr>
        <dsp:cNvPr id="0" name=""/>
        <dsp:cNvSpPr/>
      </dsp:nvSpPr>
      <dsp:spPr>
        <a:xfrm>
          <a:off x="0" y="96709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By storing all the options in List and iterating through it</a:t>
          </a:r>
          <a:endParaRPr lang="en-US" sz="2500" kern="1200" dirty="0"/>
        </a:p>
      </dsp:txBody>
      <dsp:txXfrm>
        <a:off x="48547" y="145256"/>
        <a:ext cx="6569739" cy="897406"/>
      </dsp:txXfrm>
    </dsp:sp>
    <dsp:sp modelId="{4528AEBE-B60F-44DC-855B-158E1A33A6EA}">
      <dsp:nvSpPr>
        <dsp:cNvPr id="0" name=""/>
        <dsp:cNvSpPr/>
      </dsp:nvSpPr>
      <dsp:spPr>
        <a:xfrm>
          <a:off x="0" y="1163209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-3038037"/>
                <a:satOff val="-207"/>
                <a:lumOff val="49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038037"/>
                <a:satOff val="-207"/>
                <a:lumOff val="49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038037"/>
                <a:satOff val="-207"/>
                <a:lumOff val="49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By creating Custom Locator and without iterating the List</a:t>
          </a:r>
          <a:endParaRPr lang="en-US" sz="2500" kern="1200" dirty="0"/>
        </a:p>
      </dsp:txBody>
      <dsp:txXfrm>
        <a:off x="48547" y="1211756"/>
        <a:ext cx="6569739" cy="897406"/>
      </dsp:txXfrm>
    </dsp:sp>
    <dsp:sp modelId="{B59B167E-D49E-4AD6-89BB-6E136E934BDF}">
      <dsp:nvSpPr>
        <dsp:cNvPr id="0" name=""/>
        <dsp:cNvSpPr/>
      </dsp:nvSpPr>
      <dsp:spPr>
        <a:xfrm>
          <a:off x="0" y="2229710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By using </a:t>
          </a:r>
          <a:r>
            <a:rPr lang="en-GB" sz="2500" kern="1200" dirty="0" err="1"/>
            <a:t>JavaScriptExecutor</a:t>
          </a:r>
          <a:r>
            <a:rPr lang="en-GB" sz="2500" kern="1200" dirty="0"/>
            <a:t> class</a:t>
          </a:r>
          <a:endParaRPr lang="en-US" sz="2500" kern="1200" dirty="0"/>
        </a:p>
      </dsp:txBody>
      <dsp:txXfrm>
        <a:off x="48547" y="2278257"/>
        <a:ext cx="6569739" cy="897406"/>
      </dsp:txXfrm>
    </dsp:sp>
    <dsp:sp modelId="{FEF809AE-3E7F-4667-8DB0-F7B2088866C3}">
      <dsp:nvSpPr>
        <dsp:cNvPr id="0" name=""/>
        <dsp:cNvSpPr/>
      </dsp:nvSpPr>
      <dsp:spPr>
        <a:xfrm>
          <a:off x="0" y="3329674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-9114112"/>
                <a:satOff val="-620"/>
                <a:lumOff val="147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114112"/>
                <a:satOff val="-620"/>
                <a:lumOff val="147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114112"/>
                <a:satOff val="-620"/>
                <a:lumOff val="147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By using sendKeys</a:t>
          </a:r>
          <a:endParaRPr lang="en-US" sz="2500" kern="1200" dirty="0"/>
        </a:p>
      </dsp:txBody>
      <dsp:txXfrm>
        <a:off x="48547" y="3378221"/>
        <a:ext cx="6569739" cy="897406"/>
      </dsp:txXfrm>
    </dsp:sp>
    <dsp:sp modelId="{6C8F2C31-AA5F-469A-B31F-31C1C8AA6D08}">
      <dsp:nvSpPr>
        <dsp:cNvPr id="0" name=""/>
        <dsp:cNvSpPr/>
      </dsp:nvSpPr>
      <dsp:spPr>
        <a:xfrm>
          <a:off x="0" y="4362710"/>
          <a:ext cx="6666833" cy="99450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kern="1200" dirty="0"/>
            <a:t>By using Actions Class</a:t>
          </a:r>
          <a:endParaRPr lang="en-US" sz="2500" kern="1200" dirty="0"/>
        </a:p>
      </dsp:txBody>
      <dsp:txXfrm>
        <a:off x="48547" y="4411257"/>
        <a:ext cx="6569739" cy="89740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0AD1B1-04DE-4625-96D2-1E47EAE8AAEE}">
      <dsp:nvSpPr>
        <dsp:cNvPr id="0" name=""/>
        <dsp:cNvSpPr/>
      </dsp:nvSpPr>
      <dsp:spPr>
        <a:xfrm>
          <a:off x="0" y="349839"/>
          <a:ext cx="10927829" cy="20648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121" tIns="479044" rIns="848121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300" kern="1200"/>
            <a:t>When traditional Selenium commands fail (e.g., hidden elements, custom controls)​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300" kern="1200"/>
            <a:t>To bypass synchronization issues or improve stability​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300" kern="1200"/>
            <a:t>For operations that require DOM manipulation​</a:t>
          </a:r>
          <a:endParaRPr lang="en-US" sz="2300" kern="1200"/>
        </a:p>
      </dsp:txBody>
      <dsp:txXfrm>
        <a:off x="0" y="349839"/>
        <a:ext cx="10927829" cy="2064825"/>
      </dsp:txXfrm>
    </dsp:sp>
    <dsp:sp modelId="{BC873D00-9C89-48B4-9630-29AB8B56B119}">
      <dsp:nvSpPr>
        <dsp:cNvPr id="0" name=""/>
        <dsp:cNvSpPr/>
      </dsp:nvSpPr>
      <dsp:spPr>
        <a:xfrm>
          <a:off x="546391" y="10359"/>
          <a:ext cx="7649480" cy="6789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/>
            <a:t>Use when:</a:t>
          </a:r>
          <a:endParaRPr lang="en-US" sz="2300" kern="1200"/>
        </a:p>
      </dsp:txBody>
      <dsp:txXfrm>
        <a:off x="579535" y="43503"/>
        <a:ext cx="7583192" cy="612672"/>
      </dsp:txXfrm>
    </dsp:sp>
    <dsp:sp modelId="{3AA4B5FD-2DE1-458F-B3E2-F1B4A339B01A}">
      <dsp:nvSpPr>
        <dsp:cNvPr id="0" name=""/>
        <dsp:cNvSpPr/>
      </dsp:nvSpPr>
      <dsp:spPr>
        <a:xfrm>
          <a:off x="0" y="2878345"/>
          <a:ext cx="10927829" cy="13041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8121" tIns="479044" rIns="848121" bIns="163576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300" kern="1200" dirty="0"/>
            <a:t>Avoid overusing </a:t>
          </a:r>
          <a:r>
            <a:rPr lang="en-GB" sz="2300" kern="1200" dirty="0" err="1"/>
            <a:t>JavaScriptExecutor</a:t>
          </a:r>
          <a:r>
            <a:rPr lang="en-GB" sz="2300" kern="1200" dirty="0"/>
            <a:t> — it bypasses Selenium’s native event firing and may not mimic real user interactions fully</a:t>
          </a:r>
          <a:endParaRPr lang="en-US" sz="2300" kern="1200" dirty="0"/>
        </a:p>
      </dsp:txBody>
      <dsp:txXfrm>
        <a:off x="0" y="2878345"/>
        <a:ext cx="10927829" cy="1304100"/>
      </dsp:txXfrm>
    </dsp:sp>
    <dsp:sp modelId="{78726C0F-9C83-41C1-92B5-3E2C56AE5F4A}">
      <dsp:nvSpPr>
        <dsp:cNvPr id="0" name=""/>
        <dsp:cNvSpPr/>
      </dsp:nvSpPr>
      <dsp:spPr>
        <a:xfrm>
          <a:off x="546391" y="2538865"/>
          <a:ext cx="7649480" cy="67896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300" b="1" kern="1200"/>
            <a:t>Note:</a:t>
          </a:r>
          <a:endParaRPr lang="en-US" sz="2300" kern="1200"/>
        </a:p>
      </dsp:txBody>
      <dsp:txXfrm>
        <a:off x="579535" y="2572009"/>
        <a:ext cx="7583192" cy="61267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F166AC-695C-47F6-87B9-AAB15D2155A9}">
      <dsp:nvSpPr>
        <dsp:cNvPr id="0" name=""/>
        <dsp:cNvSpPr/>
      </dsp:nvSpPr>
      <dsp:spPr>
        <a:xfrm>
          <a:off x="0" y="1080567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1813622-2E7E-4F86-9337-D0CC9D9CED18}">
      <dsp:nvSpPr>
        <dsp:cNvPr id="0" name=""/>
        <dsp:cNvSpPr/>
      </dsp:nvSpPr>
      <dsp:spPr>
        <a:xfrm>
          <a:off x="328612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/>
            <a:t>Selenium interacts with the DOM</a:t>
          </a:r>
          <a:endParaRPr lang="en-US" sz="1800" kern="1200" dirty="0"/>
        </a:p>
      </dsp:txBody>
      <dsp:txXfrm>
        <a:off x="383617" y="1447754"/>
        <a:ext cx="2847502" cy="1768010"/>
      </dsp:txXfrm>
    </dsp:sp>
    <dsp:sp modelId="{0C6711A4-CB26-48FF-AF26-31FA16CF3103}">
      <dsp:nvSpPr>
        <dsp:cNvPr id="0" name=""/>
        <dsp:cNvSpPr/>
      </dsp:nvSpPr>
      <dsp:spPr>
        <a:xfrm>
          <a:off x="3614737" y="1080567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34F3842-1165-4E4E-B828-2EB256045BF5}">
      <dsp:nvSpPr>
        <dsp:cNvPr id="0" name=""/>
        <dsp:cNvSpPr/>
      </dsp:nvSpPr>
      <dsp:spPr>
        <a:xfrm>
          <a:off x="3943350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/>
            <a:t>Elements inside frames are </a:t>
          </a:r>
          <a:r>
            <a:rPr lang="en-US" sz="1800" b="1" i="0" kern="1200" baseline="0" dirty="0"/>
            <a:t>not accessible</a:t>
          </a:r>
          <a:r>
            <a:rPr lang="en-US" sz="1800" b="0" i="0" kern="1200" baseline="0" dirty="0"/>
            <a:t> until you switch context</a:t>
          </a:r>
          <a:endParaRPr lang="en-US" sz="1800" kern="1200" dirty="0"/>
        </a:p>
      </dsp:txBody>
      <dsp:txXfrm>
        <a:off x="3998355" y="1447754"/>
        <a:ext cx="2847502" cy="1768010"/>
      </dsp:txXfrm>
    </dsp:sp>
    <dsp:sp modelId="{63952CC7-B197-43C8-9B24-5F9880EE40C3}">
      <dsp:nvSpPr>
        <dsp:cNvPr id="0" name=""/>
        <dsp:cNvSpPr/>
      </dsp:nvSpPr>
      <dsp:spPr>
        <a:xfrm>
          <a:off x="7229475" y="1080567"/>
          <a:ext cx="2957512" cy="187802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1BCDFB2-C525-4577-9478-30E7DF8131A5}">
      <dsp:nvSpPr>
        <dsp:cNvPr id="0" name=""/>
        <dsp:cNvSpPr/>
      </dsp:nvSpPr>
      <dsp:spPr>
        <a:xfrm>
          <a:off x="7558087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/>
            <a:t>Failure to switch results in NoSuchElementException</a:t>
          </a:r>
          <a:endParaRPr lang="en-US" sz="1800" kern="1200"/>
        </a:p>
      </dsp:txBody>
      <dsp:txXfrm>
        <a:off x="7613092" y="1447754"/>
        <a:ext cx="2847502" cy="176801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4DFB56-568D-430B-A54F-013C4B2C4AE1}">
      <dsp:nvSpPr>
        <dsp:cNvPr id="0" name=""/>
        <dsp:cNvSpPr/>
      </dsp:nvSpPr>
      <dsp:spPr>
        <a:xfrm>
          <a:off x="0" y="83689"/>
          <a:ext cx="5115491" cy="153971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A class in Selenium used to define browser-specific settings</a:t>
          </a:r>
          <a:endParaRPr lang="en-US" sz="2800" kern="1200"/>
        </a:p>
      </dsp:txBody>
      <dsp:txXfrm>
        <a:off x="75163" y="158852"/>
        <a:ext cx="4965165" cy="1389393"/>
      </dsp:txXfrm>
    </dsp:sp>
    <dsp:sp modelId="{40AC0203-C734-4BC7-A5CA-DAFC3A28CFA8}">
      <dsp:nvSpPr>
        <dsp:cNvPr id="0" name=""/>
        <dsp:cNvSpPr/>
      </dsp:nvSpPr>
      <dsp:spPr>
        <a:xfrm>
          <a:off x="0" y="1704049"/>
          <a:ext cx="5115491" cy="1539719"/>
        </a:xfrm>
        <a:prstGeom prst="roundRect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Helps configure the test environment (browser name, version, platform)</a:t>
          </a:r>
          <a:endParaRPr lang="en-US" sz="2800" kern="1200"/>
        </a:p>
      </dsp:txBody>
      <dsp:txXfrm>
        <a:off x="75163" y="1779212"/>
        <a:ext cx="4965165" cy="1389393"/>
      </dsp:txXfrm>
    </dsp:sp>
    <dsp:sp modelId="{0AC4D474-FFCF-4779-9F9E-76C7B8874C59}">
      <dsp:nvSpPr>
        <dsp:cNvPr id="0" name=""/>
        <dsp:cNvSpPr/>
      </dsp:nvSpPr>
      <dsp:spPr>
        <a:xfrm>
          <a:off x="0" y="3324409"/>
          <a:ext cx="5115491" cy="1539719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Used in cross-browser testing, Selenium Grid, and Appium</a:t>
          </a:r>
          <a:endParaRPr lang="en-US" sz="2800" kern="1200"/>
        </a:p>
      </dsp:txBody>
      <dsp:txXfrm>
        <a:off x="75163" y="3399572"/>
        <a:ext cx="4965165" cy="138939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9B5AB5-634E-48F1-83C2-F2DAE78FC61C}">
      <dsp:nvSpPr>
        <dsp:cNvPr id="0" name=""/>
        <dsp:cNvSpPr/>
      </dsp:nvSpPr>
      <dsp:spPr>
        <a:xfrm>
          <a:off x="0" y="537941"/>
          <a:ext cx="5115491" cy="91830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Set browser preferences dynamically</a:t>
          </a:r>
          <a:endParaRPr lang="en-US" sz="2300" kern="1200"/>
        </a:p>
      </dsp:txBody>
      <dsp:txXfrm>
        <a:off x="44828" y="582769"/>
        <a:ext cx="5025835" cy="828647"/>
      </dsp:txXfrm>
    </dsp:sp>
    <dsp:sp modelId="{D244FC92-50DD-43BA-8144-4D76AC95DDC9}">
      <dsp:nvSpPr>
        <dsp:cNvPr id="0" name=""/>
        <dsp:cNvSpPr/>
      </dsp:nvSpPr>
      <dsp:spPr>
        <a:xfrm>
          <a:off x="0" y="1522485"/>
          <a:ext cx="5115491" cy="918303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Enable features like </a:t>
          </a:r>
          <a:r>
            <a:rPr lang="en-IN" sz="2300" b="1" kern="1200"/>
            <a:t>headless mode</a:t>
          </a:r>
          <a:r>
            <a:rPr lang="en-IN" sz="2300" kern="1200"/>
            <a:t>, </a:t>
          </a:r>
          <a:r>
            <a:rPr lang="en-IN" sz="2300" b="1" kern="1200"/>
            <a:t>SSL certificate handling</a:t>
          </a:r>
          <a:r>
            <a:rPr lang="en-IN" sz="2300" kern="1200"/>
            <a:t>, etc.</a:t>
          </a:r>
          <a:endParaRPr lang="en-US" sz="2300" kern="1200"/>
        </a:p>
      </dsp:txBody>
      <dsp:txXfrm>
        <a:off x="44828" y="1567313"/>
        <a:ext cx="5025835" cy="828647"/>
      </dsp:txXfrm>
    </dsp:sp>
    <dsp:sp modelId="{D6A21677-FB30-4CE7-A9BB-CB96ADEBEFAD}">
      <dsp:nvSpPr>
        <dsp:cNvPr id="0" name=""/>
        <dsp:cNvSpPr/>
      </dsp:nvSpPr>
      <dsp:spPr>
        <a:xfrm>
          <a:off x="0" y="2507029"/>
          <a:ext cx="5115491" cy="918303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Required for </a:t>
          </a:r>
          <a:r>
            <a:rPr lang="en-IN" sz="2300" b="1" kern="1200"/>
            <a:t>remote execution</a:t>
          </a:r>
          <a:r>
            <a:rPr lang="en-IN" sz="2300" kern="1200"/>
            <a:t> (e.g., Selenium Grid, cloud platforms)</a:t>
          </a:r>
          <a:endParaRPr lang="en-US" sz="2300" kern="1200"/>
        </a:p>
      </dsp:txBody>
      <dsp:txXfrm>
        <a:off x="44828" y="2551857"/>
        <a:ext cx="5025835" cy="828647"/>
      </dsp:txXfrm>
    </dsp:sp>
    <dsp:sp modelId="{8FC49E09-969B-436E-8484-6B4FAE528AC0}">
      <dsp:nvSpPr>
        <dsp:cNvPr id="0" name=""/>
        <dsp:cNvSpPr/>
      </dsp:nvSpPr>
      <dsp:spPr>
        <a:xfrm>
          <a:off x="0" y="3491572"/>
          <a:ext cx="5115491" cy="918303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/>
            <a:t>Customize behavior for </a:t>
          </a:r>
          <a:r>
            <a:rPr lang="en-IN" sz="2300" b="1" kern="1200"/>
            <a:t>mobile devices</a:t>
          </a:r>
          <a:r>
            <a:rPr lang="en-IN" sz="2300" kern="1200"/>
            <a:t> in Appium</a:t>
          </a:r>
          <a:endParaRPr lang="en-US" sz="2300" kern="1200"/>
        </a:p>
      </dsp:txBody>
      <dsp:txXfrm>
        <a:off x="44828" y="3536400"/>
        <a:ext cx="5025835" cy="8286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ChevronBlockProcess">
  <dgm:title val="Chevron Block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28"/>
      <dgm:constr type="primFontSz" for="des" forName="desTx" refType="primFontSz" refFor="des" refForName="parTx" op="lte" fact="0.75"/>
      <dgm:constr type="h" for="des" forName="desTx" op="equ"/>
      <dgm:constr type="w" for="ch" forName="space" refType="w" op="equ" fact="-0.005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7">
          <dgm:if name="Name8" func="var" arg="dir" op="equ" val="norm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/>
              <dgm:constr type="w" for="ch" forName="desTx" refType="w" refFor="ch" refForName="parTx" fact="0.91"/>
              <dgm:constr type="t" for="ch" forName="desTx" refType="h" refFor="ch" refForName="parTx"/>
            </dgm:constrLst>
          </dgm:if>
          <dgm:else name="Name9">
            <dgm:constrLst>
              <dgm:constr type="l" for="ch" forName="parTx"/>
              <dgm:constr type="w" for="ch" forName="parTx" refType="w"/>
              <dgm:constr type="t" for="ch" forName="parTx"/>
              <dgm:constr type="l" for="ch" forName="desTx" refType="w" fact="0.09"/>
              <dgm:constr type="w" for="ch" forName="desTx" refType="w" refFor="ch" refForName="parTx" fact="0.91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choose name="Name10">
            <dgm:if name="Name11" func="var" arg="dir" op="equ" val="norm">
              <dgm:shape xmlns:r="http://schemas.openxmlformats.org/officeDocument/2006/relationships" type="chevron" r:blip="">
                <dgm:adjLst>
                  <dgm:adj idx="1" val="0.3"/>
                </dgm:adjLst>
              </dgm:shape>
            </dgm:if>
            <dgm:else name="Name12">
              <dgm:shape xmlns:r="http://schemas.openxmlformats.org/officeDocument/2006/relationships" rot="180" type="chevron" r:blip="">
                <dgm:adjLst/>
              </dgm:shape>
            </dgm:else>
          </dgm:choose>
          <dgm:presOf axis="self" ptType="node"/>
          <dgm:choose name="Name13">
            <dgm:if name="Name14" func="var" arg="dir" op="equ" val="norm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if>
            <dgm:else name="Name15">
              <dgm:constrLst>
                <dgm:constr type="h" refType="w" op="lte" fact="0.3"/>
                <dgm:constr type="h"/>
                <dgm:constr type="tMarg" refType="w" fact="0.105"/>
                <dgm:constr type="bMarg" refType="w" fact="0.105"/>
                <dgm:constr type="lMarg" refType="w" fact="0.105"/>
                <dgm:constr type="rMarg" refType="w" fact="0.105"/>
              </dgm:constrLst>
            </dgm:else>
          </dgm:choose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0"/>
            <dgm:constr type="tMarg" refType="w" fact="0.224"/>
            <dgm:constr type="bMarg" refType="w" fact="0.448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91ADC-A375-37E1-66D2-D1EDB7F9D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163A99-384C-F0BA-0D5F-DBDDFC2188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23E90-3C5A-60FE-6C37-9B3019C76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35384-D504-4597-9EC7-C1A3CD8E030D}" type="datetimeFigureOut">
              <a:rPr lang="en-IN" smtClean="0"/>
              <a:t>30-12-2025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49D4B-4039-1978-2BF7-F58445C9C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040A96-F151-B19E-16C4-924512B3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5F8E9-4972-4FB7-9055-835B97CFEB2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75904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DEDB4-8122-2331-A2F8-86BC0367F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7299E-2AED-12BB-0CA5-651235AD1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A2F87-7562-C742-B0A7-49B9C98AD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35384-D504-4597-9EC7-C1A3CD8E030D}" type="datetimeFigureOut">
              <a:rPr lang="en-IN" smtClean="0"/>
              <a:t>30-12-2025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98CE9F-20AC-DAAF-1BB4-A8A8EECAA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1BAF0-C32D-7E7E-1E68-6534F49B4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5F8E9-4972-4FB7-9055-835B97CFEB2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7057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8E9EB-29AD-FB82-BACB-34A670291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96D02-649D-5C48-B173-792DDE2ADB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4B953-8E55-BDF8-E15C-0D87CABC3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35384-D504-4597-9EC7-C1A3CD8E030D}" type="datetimeFigureOut">
              <a:rPr lang="en-IN" smtClean="0"/>
              <a:t>30-12-2025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53F27-D62F-CFCC-30CE-0696D52EB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DCCFE-D0CA-DE50-B4DA-7923208A3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5F8E9-4972-4FB7-9055-835B97CFEB2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6120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DB349-FE16-A73D-3A3E-BEAA5DDB6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AA3E4-CB45-DCE5-6BE8-9CE2D77CD0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E57FFB-DA90-E85E-8A4E-BF811062B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D78364-66B3-651E-242B-266920DD7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35384-D504-4597-9EC7-C1A3CD8E030D}" type="datetimeFigureOut">
              <a:rPr lang="en-IN" smtClean="0"/>
              <a:t>30-12-2025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2999B1-7680-5834-B86E-3F010FB53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071831-6D7A-7C23-C751-58737365F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5F8E9-4972-4FB7-9055-835B97CFEB2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0939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BC64D-882D-11BF-3CCF-A2857B6F5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7DBA9-596C-D0F0-04D6-C05C60B9B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B5048C-11F7-E9CE-9D41-7618A0CCE5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FF9B0B-082C-C981-B9B2-CEFA9AAE5E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4BA9CC-E016-EFFF-1CFC-97E7B70864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91F52F-3B82-0324-5C3F-1CAE4F2C2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35384-D504-4597-9EC7-C1A3CD8E030D}" type="datetimeFigureOut">
              <a:rPr lang="en-IN" smtClean="0"/>
              <a:t>30-12-2025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8C216D-0ECB-CDC4-EA24-9D7F68D99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05757A-3B5B-BEFD-E301-A955E8436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5F8E9-4972-4FB7-9055-835B97CFEB2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52677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B5895-8C87-BF91-D9C7-8A0F8F98F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573B5D-9FB4-7A4D-C9AD-F5D8058A4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35384-D504-4597-9EC7-C1A3CD8E030D}" type="datetimeFigureOut">
              <a:rPr lang="en-IN" smtClean="0"/>
              <a:t>30-12-2025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A780EA-1F5E-1818-569F-0AD300B4F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A7901E-1D5C-158C-58A8-095FFA8CE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5F8E9-4972-4FB7-9055-835B97CFEB2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0160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512CA3-8236-D61C-3B23-2D4C7B3F8E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35384-D504-4597-9EC7-C1A3CD8E030D}" type="datetimeFigureOut">
              <a:rPr lang="en-IN" smtClean="0"/>
              <a:t>30-12-2025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FAAD5A-36E4-86DE-624F-1670F4A8E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1EA826-8D2E-A727-D7DA-6BD3A1DBC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5F8E9-4972-4FB7-9055-835B97CFEB2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210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89F1D-2138-EE6B-ECDB-20D7994F2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5A534-2294-FAEF-FD0A-242ADF154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21600-2917-432C-DDF7-6FA095FC08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665669-002F-C199-BFAA-B7E945E81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35384-D504-4597-9EC7-C1A3CD8E030D}" type="datetimeFigureOut">
              <a:rPr lang="en-IN" smtClean="0"/>
              <a:t>30-12-2025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42543C-0FA3-5B1A-8D54-490CCFE99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E624EF-2429-714A-9E3C-739617452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5F8E9-4972-4FB7-9055-835B97CFEB2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0043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712A3-95E7-45F6-91EC-CDCE8F5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6832A9-E4CA-602E-008B-C537E4D583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634B1-3092-3602-A6B7-B02ABAE5F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873EC-F271-9FDB-1F3B-38A71F32A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35384-D504-4597-9EC7-C1A3CD8E030D}" type="datetimeFigureOut">
              <a:rPr lang="en-IN" smtClean="0"/>
              <a:t>30-12-2025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951B76-1464-C77C-C33E-10CD89CE4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1D7AD5-895D-71C5-EAAD-9E18D9827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5F8E9-4972-4FB7-9055-835B97CFEB2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9614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82605-8212-FF58-4B6F-7AE42039D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165FFD-5784-8AAC-8FF7-8C97A7715C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05208-6A97-1285-8339-566B04BE8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35384-D504-4597-9EC7-C1A3CD8E030D}" type="datetimeFigureOut">
              <a:rPr lang="en-IN" smtClean="0"/>
              <a:t>30-12-2025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F3D46-EB0B-274B-8029-BCA2EB827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E4C14-1ADB-C973-130F-69A25236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5F8E9-4972-4FB7-9055-835B97CFEB2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8679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9E884F-111A-0561-6F8D-73121B1697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7A3F74-F77F-46AA-0ADB-A4FCC1E7F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D15DE-4CFD-7ABC-0ED3-D4A284C75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35384-D504-4597-9EC7-C1A3CD8E030D}" type="datetimeFigureOut">
              <a:rPr lang="en-IN" smtClean="0"/>
              <a:t>30-12-2025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87217-5836-9F05-DEAC-26B67996E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6CB2A-FBBC-7158-B7F0-433E87568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5F8E9-4972-4FB7-9055-835B97CFEB2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5359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901006-B5A0-CFF6-6511-50F15D861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B9C26-1ADC-2118-6236-0426192E9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8479B-539D-7BC4-7860-0518681FDA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635384-D504-4597-9EC7-C1A3CD8E030D}" type="datetimeFigureOut">
              <a:rPr lang="en-IN" smtClean="0"/>
              <a:t>30-12-2025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1735F-E317-5455-2B62-EC53ADB192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DEC1A-2AFF-70AA-95E3-9BED45923C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B5F8E9-4972-4FB7-9055-835B97CFEB2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1482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maven.apache.org/download.cgi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://by.id/" TargetMode="External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://by.id/" TargetMode="External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checkbox.click/" TargetMode="Externa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://by.name/" TargetMode="External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box.click/" TargetMode="Externa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hyperlink" Target="https://example.com/" TargetMode="External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hyperlink" Target="https://example.com/" TargetMode="External"/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392DD0-75E9-1086-E9F1-AC6C47E818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2" y="639193"/>
            <a:ext cx="3571810" cy="3573516"/>
          </a:xfrm>
        </p:spPr>
        <p:txBody>
          <a:bodyPr>
            <a:normAutofit/>
          </a:bodyPr>
          <a:lstStyle/>
          <a:p>
            <a:pPr algn="l"/>
            <a:r>
              <a:rPr lang="en-GB" sz="5600" dirty="0"/>
              <a:t>Test Automation</a:t>
            </a:r>
            <a:endParaRPr lang="en-IN" sz="5600" dirty="0"/>
          </a:p>
        </p:txBody>
      </p:sp>
      <p:sp>
        <p:nvSpPr>
          <p:cNvPr id="5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A group of logos on a black background&#10;&#10;AI-generated content may be incorrect.">
            <a:extLst>
              <a:ext uri="{FF2B5EF4-FFF2-40B4-BE49-F238E27FC236}">
                <a16:creationId xmlns:a16="http://schemas.microsoft.com/office/drawing/2014/main" id="{7736EE59-07C5-F2FE-06C2-33ABB9C9C5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639194"/>
            <a:ext cx="7476424" cy="5364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923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53CF00F-82D0-0DBA-75D5-1D01B4526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895328-15AC-EB5C-A8FF-FA8EEE7A9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45037" cy="1133856"/>
          </a:xfrm>
        </p:spPr>
        <p:txBody>
          <a:bodyPr anchor="t">
            <a:normAutofit/>
          </a:bodyPr>
          <a:lstStyle/>
          <a:p>
            <a:r>
              <a:rPr lang="en-GB" dirty="0"/>
              <a:t>Automation Testing</a:t>
            </a: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99B3921-1F38-2669-3EFF-3D8A2620FA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9582279"/>
              </p:ext>
            </p:extLst>
          </p:nvPr>
        </p:nvGraphicFramePr>
        <p:xfrm>
          <a:off x="612648" y="1881051"/>
          <a:ext cx="10945037" cy="441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546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F8BE9A2-8956-141B-BFE6-C607C93D8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B81AF5-DB01-9587-81AD-D80950A5A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4" y="4837132"/>
            <a:ext cx="4705097" cy="1615684"/>
          </a:xfrm>
        </p:spPr>
        <p:txBody>
          <a:bodyPr>
            <a:normAutofit/>
          </a:bodyPr>
          <a:lstStyle/>
          <a:p>
            <a:r>
              <a:rPr lang="en-GB" dirty="0"/>
              <a:t>Objectives of Automation Testing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D44E59-D574-F388-91F7-FDDB2A375D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045" b="1"/>
          <a:stretch>
            <a:fillRect/>
          </a:stretch>
        </p:blipFill>
        <p:spPr>
          <a:xfrm>
            <a:off x="20" y="10"/>
            <a:ext cx="12191980" cy="455777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FD5A1-60B0-F83C-BCFD-01E040E6E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9333" y="4837132"/>
            <a:ext cx="5753567" cy="1615684"/>
          </a:xfrm>
        </p:spPr>
        <p:txBody>
          <a:bodyPr>
            <a:noAutofit/>
          </a:bodyPr>
          <a:lstStyle/>
          <a:p>
            <a:r>
              <a:rPr lang="en-GB" sz="2000" dirty="0"/>
              <a:t>Improve test efficiency and accuracy</a:t>
            </a:r>
          </a:p>
          <a:p>
            <a:r>
              <a:rPr lang="en-GB" sz="2000" dirty="0"/>
              <a:t>Enable faster feedback during development</a:t>
            </a:r>
          </a:p>
          <a:p>
            <a:r>
              <a:rPr lang="en-GB" sz="2000" dirty="0"/>
              <a:t>Enhance test coverage across platforms and configurations</a:t>
            </a:r>
          </a:p>
          <a:p>
            <a:r>
              <a:rPr lang="en-GB" sz="2000" dirty="0"/>
              <a:t>Reduce manual effort and human error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767501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518388-BC57-5AFC-47F5-BD4559B75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Tools for Automation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47BD0E-1EC0-686E-0F76-22B60A13BE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6323" y="1675227"/>
            <a:ext cx="9399354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864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198AB7-33A1-F15B-0BCA-1A6042875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GB" sz="4000" dirty="0"/>
              <a:t>When to Automate</a:t>
            </a:r>
            <a:endParaRPr lang="en-IN" sz="4000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99C0757A-2896-0CC9-C38A-B29571E0B9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3430897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17403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88BA58-264E-91A6-31D0-6838D10CD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GB" sz="4000" dirty="0"/>
              <a:t>Selenium</a:t>
            </a:r>
            <a:endParaRPr lang="en-IN" sz="40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CFFA34F-CB6D-DCF5-B1D2-374AA9BFD1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0122833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4130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06BC4A-2DAE-8875-72E6-4B6DF186D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GB" sz="4000" dirty="0"/>
              <a:t>Why Selenium?</a:t>
            </a:r>
            <a:endParaRPr lang="en-IN" sz="40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F90C6D-08B1-748D-162D-18147535BC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682934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21983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3385BD-6882-6069-5352-FF6B8F39E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Evolution of Selenium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EAD5A1-4D00-0CC5-845D-28E06427AC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910501"/>
            <a:ext cx="6780700" cy="5034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687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531F9-F363-2A0E-CA17-F2EFCCE3F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446314"/>
            <a:ext cx="11049000" cy="5730649"/>
          </a:xfrm>
        </p:spPr>
        <p:txBody>
          <a:bodyPr>
            <a:normAutofit fontScale="92500" lnSpcReduction="20000"/>
          </a:bodyPr>
          <a:lstStyle/>
          <a:p>
            <a:pPr algn="l" rtl="0" fontAlgn="base">
              <a:buNone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2004 – Selenium Core (Original Selenium)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​</a:t>
            </a:r>
            <a:endParaRPr lang="en-IN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Invented by: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 Jason Huggins at </a:t>
            </a: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ThoughtWorks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.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Purpose: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 Automated testing of web applications using JavaScript.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How it worked: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 Injected JavaScript into the browser to simulate user actions.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Limitation: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 Same-Origin Policy restrictions — couldn’t access elements from different domains.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​</a:t>
            </a:r>
            <a:endParaRPr lang="en-IN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None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🔸 2005 – Selenium RC (Remote Control)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​</a:t>
            </a:r>
            <a:endParaRPr lang="en-IN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Improved by: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 Paul Hammant (ThoughtWorks).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What it introduced: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 A </a:t>
            </a: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proxy server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 to overcome Same-Origin Policy.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Key Feature: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 Allowed writing test scripts in </a:t>
            </a: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multiple languages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: Java, C#, Python, PHP, etc.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Limitation: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 Slower execution due to the proxy layer.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​</a:t>
            </a:r>
            <a:endParaRPr lang="en-IN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None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🔸 2006 – Selenium IDE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​</a:t>
            </a:r>
            <a:endParaRPr lang="en-IN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Created by: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 Shinya Kasatani (Japan).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Type: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 Firefox/Chrome browser extension.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Purpose: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 Record-and-playback tool for test scripts.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Ideal For: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 Beginners and quick test creation.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Limitation: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 Limited to Firefox/Chrome and not suitable for complex test cases.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3036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2ED1A-21E9-23F5-B34E-9CAD792B8C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57" y="283029"/>
            <a:ext cx="11244943" cy="5893934"/>
          </a:xfrm>
        </p:spPr>
        <p:txBody>
          <a:bodyPr>
            <a:normAutofit fontScale="92500" lnSpcReduction="20000"/>
          </a:bodyPr>
          <a:lstStyle/>
          <a:p>
            <a:pPr algn="l" rtl="0" fontAlgn="base">
              <a:buNone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 2008 – Selenium WebDriver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​</a:t>
            </a:r>
            <a:endParaRPr lang="en-IN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Led by: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 Simon Stewart (Google).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Major Breakthrough: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 Directly controls browser using native automation libraries.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Advantage: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 No proxy required; </a:t>
            </a: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faster, more stable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 tests.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Supported Browsers: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 Chrome, Firefox, Edge, Safari, Opera, etc.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Became Industry Standard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 and </a:t>
            </a: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replaced Selenium RC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.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​</a:t>
            </a:r>
            <a:endParaRPr lang="en-IN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None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🔸 2011 – Selenium 2.0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​</a:t>
            </a:r>
            <a:endParaRPr lang="en-IN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Merge of: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 Selenium WebDriver + Selenium RC.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RC officially deprecated.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​</a:t>
            </a:r>
            <a:endParaRPr lang="en-IN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WebDriver became the </a:t>
            </a: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core API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.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Improved support for dynamic content, AJAX, modern web apps.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​</a:t>
            </a:r>
            <a:endParaRPr lang="en-IN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None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🔸 2016 – Selenium 3.0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​</a:t>
            </a:r>
            <a:endParaRPr lang="en-IN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Enhancements: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​</a:t>
            </a:r>
            <a:endParaRPr lang="en-IN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Fully removed Selenium RC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Focus on stability and browser compatibility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Introduced </a:t>
            </a: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W3C WebDriver protocol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 (early adoption)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Font typeface="Arial" panose="020B0604020202020204" pitchFamily="34" charset="0"/>
              <a:buChar char="•"/>
            </a:pP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Support for major browsers through their </a:t>
            </a:r>
            <a:r>
              <a:rPr lang="en-IN" sz="1800" b="1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native drivers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 (like </a:t>
            </a:r>
            <a:r>
              <a:rPr lang="en-IN" sz="1800" b="0" i="0" u="none" strike="noStrike" dirty="0" err="1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chromedriver</a:t>
            </a:r>
            <a:r>
              <a:rPr lang="en-IN" sz="1800" b="0" i="0" u="none" strike="noStrike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, geckodriver)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Rockwell" panose="02060603020205020403" pitchFamily="18" charset="0"/>
              </a:rPr>
              <a:t>​</a:t>
            </a:r>
            <a:endParaRPr lang="en-US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1465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EFF4653A-1A46-5484-4DAB-25403B1924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4" r="5789"/>
          <a:stretch>
            <a:fillRect/>
          </a:stretch>
        </p:blipFill>
        <p:spPr bwMode="auto">
          <a:xfrm>
            <a:off x="19" y="-1"/>
            <a:ext cx="5693209" cy="6856413"/>
          </a:xfrm>
          <a:custGeom>
            <a:avLst/>
            <a:gdLst/>
            <a:ahLst/>
            <a:cxnLst/>
            <a:rect l="l" t="t" r="r" b="b"/>
            <a:pathLst>
              <a:path w="4143564" h="6856413">
                <a:moveTo>
                  <a:pt x="0" y="0"/>
                </a:moveTo>
                <a:lnTo>
                  <a:pt x="4141667" y="0"/>
                </a:lnTo>
                <a:lnTo>
                  <a:pt x="4141086" y="145208"/>
                </a:lnTo>
                <a:cubicBezTo>
                  <a:pt x="4109790" y="1611281"/>
                  <a:pt x="3796834" y="3077353"/>
                  <a:pt x="4047199" y="4543426"/>
                </a:cubicBezTo>
                <a:cubicBezTo>
                  <a:pt x="4172382" y="5276463"/>
                  <a:pt x="4156734" y="6009499"/>
                  <a:pt x="4105878" y="6742536"/>
                </a:cubicBezTo>
                <a:lnTo>
                  <a:pt x="4096763" y="6856413"/>
                </a:lnTo>
                <a:lnTo>
                  <a:pt x="0" y="6856413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E0FE5-FD41-E2FD-0F91-9EE0AB68A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6743" y="647700"/>
            <a:ext cx="5112657" cy="5557838"/>
          </a:xfrm>
        </p:spPr>
        <p:txBody>
          <a:bodyPr anchor="ctr">
            <a:noAutofit/>
          </a:bodyPr>
          <a:lstStyle/>
          <a:p>
            <a:pPr rtl="0" fontAlgn="base">
              <a:buNone/>
            </a:pPr>
            <a:r>
              <a:rPr lang="en-US" sz="1800" b="1" i="0" u="none" strike="noStrike" dirty="0">
                <a:effectLst/>
                <a:latin typeface="Rockwell" panose="02060603020205020403" pitchFamily="18" charset="0"/>
              </a:rPr>
              <a:t> 2021 – Selenium 4.0 (Latest Major Version)</a:t>
            </a:r>
            <a:r>
              <a:rPr lang="en-US" sz="1800" b="0" i="0" dirty="0">
                <a:effectLst/>
                <a:latin typeface="Rockwell" panose="02060603020205020403" pitchFamily="18" charset="0"/>
              </a:rPr>
              <a:t>​</a:t>
            </a:r>
            <a:endParaRPr lang="en-US" sz="1800" b="0" i="0" dirty="0">
              <a:effectLst/>
              <a:latin typeface="Arial" panose="020B0604020202020204" pitchFamily="34" charset="0"/>
            </a:endParaRPr>
          </a:p>
          <a:p>
            <a:pPr rtl="0" fontAlgn="base">
              <a:buNone/>
            </a:pPr>
            <a:r>
              <a:rPr lang="en-US" sz="1800" b="0" i="0" dirty="0">
                <a:effectLst/>
                <a:latin typeface="Rockwell" panose="02060603020205020403" pitchFamily="18" charset="0"/>
              </a:rPr>
              <a:t>​</a:t>
            </a:r>
            <a:endParaRPr lang="en-US" sz="1800" b="0" i="0" dirty="0">
              <a:effectLst/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800" b="1" i="0" u="none" strike="noStrike" dirty="0">
                <a:effectLst/>
                <a:latin typeface="Rockwell" panose="02060603020205020403" pitchFamily="18" charset="0"/>
              </a:rPr>
              <a:t>Officially released:</a:t>
            </a:r>
            <a:r>
              <a:rPr lang="en-US" sz="1800" b="0" i="0" u="none" strike="noStrike" dirty="0">
                <a:effectLst/>
                <a:latin typeface="Rockwell" panose="02060603020205020403" pitchFamily="18" charset="0"/>
              </a:rPr>
              <a:t> October 2021</a:t>
            </a:r>
            <a:r>
              <a:rPr lang="en-US" sz="1800" b="0" i="0" dirty="0">
                <a:effectLst/>
                <a:latin typeface="Rockwell" panose="02060603020205020403" pitchFamily="18" charset="0"/>
              </a:rPr>
              <a:t>​</a:t>
            </a:r>
            <a:endParaRPr lang="en-US" sz="1800" b="0" i="0" dirty="0">
              <a:effectLst/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800" b="1" i="0" u="none" strike="noStrike" dirty="0">
                <a:effectLst/>
                <a:latin typeface="Rockwell" panose="02060603020205020403" pitchFamily="18" charset="0"/>
              </a:rPr>
              <a:t>Key Features:</a:t>
            </a:r>
            <a:r>
              <a:rPr lang="en-US" sz="1800" b="0" i="0" dirty="0">
                <a:effectLst/>
                <a:latin typeface="Rockwell" panose="02060603020205020403" pitchFamily="18" charset="0"/>
              </a:rPr>
              <a:t>​</a:t>
            </a:r>
            <a:endParaRPr lang="en-US" sz="1800" b="0" i="0" dirty="0">
              <a:effectLst/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effectLst/>
                <a:latin typeface="Rockwell" panose="02060603020205020403" pitchFamily="18" charset="0"/>
              </a:rPr>
              <a:t>Full adoption of </a:t>
            </a:r>
            <a:r>
              <a:rPr lang="en-US" sz="1800" b="1" i="0" u="none" strike="noStrike" dirty="0">
                <a:effectLst/>
                <a:latin typeface="Rockwell" panose="02060603020205020403" pitchFamily="18" charset="0"/>
              </a:rPr>
              <a:t>W3C WebDriver</a:t>
            </a:r>
            <a:r>
              <a:rPr lang="en-US" sz="1800" b="0" i="0" u="none" strike="noStrike" dirty="0">
                <a:effectLst/>
                <a:latin typeface="Rockwell" panose="02060603020205020403" pitchFamily="18" charset="0"/>
              </a:rPr>
              <a:t> standard</a:t>
            </a:r>
            <a:r>
              <a:rPr lang="en-US" sz="1800" b="0" i="0" dirty="0">
                <a:effectLst/>
                <a:latin typeface="Rockwell" panose="02060603020205020403" pitchFamily="18" charset="0"/>
              </a:rPr>
              <a:t>​</a:t>
            </a:r>
            <a:endParaRPr lang="en-US" sz="1800" b="0" i="0" dirty="0">
              <a:effectLst/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effectLst/>
                <a:latin typeface="Rockwell" panose="02060603020205020403" pitchFamily="18" charset="0"/>
              </a:rPr>
              <a:t>Improved </a:t>
            </a:r>
            <a:r>
              <a:rPr lang="en-US" sz="1800" b="1" i="0" u="none" strike="noStrike" dirty="0">
                <a:effectLst/>
                <a:latin typeface="Rockwell" panose="02060603020205020403" pitchFamily="18" charset="0"/>
              </a:rPr>
              <a:t>Selenium Grid 4</a:t>
            </a:r>
            <a:r>
              <a:rPr lang="en-US" sz="1800" b="0" i="0" u="none" strike="noStrike" dirty="0">
                <a:effectLst/>
                <a:latin typeface="Rockwell" panose="02060603020205020403" pitchFamily="18" charset="0"/>
              </a:rPr>
              <a:t> with Docker and distributed architecture</a:t>
            </a:r>
            <a:r>
              <a:rPr lang="en-US" sz="1800" b="0" i="0" dirty="0">
                <a:effectLst/>
                <a:latin typeface="Rockwell" panose="02060603020205020403" pitchFamily="18" charset="0"/>
              </a:rPr>
              <a:t>​</a:t>
            </a:r>
            <a:endParaRPr lang="en-US" sz="1800" b="0" i="0" dirty="0">
              <a:effectLst/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800" b="1" i="0" u="none" strike="noStrike" dirty="0">
                <a:effectLst/>
                <a:latin typeface="Rockwell" panose="02060603020205020403" pitchFamily="18" charset="0"/>
              </a:rPr>
              <a:t>Relative Locators</a:t>
            </a:r>
            <a:r>
              <a:rPr lang="en-US" sz="1800" b="0" i="0" u="none" strike="noStrike" dirty="0">
                <a:effectLst/>
                <a:latin typeface="Rockwell" panose="02060603020205020403" pitchFamily="18" charset="0"/>
              </a:rPr>
              <a:t> (e.g., above(), below(), near())</a:t>
            </a:r>
            <a:r>
              <a:rPr lang="en-US" sz="1800" b="0" i="0" dirty="0">
                <a:effectLst/>
                <a:latin typeface="Rockwell" panose="02060603020205020403" pitchFamily="18" charset="0"/>
              </a:rPr>
              <a:t>​</a:t>
            </a:r>
            <a:endParaRPr lang="en-US" sz="1800" b="0" i="0" dirty="0">
              <a:effectLst/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800" b="1" i="0" u="none" strike="noStrike" dirty="0">
                <a:effectLst/>
                <a:latin typeface="Rockwell" panose="02060603020205020403" pitchFamily="18" charset="0"/>
              </a:rPr>
              <a:t>DevTools integration</a:t>
            </a:r>
            <a:r>
              <a:rPr lang="en-US" sz="1800" b="0" i="0" u="none" strike="noStrike" dirty="0">
                <a:effectLst/>
                <a:latin typeface="Rockwell" panose="02060603020205020403" pitchFamily="18" charset="0"/>
              </a:rPr>
              <a:t> (for network interception,performance monitoring)</a:t>
            </a:r>
            <a:r>
              <a:rPr lang="en-US" sz="1800" b="0" i="0" dirty="0">
                <a:effectLst/>
                <a:latin typeface="Rockwell" panose="02060603020205020403" pitchFamily="18" charset="0"/>
              </a:rPr>
              <a:t>​</a:t>
            </a:r>
            <a:endParaRPr lang="en-US" sz="1800" b="0" i="0" dirty="0">
              <a:effectLst/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effectLst/>
                <a:latin typeface="Rockwell" panose="02060603020205020403" pitchFamily="18" charset="0"/>
              </a:rPr>
              <a:t>Better support for modern browsers and parallelexecution</a:t>
            </a:r>
            <a:r>
              <a:rPr lang="en-US" sz="1800" b="0" i="0" dirty="0">
                <a:effectLst/>
                <a:latin typeface="Rockwell" panose="02060603020205020403" pitchFamily="18" charset="0"/>
              </a:rPr>
              <a:t>​</a:t>
            </a:r>
            <a:endParaRPr lang="en-US" sz="1800" b="0" i="0" dirty="0">
              <a:effectLst/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en-US" sz="1800" b="1" i="0" u="none" strike="noStrike" dirty="0">
                <a:effectLst/>
                <a:latin typeface="Rockwell" panose="02060603020205020403" pitchFamily="18" charset="0"/>
              </a:rPr>
              <a:t>Selenium IDE</a:t>
            </a:r>
            <a:r>
              <a:rPr lang="en-US" sz="1800" b="0" i="0" u="none" strike="noStrike" dirty="0">
                <a:effectLst/>
                <a:latin typeface="Rockwell" panose="02060603020205020403" pitchFamily="18" charset="0"/>
              </a:rPr>
              <a:t> was revamped and re-released</a:t>
            </a:r>
            <a:r>
              <a:rPr lang="en-US" sz="1800" b="0" i="0" dirty="0">
                <a:effectLst/>
                <a:latin typeface="Rockwell" panose="02060603020205020403" pitchFamily="18" charset="0"/>
              </a:rPr>
              <a:t>​</a:t>
            </a:r>
            <a:endParaRPr lang="en-US" sz="1800" b="0" i="0" dirty="0">
              <a:effectLst/>
              <a:latin typeface="Arial" panose="020B0604020202020204" pitchFamily="34" charset="0"/>
            </a:endParaRP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480912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DD1D22E-5996-E45B-92B2-659F701A4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D819E7-F0F9-E213-D319-442AF3B14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9" y="548639"/>
            <a:ext cx="3977640" cy="5719640"/>
          </a:xfrm>
        </p:spPr>
        <p:txBody>
          <a:bodyPr anchor="t">
            <a:normAutofit/>
          </a:bodyPr>
          <a:lstStyle/>
          <a:p>
            <a:r>
              <a:rPr lang="en-GB" dirty="0"/>
              <a:t>Components of Selenium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63A4D-1019-21CE-D801-66C60AABD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7542" y="548639"/>
            <a:ext cx="6189780" cy="5861304"/>
          </a:xfrm>
        </p:spPr>
        <p:txBody>
          <a:bodyPr anchor="t">
            <a:normAutofit/>
          </a:bodyPr>
          <a:lstStyle/>
          <a:p>
            <a:pPr>
              <a:buNone/>
            </a:pPr>
            <a:r>
              <a:rPr lang="en-GB" sz="2200" b="1" dirty="0"/>
              <a:t>Selenium IDE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200" b="1" dirty="0"/>
              <a:t>Integrated Development Environment</a:t>
            </a:r>
            <a:r>
              <a:rPr lang="en-GB" sz="2200" dirty="0"/>
              <a:t> for Selenium scripts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200" dirty="0"/>
              <a:t>Firefox/Chrome plugin for </a:t>
            </a:r>
            <a:r>
              <a:rPr lang="en-GB" sz="2200" b="1" dirty="0"/>
              <a:t>recording and playback</a:t>
            </a:r>
            <a:endParaRPr lang="en-GB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200" dirty="0"/>
              <a:t>Ideal for </a:t>
            </a:r>
            <a:r>
              <a:rPr lang="en-GB" sz="2200" b="1" dirty="0"/>
              <a:t>beginners and exploratory testing</a:t>
            </a:r>
            <a:endParaRPr lang="en-GB" sz="22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200" dirty="0"/>
              <a:t>Supports exporting scripts to various languages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200" dirty="0"/>
          </a:p>
          <a:p>
            <a:pPr>
              <a:buNone/>
            </a:pPr>
            <a:r>
              <a:rPr lang="en-GB" sz="2200" b="1" dirty="0"/>
              <a:t>Selenium Remote Control (RC)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200" dirty="0"/>
              <a:t>Allows writing tests in multiple languages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200" dirty="0"/>
              <a:t>Uses a </a:t>
            </a:r>
            <a:r>
              <a:rPr lang="en-GB" sz="2200" b="1" dirty="0"/>
              <a:t>server as a middle layer</a:t>
            </a:r>
            <a:r>
              <a:rPr lang="en-GB" sz="2200" dirty="0"/>
              <a:t> between test scripts and browser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200" dirty="0"/>
              <a:t>Now deprecated in favor of WebDriver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200" dirty="0"/>
              <a:t>Useful for legacy systems and historical context</a:t>
            </a:r>
          </a:p>
          <a:p>
            <a:pPr>
              <a:buFont typeface="Arial" panose="020B0604020202020204" pitchFamily="34" charset="0"/>
              <a:buChar char="•"/>
            </a:pPr>
            <a:endParaRPr lang="en-GB" sz="2200" dirty="0"/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27910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DD1D22E-5996-E45B-92B2-659F701A4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891401-E3B3-AE1E-7F29-17CB5D3E0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9" y="548639"/>
            <a:ext cx="3977640" cy="5719640"/>
          </a:xfrm>
        </p:spPr>
        <p:txBody>
          <a:bodyPr anchor="t">
            <a:normAutofit/>
          </a:bodyPr>
          <a:lstStyle/>
          <a:p>
            <a:r>
              <a:rPr lang="en-GB" dirty="0"/>
              <a:t>Components of Selenium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6C0DAC-6DAF-8BB1-17AE-E350477A9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7542" y="548639"/>
            <a:ext cx="6189780" cy="5861304"/>
          </a:xfrm>
        </p:spPr>
        <p:txBody>
          <a:bodyPr anchor="t">
            <a:normAutofit/>
          </a:bodyPr>
          <a:lstStyle/>
          <a:p>
            <a:pPr>
              <a:buNone/>
            </a:pPr>
            <a:r>
              <a:rPr lang="en-IN" sz="2000" b="1" dirty="0"/>
              <a:t>Selenium WebDriver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Directly communicates with browsers using native APIs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Supports </a:t>
            </a:r>
            <a:r>
              <a:rPr lang="en-IN" sz="2000" b="1" dirty="0"/>
              <a:t>Java, Python, C#, Ruby, JavaScript</a:t>
            </a:r>
            <a:endParaRPr lang="en-IN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More robust and faster than RC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Backbone of modern Selenium automation frameworks</a:t>
            </a:r>
          </a:p>
          <a:p>
            <a:endParaRPr lang="en-IN" sz="2000" dirty="0"/>
          </a:p>
          <a:p>
            <a:pPr>
              <a:buNone/>
            </a:pPr>
            <a:r>
              <a:rPr lang="en-GB" sz="2000" b="1" dirty="0"/>
              <a:t>Selenium Grid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Enables </a:t>
            </a:r>
            <a:r>
              <a:rPr lang="en-GB" sz="2000" b="1" dirty="0"/>
              <a:t>distributed test execution</a:t>
            </a:r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Runs tests in </a:t>
            </a:r>
            <a:r>
              <a:rPr lang="en-GB" sz="2000" b="1" dirty="0"/>
              <a:t>parallel</a:t>
            </a:r>
            <a:r>
              <a:rPr lang="en-GB" sz="2000" dirty="0"/>
              <a:t> across multiple machines and browsers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Ideal for </a:t>
            </a:r>
            <a:r>
              <a:rPr lang="en-GB" sz="2000" b="1" dirty="0"/>
              <a:t>cross-browser and cross-platform testing</a:t>
            </a:r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Reduces overall test execution time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789766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512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0BC139A-DCE2-F419-BD29-D0D1E2D7DB8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46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1382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36A1C8-779C-9401-EE13-585BFB0C7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Selenium Supported Languages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31DE4283-6815-E520-F6C6-DB885411A61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77316" y="1232584"/>
            <a:ext cx="6780700" cy="4390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75069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CB7988-78F0-DE12-BE46-52E10E387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3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Cross Browser Compatibility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5B3A7FFF-8A79-1436-C1CC-AD45C88B691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77316" y="1410577"/>
            <a:ext cx="6780700" cy="4034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57453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81128F-D761-63A3-CBD3-149BDC8CD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3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Cross Platform Compatibility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7F3C280B-1E41-DD43-0BBB-1B39E00C12E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77316" y="978308"/>
            <a:ext cx="6780700" cy="4899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17995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0DC1B0-7E1A-BD02-3F93-19E6B1B75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EF2C8E-A30C-AED9-571F-50AE1D344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48638"/>
            <a:ext cx="3493008" cy="5788152"/>
          </a:xfrm>
        </p:spPr>
        <p:txBody>
          <a:bodyPr anchor="ctr">
            <a:normAutofit/>
          </a:bodyPr>
          <a:lstStyle/>
          <a:p>
            <a:r>
              <a:rPr lang="en-GB" sz="4000" dirty="0"/>
              <a:t>Selenium WebDriver</a:t>
            </a:r>
            <a:endParaRPr lang="en-IN" sz="40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F59D13-5990-4C10-1BE0-318BF697EE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2787437"/>
              </p:ext>
            </p:extLst>
          </p:nvPr>
        </p:nvGraphicFramePr>
        <p:xfrm>
          <a:off x="4608246" y="548640"/>
          <a:ext cx="6949440" cy="578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66703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3867147-1C83-BF71-39B0-B590EE7F3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6A44F0-8E3A-78F9-19F1-DA189C893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621" y="401901"/>
            <a:ext cx="10872216" cy="1133856"/>
          </a:xfrm>
        </p:spPr>
        <p:txBody>
          <a:bodyPr anchor="t">
            <a:normAutofit/>
          </a:bodyPr>
          <a:lstStyle/>
          <a:p>
            <a:r>
              <a:rPr lang="en-GB" dirty="0"/>
              <a:t>How Selenium WebDriver works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F22F80-8A22-282F-365B-3023077AA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18" y="1246414"/>
            <a:ext cx="6549000" cy="436517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7ADA3-89D7-97CC-BE00-B9306F909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0636" y="1349829"/>
            <a:ext cx="4988662" cy="5340531"/>
          </a:xfrm>
        </p:spPr>
        <p:txBody>
          <a:bodyPr anchor="t">
            <a:normAutofit/>
          </a:bodyPr>
          <a:lstStyle/>
          <a:p>
            <a:pPr fontAlgn="base">
              <a:spcBef>
                <a:spcPts val="1800"/>
              </a:spcBef>
              <a:buFont typeface="+mj-lt"/>
              <a:buAutoNum type="arabicPeriod"/>
            </a:pPr>
            <a:r>
              <a:rPr lang="en-GB" sz="2400" b="1" i="0" dirty="0">
                <a:effectLst/>
                <a:latin typeface="-apple-system"/>
              </a:rPr>
              <a:t>Test script</a:t>
            </a:r>
            <a:r>
              <a:rPr lang="en-GB" sz="2400" b="0" i="0" dirty="0">
                <a:effectLst/>
                <a:latin typeface="-apple-system"/>
              </a:rPr>
              <a:t> is written using Selenium Client Libraries.</a:t>
            </a:r>
          </a:p>
          <a:p>
            <a:pPr fontAlgn="base">
              <a:spcBef>
                <a:spcPts val="1800"/>
              </a:spcBef>
              <a:buFont typeface="+mj-lt"/>
              <a:buAutoNum type="arabicPeriod"/>
            </a:pPr>
            <a:r>
              <a:rPr lang="en-GB" sz="2400" b="0" i="0" dirty="0">
                <a:effectLst/>
                <a:latin typeface="-apple-system"/>
              </a:rPr>
              <a:t>Commands are sent via </a:t>
            </a:r>
            <a:r>
              <a:rPr lang="en-GB" sz="2400" b="1" i="0" dirty="0">
                <a:effectLst/>
                <a:latin typeface="-apple-system"/>
              </a:rPr>
              <a:t>HTTP requests (JSON Wire Protocol/W3C WebDriver Protocol)</a:t>
            </a:r>
            <a:r>
              <a:rPr lang="en-GB" sz="2400" b="0" i="0" dirty="0">
                <a:effectLst/>
                <a:latin typeface="-apple-system"/>
              </a:rPr>
              <a:t> to the appropriate </a:t>
            </a:r>
            <a:r>
              <a:rPr lang="en-GB" sz="2400" b="1" i="0" dirty="0">
                <a:effectLst/>
                <a:latin typeface="-apple-system"/>
              </a:rPr>
              <a:t>Browser Driver</a:t>
            </a:r>
            <a:r>
              <a:rPr lang="en-GB" sz="2400" b="0" i="0" dirty="0">
                <a:effectLst/>
                <a:latin typeface="-apple-system"/>
              </a:rPr>
              <a:t>.</a:t>
            </a:r>
          </a:p>
          <a:p>
            <a:pPr fontAlgn="base">
              <a:spcBef>
                <a:spcPts val="1800"/>
              </a:spcBef>
              <a:buFont typeface="+mj-lt"/>
              <a:buAutoNum type="arabicPeriod"/>
            </a:pPr>
            <a:r>
              <a:rPr lang="en-GB" sz="2400" b="0" i="0" dirty="0">
                <a:effectLst/>
                <a:latin typeface="-apple-system"/>
              </a:rPr>
              <a:t>The </a:t>
            </a:r>
            <a:r>
              <a:rPr lang="en-GB" sz="2400" b="1" i="0" dirty="0">
                <a:effectLst/>
                <a:latin typeface="-apple-system"/>
              </a:rPr>
              <a:t>Browser Driver</a:t>
            </a:r>
            <a:r>
              <a:rPr lang="en-GB" sz="2400" b="0" i="0" dirty="0">
                <a:effectLst/>
                <a:latin typeface="-apple-system"/>
              </a:rPr>
              <a:t> communicates with the </a:t>
            </a:r>
            <a:r>
              <a:rPr lang="en-GB" sz="2400" b="1" i="0" dirty="0">
                <a:effectLst/>
                <a:latin typeface="-apple-system"/>
              </a:rPr>
              <a:t>Browser</a:t>
            </a:r>
            <a:r>
              <a:rPr lang="en-GB" sz="2400" b="0" i="0" dirty="0">
                <a:effectLst/>
                <a:latin typeface="-apple-system"/>
              </a:rPr>
              <a:t>, performs the requested action, and sends the response back.</a:t>
            </a:r>
          </a:p>
          <a:p>
            <a:pPr fontAlgn="base">
              <a:spcBef>
                <a:spcPts val="1800"/>
              </a:spcBef>
              <a:buFont typeface="+mj-lt"/>
              <a:buAutoNum type="arabicPeriod"/>
            </a:pPr>
            <a:r>
              <a:rPr lang="en-GB" sz="2400" b="0" i="0" dirty="0">
                <a:effectLst/>
                <a:latin typeface="-apple-system"/>
              </a:rPr>
              <a:t>The </a:t>
            </a:r>
            <a:r>
              <a:rPr lang="en-GB" sz="2400" b="1" i="0" dirty="0">
                <a:effectLst/>
                <a:latin typeface="-apple-system"/>
              </a:rPr>
              <a:t>Client Library</a:t>
            </a:r>
            <a:r>
              <a:rPr lang="en-GB" sz="2400" b="0" i="0" dirty="0">
                <a:effectLst/>
                <a:latin typeface="-apple-system"/>
              </a:rPr>
              <a:t> receives the response and proceeds with the next command in the script.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560806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3867147-1C83-BF71-39B0-B590EE7F3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12B1EB-6073-5669-B406-39FB83268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48640"/>
            <a:ext cx="10872216" cy="1133856"/>
          </a:xfrm>
        </p:spPr>
        <p:txBody>
          <a:bodyPr anchor="t">
            <a:normAutofit/>
          </a:bodyPr>
          <a:lstStyle/>
          <a:p>
            <a:r>
              <a:rPr lang="en-GB" sz="4100" dirty="0"/>
              <a:t>Setting Up Eclipse, JDK, and Selenium Webdriver</a:t>
            </a:r>
            <a:endParaRPr lang="en-IN" sz="4100" dirty="0"/>
          </a:p>
        </p:txBody>
      </p:sp>
      <p:pic>
        <p:nvPicPr>
          <p:cNvPr id="7" name="Graphic 6" descr="Download">
            <a:extLst>
              <a:ext uri="{FF2B5EF4-FFF2-40B4-BE49-F238E27FC236}">
                <a16:creationId xmlns:a16="http://schemas.microsoft.com/office/drawing/2014/main" id="{C42E2D91-AF96-9AEA-2114-D7AC866784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5106" y="1563623"/>
            <a:ext cx="4539813" cy="453981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AA379-8818-1FD8-87C3-E46FDA789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5630" y="1792224"/>
            <a:ext cx="5639074" cy="451713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2000" b="1" dirty="0"/>
              <a:t>Java Development Kit (JDK)</a:t>
            </a:r>
          </a:p>
          <a:p>
            <a:r>
              <a:rPr lang="en-GB" sz="2000" dirty="0"/>
              <a:t>Download and install the Java SE Development Kit (JDK)</a:t>
            </a:r>
          </a:p>
          <a:p>
            <a:r>
              <a:rPr lang="en-GB" sz="2000" dirty="0"/>
              <a:t>Set the JAVA_HOME in your System Environment variables</a:t>
            </a:r>
          </a:p>
          <a:p>
            <a:r>
              <a:rPr lang="en-GB" sz="2000" dirty="0"/>
              <a:t>Verify with the command java -version​ in command prompt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b="1" dirty="0"/>
              <a:t>Eclipse IDE</a:t>
            </a:r>
          </a:p>
          <a:p>
            <a:r>
              <a:rPr lang="en-GB" sz="2000" dirty="0"/>
              <a:t>Go to: https://www.eclipse.org/downloads/​</a:t>
            </a:r>
          </a:p>
          <a:p>
            <a:r>
              <a:rPr lang="en-GB" sz="2000" dirty="0"/>
              <a:t>Download Eclipse IDE for Java Developers​</a:t>
            </a:r>
          </a:p>
          <a:p>
            <a:r>
              <a:rPr lang="en-GB" sz="2000" dirty="0"/>
              <a:t>Install and launch Eclipse.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3290011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DD1D22E-5996-E45B-92B2-659F701A4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252B6C-939E-FCF3-FEA9-7E9D3F45C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65" y="178525"/>
            <a:ext cx="2672806" cy="2717075"/>
          </a:xfrm>
        </p:spPr>
        <p:txBody>
          <a:bodyPr anchor="t">
            <a:normAutofit/>
          </a:bodyPr>
          <a:lstStyle/>
          <a:p>
            <a:r>
              <a:rPr lang="en-GB" dirty="0"/>
              <a:t>Setting up Eclipse, Selenium Webdriver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62602-2B6B-EE60-5FFF-204749D043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0657" y="500743"/>
            <a:ext cx="8496665" cy="5909200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2400" b="1" dirty="0"/>
              <a:t>ChromeDriver</a:t>
            </a:r>
          </a:p>
          <a:p>
            <a:r>
              <a:rPr lang="en-GB" sz="2400" dirty="0"/>
              <a:t>Download ChromeDriver from https://sites.google.com/chromium.org/driver/​ </a:t>
            </a:r>
          </a:p>
          <a:p>
            <a:r>
              <a:rPr lang="en-GB" sz="2400" dirty="0"/>
              <a:t>Download the version that supports your chrome browser version</a:t>
            </a:r>
          </a:p>
          <a:p>
            <a:pPr marL="0" indent="0">
              <a:buNone/>
            </a:pPr>
            <a:r>
              <a:rPr lang="en-IN" sz="2400" b="1" dirty="0"/>
              <a:t>Maven</a:t>
            </a:r>
          </a:p>
          <a:p>
            <a:r>
              <a:rPr lang="en-IN" sz="2400" dirty="0"/>
              <a:t>Download and install maven </a:t>
            </a:r>
            <a:r>
              <a:rPr lang="en-IN" sz="2400" dirty="0">
                <a:hlinkClick r:id="rId2"/>
              </a:rPr>
              <a:t>https://maven.apache.org/download.cgi</a:t>
            </a:r>
            <a:endParaRPr lang="en-IN" sz="2400" dirty="0"/>
          </a:p>
          <a:p>
            <a:r>
              <a:rPr lang="en-GB" sz="2400" dirty="0"/>
              <a:t>Extract it to a directory like C:\Program Files\Apache\Maven</a:t>
            </a:r>
          </a:p>
          <a:p>
            <a:r>
              <a:rPr lang="en-IN" sz="2400" dirty="0"/>
              <a:t>Set Environment variable MAVEN_HOME as C:\Program Files\Apache\Maven and path as %MAVEN_HOME%\bin</a:t>
            </a:r>
          </a:p>
          <a:p>
            <a:r>
              <a:rPr lang="en-IN" sz="2400" dirty="0"/>
              <a:t>Verify installation with command mvn –version in cmd</a:t>
            </a:r>
          </a:p>
          <a:p>
            <a:r>
              <a:rPr lang="en-IN" sz="2400" dirty="0"/>
              <a:t>Download maven plugin in eclipse marketplace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642769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7EE25-9715-8141-2848-A8830CFC4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Your First Selenium Project</a:t>
            </a: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B09DBDB-2010-6E68-3769-F30F960E78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641204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680413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002C2-47FB-8986-2D46-6ED62A999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GB" sz="2400" dirty="0"/>
              <a:t>Give y in console to complete the build</a:t>
            </a:r>
          </a:p>
          <a:p>
            <a:r>
              <a:rPr lang="en-GB" sz="2400" dirty="0"/>
              <a:t>Now add the required dependencies</a:t>
            </a:r>
          </a:p>
          <a:p>
            <a:pPr marL="0" indent="0">
              <a:buNone/>
            </a:pPr>
            <a:r>
              <a:rPr lang="en-GB" sz="2400" dirty="0"/>
              <a:t>&lt;dependency&gt;</a:t>
            </a:r>
          </a:p>
          <a:p>
            <a:pPr marL="0" indent="0">
              <a:buNone/>
            </a:pPr>
            <a:r>
              <a:rPr lang="en-GB" sz="2400" dirty="0"/>
              <a:t>    	&lt;groupId&gt;org.seleniumhq.selenium&lt;/groupId&gt;</a:t>
            </a:r>
          </a:p>
          <a:p>
            <a:pPr marL="0" indent="0">
              <a:buNone/>
            </a:pPr>
            <a:r>
              <a:rPr lang="en-GB" sz="2400" dirty="0"/>
              <a:t>    	&lt;artifactId&gt;selenium-java&lt;/artifactId&gt;</a:t>
            </a:r>
          </a:p>
          <a:p>
            <a:pPr marL="0" indent="0">
              <a:buNone/>
            </a:pPr>
            <a:r>
              <a:rPr lang="en-GB" sz="2400" dirty="0"/>
              <a:t>    	&lt;version&gt;4.33.0&lt;/version&gt;</a:t>
            </a:r>
          </a:p>
          <a:p>
            <a:pPr marL="0" indent="0">
              <a:buNone/>
            </a:pPr>
            <a:r>
              <a:rPr lang="en-GB" sz="2400" dirty="0"/>
              <a:t>	&lt;/dependency&gt;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8351338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BFB79-152B-828C-4004-142C75866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GB" sz="4600" dirty="0"/>
              <a:t>WebDriver API Methods</a:t>
            </a:r>
            <a:endParaRPr lang="en-IN" sz="4600" dirty="0"/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C5334-5A90-AB8B-37EB-1FAB07232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129" y="639520"/>
            <a:ext cx="6379899" cy="80110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IN" b="1" dirty="0"/>
              <a:t>Browser Control Methods</a:t>
            </a:r>
          </a:p>
          <a:p>
            <a:endParaRPr lang="en-IN" b="1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6D2041E-A7B8-8E18-6910-480E3D0BF8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315779"/>
              </p:ext>
            </p:extLst>
          </p:nvPr>
        </p:nvGraphicFramePr>
        <p:xfrm>
          <a:off x="3898374" y="1447278"/>
          <a:ext cx="8075912" cy="5087634"/>
        </p:xfrm>
        <a:graphic>
          <a:graphicData uri="http://schemas.openxmlformats.org/drawingml/2006/table">
            <a:tbl>
              <a:tblPr firstRow="1" bandRow="1"/>
              <a:tblGrid>
                <a:gridCol w="2066450">
                  <a:extLst>
                    <a:ext uri="{9D8B030D-6E8A-4147-A177-3AD203B41FA5}">
                      <a16:colId xmlns:a16="http://schemas.microsoft.com/office/drawing/2014/main" val="2331334214"/>
                    </a:ext>
                  </a:extLst>
                </a:gridCol>
                <a:gridCol w="1955794">
                  <a:extLst>
                    <a:ext uri="{9D8B030D-6E8A-4147-A177-3AD203B41FA5}">
                      <a16:colId xmlns:a16="http://schemas.microsoft.com/office/drawing/2014/main" val="4272228712"/>
                    </a:ext>
                  </a:extLst>
                </a:gridCol>
                <a:gridCol w="4053668">
                  <a:extLst>
                    <a:ext uri="{9D8B030D-6E8A-4147-A177-3AD203B41FA5}">
                      <a16:colId xmlns:a16="http://schemas.microsoft.com/office/drawing/2014/main" val="267561164"/>
                    </a:ext>
                  </a:extLst>
                </a:gridCol>
              </a:tblGrid>
              <a:tr h="38681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Method</a:t>
                      </a:r>
                      <a:endParaRPr lang="en-IN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Description</a:t>
                      </a:r>
                      <a:endParaRPr lang="en-IN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7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Example</a:t>
                      </a:r>
                      <a:endParaRPr lang="en-IN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200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684051"/>
                  </a:ext>
                </a:extLst>
              </a:tr>
              <a:tr h="72680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get(String url)</a:t>
                      </a:r>
                      <a:endParaRPr lang="en-IN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408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Opens a webpage</a:t>
                      </a:r>
                      <a:endParaRPr lang="en-IN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408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driver.get("https://example.com");</a:t>
                      </a:r>
                      <a:endParaRPr lang="en-IN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408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690634"/>
                  </a:ext>
                </a:extLst>
              </a:tr>
              <a:tr h="72680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getTitle()</a:t>
                      </a:r>
                      <a:endParaRPr lang="en-IN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408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Returns page title</a:t>
                      </a:r>
                      <a:endParaRPr lang="en-IN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408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String title = driver.getTitle();</a:t>
                      </a:r>
                      <a:endParaRPr lang="en-IN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408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5622743"/>
                  </a:ext>
                </a:extLst>
              </a:tr>
              <a:tr h="72680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getCurrentUrl()</a:t>
                      </a:r>
                      <a:endParaRPr lang="en-IN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408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Returns current URL</a:t>
                      </a:r>
                      <a:endParaRPr lang="en-IN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408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String url = driver.getCurrentUrl();</a:t>
                      </a:r>
                      <a:endParaRPr lang="en-IN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408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002480"/>
                  </a:ext>
                </a:extLst>
              </a:tr>
              <a:tr h="72680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getPageSource()</a:t>
                      </a:r>
                      <a:endParaRPr lang="en-IN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408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Returns HTML source</a:t>
                      </a:r>
                      <a:endParaRPr lang="en-IN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408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String source = driver.getPageSource();</a:t>
                      </a:r>
                      <a:endParaRPr lang="en-IN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408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6346326"/>
                  </a:ext>
                </a:extLst>
              </a:tr>
              <a:tr h="72680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close()</a:t>
                      </a:r>
                      <a:endParaRPr lang="en-IN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408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Closes current tab</a:t>
                      </a:r>
                      <a:endParaRPr lang="en-IN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408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driver.close();</a:t>
                      </a:r>
                      <a:endParaRPr lang="en-IN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408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505825"/>
                  </a:ext>
                </a:extLst>
              </a:tr>
              <a:tr h="1066799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quit()</a:t>
                      </a:r>
                      <a:endParaRPr lang="en-IN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408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GB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Closes all tabs and ends session</a:t>
                      </a:r>
                      <a:endParaRPr lang="en-GB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408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IN" sz="1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driver.quit();</a:t>
                      </a:r>
                      <a:endParaRPr lang="en-IN" sz="17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4408" marR="6200" marT="620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37551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23239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5105D448-4A6C-48A3-8C3C-71AF58F3E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025579F-C5D8-43BE-AF84-3E66A482C5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2544415"/>
          </a:xfrm>
          <a:prstGeom prst="rect">
            <a:avLst/>
          </a:prstGeom>
          <a:ln>
            <a:noFill/>
          </a:ln>
          <a:effectLst>
            <a:outerShdw blurRad="203200" dist="88900" dir="5460000" sx="95000" sy="95000" algn="t" rotWithShape="0">
              <a:srgbClr val="000000">
                <a:alpha val="2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F7E715-FCAC-C97F-BBAA-0D800E812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771" y="213570"/>
            <a:ext cx="9963509" cy="1616529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/>
              <a:t>Browser Window Methods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EA6A2CB-FDB5-0020-00C2-B0C08F0A04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1161196"/>
              </p:ext>
            </p:extLst>
          </p:nvPr>
        </p:nvGraphicFramePr>
        <p:xfrm>
          <a:off x="424543" y="1491343"/>
          <a:ext cx="11560629" cy="5153087"/>
        </p:xfrm>
        <a:graphic>
          <a:graphicData uri="http://schemas.openxmlformats.org/drawingml/2006/table">
            <a:tbl>
              <a:tblPr/>
              <a:tblGrid>
                <a:gridCol w="2975743">
                  <a:extLst>
                    <a:ext uri="{9D8B030D-6E8A-4147-A177-3AD203B41FA5}">
                      <a16:colId xmlns:a16="http://schemas.microsoft.com/office/drawing/2014/main" val="490644922"/>
                    </a:ext>
                  </a:extLst>
                </a:gridCol>
                <a:gridCol w="3528757">
                  <a:extLst>
                    <a:ext uri="{9D8B030D-6E8A-4147-A177-3AD203B41FA5}">
                      <a16:colId xmlns:a16="http://schemas.microsoft.com/office/drawing/2014/main" val="3655070553"/>
                    </a:ext>
                  </a:extLst>
                </a:gridCol>
                <a:gridCol w="5056129">
                  <a:extLst>
                    <a:ext uri="{9D8B030D-6E8A-4147-A177-3AD203B41FA5}">
                      <a16:colId xmlns:a16="http://schemas.microsoft.com/office/drawing/2014/main" val="3011170113"/>
                    </a:ext>
                  </a:extLst>
                </a:gridCol>
              </a:tblGrid>
              <a:tr h="4864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Method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46" marR="5946" marT="59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Description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46" marR="5946" marT="59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Example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46" marR="5946" marT="59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0196831"/>
                  </a:ext>
                </a:extLst>
              </a:tr>
              <a:tr h="4864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maximize()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46" marR="5946" marT="59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Maximizes the browser window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46" marR="5946" marT="59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driver.manage().window().maximize();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46" marR="5946" marT="59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6340548"/>
                  </a:ext>
                </a:extLst>
              </a:tr>
              <a:tr h="4864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minimize()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46" marR="5946" marT="59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Minimizes the browser window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46" marR="5946" marT="59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driver.manage().window().minimize();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46" marR="5946" marT="59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2136156"/>
                  </a:ext>
                </a:extLst>
              </a:tr>
              <a:tr h="9070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fullscreen()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46" marR="5946" marT="59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Sets the window to fullscreen mode</a:t>
                      </a:r>
                      <a:endParaRPr lang="en-GB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46" marR="5946" marT="59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driver.manage().window().fullscreen();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46" marR="5946" marT="59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7614277"/>
                  </a:ext>
                </a:extLst>
              </a:tr>
              <a:tr h="4864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getSize()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46" marR="5946" marT="59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Gets window dimensions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46" marR="5946" marT="59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driver.manage().window().getSize();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46" marR="5946" marT="59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2993714"/>
                  </a:ext>
                </a:extLst>
              </a:tr>
              <a:tr h="9070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setSize(Dimension)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46" marR="5946" marT="59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Sets window size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46" marR="5946" marT="59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driver.manage().window().setSize(new Dimension(1024,768));</a:t>
                      </a:r>
                      <a:endParaRPr lang="en-GB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46" marR="5946" marT="59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3404725"/>
                  </a:ext>
                </a:extLst>
              </a:tr>
              <a:tr h="48641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getPosition()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46" marR="5946" marT="59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Gets window position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46" marR="5946" marT="59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driver.manage().window().getPosition();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46" marR="5946" marT="59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8782483"/>
                  </a:ext>
                </a:extLst>
              </a:tr>
              <a:tr h="90700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setPosition(Point)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46" marR="5946" marT="59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Sets window position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46" marR="5946" marT="59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driver.manage().window().setPosition(new Point(100,100));</a:t>
                      </a:r>
                      <a:endParaRPr lang="en-GB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946" marR="5946" marT="594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9868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30774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B65F7F7-2FCE-8F01-53DE-15C39342B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F91265-1BA0-C48F-99C1-41A636023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1821" y="501345"/>
            <a:ext cx="8728364" cy="6892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b="1" dirty="0"/>
              <a:t>Navigation Methods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A0CE2F8-FC37-CF6A-1BB2-0C9F5F8C7F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874814"/>
              </p:ext>
            </p:extLst>
          </p:nvPr>
        </p:nvGraphicFramePr>
        <p:xfrm>
          <a:off x="1545772" y="1691969"/>
          <a:ext cx="9437914" cy="4987888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541563">
                  <a:extLst>
                    <a:ext uri="{9D8B030D-6E8A-4147-A177-3AD203B41FA5}">
                      <a16:colId xmlns:a16="http://schemas.microsoft.com/office/drawing/2014/main" val="2904267965"/>
                    </a:ext>
                  </a:extLst>
                </a:gridCol>
                <a:gridCol w="2041290">
                  <a:extLst>
                    <a:ext uri="{9D8B030D-6E8A-4147-A177-3AD203B41FA5}">
                      <a16:colId xmlns:a16="http://schemas.microsoft.com/office/drawing/2014/main" val="3911397355"/>
                    </a:ext>
                  </a:extLst>
                </a:gridCol>
                <a:gridCol w="4855061">
                  <a:extLst>
                    <a:ext uri="{9D8B030D-6E8A-4147-A177-3AD203B41FA5}">
                      <a16:colId xmlns:a16="http://schemas.microsoft.com/office/drawing/2014/main" val="4290869778"/>
                    </a:ext>
                  </a:extLst>
                </a:gridCol>
              </a:tblGrid>
              <a:tr h="58057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1" u="none" strike="noStrike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Method</a:t>
                      </a:r>
                      <a:endParaRPr lang="en-IN" sz="2000" b="1" i="0" u="none" strike="noStrike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04430" marR="7612" marT="102215" marB="1022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1" u="none" strike="noStrike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Description</a:t>
                      </a:r>
                      <a:endParaRPr lang="en-IN" sz="2000" b="1" i="0" u="none" strike="noStrike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04430" marR="7612" marT="102215" marB="1022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1" u="none" strike="noStrike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Example</a:t>
                      </a:r>
                      <a:endParaRPr lang="en-IN" sz="2000" b="1" i="0" u="none" strike="noStrike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04430" marR="7612" marT="102215" marB="10221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377790"/>
                  </a:ext>
                </a:extLst>
              </a:tr>
              <a:tr h="928077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navigate().to(url)</a:t>
                      </a:r>
                      <a:endParaRPr lang="en-IN" sz="2000" b="0" i="0" u="none" strike="noStrike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 Unicode MS"/>
                      </a:endParaRPr>
                    </a:p>
                  </a:txBody>
                  <a:tcPr marL="204430" marR="7612" marT="102215" marB="10221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Navigates to a URL</a:t>
                      </a:r>
                      <a:endParaRPr lang="en-IN" sz="2000" b="0" i="0" u="none" strike="noStrike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04430" marR="7612" marT="102215" marB="10221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driver.navigate().to("https://google.com");</a:t>
                      </a:r>
                      <a:endParaRPr lang="en-IN" sz="2000" b="0" i="0" u="none" strike="noStrike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 Unicode MS"/>
                      </a:endParaRPr>
                    </a:p>
                  </a:txBody>
                  <a:tcPr marL="204430" marR="7612" marT="102215" marB="10221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8812652"/>
                  </a:ext>
                </a:extLst>
              </a:tr>
              <a:tr h="1275580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navigate().back()</a:t>
                      </a:r>
                      <a:endParaRPr lang="en-IN" sz="2000" b="0" i="0" u="none" strike="noStrike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 Unicode MS"/>
                      </a:endParaRPr>
                    </a:p>
                  </a:txBody>
                  <a:tcPr marL="204430" marR="7612" marT="102215" marB="10221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000" u="none" strike="noStrike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Goes back in browser history</a:t>
                      </a:r>
                      <a:endParaRPr lang="en-GB" sz="2000" b="0" i="0" u="none" strike="noStrike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04430" marR="7612" marT="102215" marB="10221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driver.navigate().back();</a:t>
                      </a:r>
                      <a:endParaRPr lang="en-IN" sz="2000" b="0" i="0" u="none" strike="noStrike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 Unicode MS"/>
                      </a:endParaRPr>
                    </a:p>
                  </a:txBody>
                  <a:tcPr marL="204430" marR="7612" marT="102215" marB="10221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4114722"/>
                  </a:ext>
                </a:extLst>
              </a:tr>
              <a:tr h="1275580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navigate().forward()</a:t>
                      </a:r>
                      <a:endParaRPr lang="en-IN" sz="2000" b="0" i="0" u="none" strike="noStrike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 Unicode MS"/>
                      </a:endParaRPr>
                    </a:p>
                  </a:txBody>
                  <a:tcPr marL="204430" marR="7612" marT="102215" marB="10221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000" u="none" strike="noStrike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Goes forward in browser history</a:t>
                      </a:r>
                      <a:endParaRPr lang="en-GB" sz="2000" b="0" i="0" u="none" strike="noStrike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04430" marR="7612" marT="102215" marB="10221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driver.navigate().forward();</a:t>
                      </a:r>
                      <a:endParaRPr lang="en-IN" sz="2000" b="0" i="0" u="none" strike="noStrike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 Unicode MS"/>
                      </a:endParaRPr>
                    </a:p>
                  </a:txBody>
                  <a:tcPr marL="204430" marR="7612" marT="102215" marB="102215" anchor="ctr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298303"/>
                  </a:ext>
                </a:extLst>
              </a:tr>
              <a:tr h="928077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navigate().refresh()</a:t>
                      </a:r>
                      <a:endParaRPr lang="en-IN" sz="2000" b="0" i="0" u="none" strike="noStrike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 Unicode MS"/>
                      </a:endParaRPr>
                    </a:p>
                  </a:txBody>
                  <a:tcPr marL="204430" marR="7612" marT="102215" marB="10221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Refreshes the current page</a:t>
                      </a:r>
                      <a:endParaRPr lang="en-IN" sz="2000" b="0" i="0" u="none" strike="noStrike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04430" marR="7612" marT="102215" marB="10221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</a:rPr>
                        <a:t>driver.navigate().refresh();</a:t>
                      </a:r>
                      <a:endParaRPr lang="en-IN" sz="2000" b="0" i="0" u="none" strike="noStrike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Arial Unicode MS"/>
                      </a:endParaRPr>
                    </a:p>
                  </a:txBody>
                  <a:tcPr marL="204430" marR="7612" marT="102215" marB="102215" anchor="ctr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E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7650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59123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DA9942F-A18C-9E9D-BF08-9291C54E1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C64671-94F3-20C2-9A2C-7C309B5FD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7771" y="0"/>
            <a:ext cx="6214448" cy="85981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3400" b="1" dirty="0"/>
              <a:t>WebElement Interaction Methods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3C2595F-2B29-2295-E1BF-741AF44898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0784014"/>
              </p:ext>
            </p:extLst>
          </p:nvPr>
        </p:nvGraphicFramePr>
        <p:xfrm>
          <a:off x="457200" y="859813"/>
          <a:ext cx="11277600" cy="5747816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3105137">
                  <a:extLst>
                    <a:ext uri="{9D8B030D-6E8A-4147-A177-3AD203B41FA5}">
                      <a16:colId xmlns:a16="http://schemas.microsoft.com/office/drawing/2014/main" val="1702050724"/>
                    </a:ext>
                  </a:extLst>
                </a:gridCol>
                <a:gridCol w="3175562">
                  <a:extLst>
                    <a:ext uri="{9D8B030D-6E8A-4147-A177-3AD203B41FA5}">
                      <a16:colId xmlns:a16="http://schemas.microsoft.com/office/drawing/2014/main" val="2650618706"/>
                    </a:ext>
                  </a:extLst>
                </a:gridCol>
                <a:gridCol w="4996901">
                  <a:extLst>
                    <a:ext uri="{9D8B030D-6E8A-4147-A177-3AD203B41FA5}">
                      <a16:colId xmlns:a16="http://schemas.microsoft.com/office/drawing/2014/main" val="4218831120"/>
                    </a:ext>
                  </a:extLst>
                </a:gridCol>
              </a:tblGrid>
              <a:tr h="39744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u="none" strike="noStrike" cap="none" spc="60" dirty="0">
                          <a:solidFill>
                            <a:schemeClr val="bg1"/>
                          </a:solidFill>
                          <a:effectLst/>
                        </a:rPr>
                        <a:t>Method</a:t>
                      </a:r>
                      <a:endParaRPr lang="en-IN" sz="2000" b="0" i="0" u="none" strike="noStrike" cap="none" spc="60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140" marR="5140" marT="79507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u="none" strike="noStrike" cap="none" spc="60" dirty="0">
                          <a:solidFill>
                            <a:schemeClr val="bg1"/>
                          </a:solidFill>
                          <a:effectLst/>
                        </a:rPr>
                        <a:t>Description</a:t>
                      </a:r>
                      <a:endParaRPr lang="en-IN" sz="2000" b="0" i="0" u="none" strike="noStrike" cap="none" spc="60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140" marR="5140" marT="79507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u="none" strike="noStrike" cap="none" spc="60" dirty="0">
                          <a:solidFill>
                            <a:schemeClr val="bg1"/>
                          </a:solidFill>
                          <a:effectLst/>
                        </a:rPr>
                        <a:t>Example</a:t>
                      </a:r>
                      <a:endParaRPr lang="en-IN" sz="2000" b="0" i="0" u="none" strike="noStrike" cap="none" spc="60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140" marR="5140" marT="79507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4461405"/>
                  </a:ext>
                </a:extLst>
              </a:tr>
              <a:tr h="592905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findElement(By)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5140" marR="5140" marT="7950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Finds a single element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140" marR="5140" marT="7950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WebElement btn = driver.findElement(By.id("submit"));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5140" marR="5140" marT="7950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920424"/>
                  </a:ext>
                </a:extLst>
              </a:tr>
              <a:tr h="592905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findElements(By)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5140" marR="5140" marT="7950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Finds multiple elements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140" marR="5140" marT="7950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List&lt;WebElement&gt; links = driver.findElements(By.tagName("a"));</a:t>
                      </a:r>
                      <a:endParaRPr lang="en-GB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5140" marR="5140" marT="7950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1006117"/>
                  </a:ext>
                </a:extLst>
              </a:tr>
              <a:tr h="364864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click()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5140" marR="5140" marT="7950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Clicks an element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140" marR="5140" marT="7950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btn.click();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5140" marR="5140" marT="7950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6048687"/>
                  </a:ext>
                </a:extLst>
              </a:tr>
              <a:tr h="364864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sendKeys("text")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5140" marR="5140" marT="7950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Types into input field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140" marR="5140" marT="7950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input.sendKeys("hello");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5140" marR="5140" marT="7950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880061"/>
                  </a:ext>
                </a:extLst>
              </a:tr>
              <a:tr h="364864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clear()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5140" marR="5140" marT="7950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Clears input field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140" marR="5140" marT="7950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input.clear();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5140" marR="5140" marT="7950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8599482"/>
                  </a:ext>
                </a:extLst>
              </a:tr>
              <a:tr h="364864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getText()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5140" marR="5140" marT="7950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Gets visible text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140" marR="5140" marT="7950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String label = element.getText();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5140" marR="5140" marT="7950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4043711"/>
                  </a:ext>
                </a:extLst>
              </a:tr>
              <a:tr h="364864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getAttribute("name")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5140" marR="5140" marT="7950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Gets attribute value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140" marR="5140" marT="7950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nn-NO" sz="2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String val = element.getAttribute("href");</a:t>
                      </a:r>
                      <a:endParaRPr lang="nn-NO" sz="20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5140" marR="5140" marT="7950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758477"/>
                  </a:ext>
                </a:extLst>
              </a:tr>
              <a:tr h="592905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getCssValue("property")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5140" marR="5140" marT="7950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Gets CSS property value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140" marR="5140" marT="7950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String color = element.getCssValue("color");</a:t>
                      </a:r>
                      <a:endParaRPr lang="en-GB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5140" marR="5140" marT="7950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6741462"/>
                  </a:ext>
                </a:extLst>
              </a:tr>
              <a:tr h="364864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isDisplayed()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5140" marR="5140" marT="7950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Checks visibility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140" marR="5140" marT="7950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boolean visible = element.isDisplayed();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5140" marR="5140" marT="7950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6438292"/>
                  </a:ext>
                </a:extLst>
              </a:tr>
              <a:tr h="364864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isEnabled()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5140" marR="5140" marT="7950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Checks if enabled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140" marR="5140" marT="7950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boolean enabled = element.isEnabled();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5140" marR="5140" marT="7950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0870642"/>
                  </a:ext>
                </a:extLst>
              </a:tr>
              <a:tr h="592905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isSelected()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5140" marR="5140" marT="7950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Checks if selected (radio/checkbox)</a:t>
                      </a:r>
                      <a:endParaRPr lang="en-GB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140" marR="5140" marT="7950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boolean selected = checkbox.isSelected();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5140" marR="5140" marT="79507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214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53284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4D27876-614E-CCD5-5142-A650DBF0B0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B759FF-5D64-215E-A54B-217856783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6426" y="5602834"/>
            <a:ext cx="8203720" cy="73212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b="1" dirty="0"/>
              <a:t>Window &amp; Frame Handling Methods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CB95740-BA65-8889-5A44-E91D566921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2329439"/>
              </p:ext>
            </p:extLst>
          </p:nvPr>
        </p:nvGraphicFramePr>
        <p:xfrm>
          <a:off x="745671" y="493907"/>
          <a:ext cx="10700658" cy="4615020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3314143">
                  <a:extLst>
                    <a:ext uri="{9D8B030D-6E8A-4147-A177-3AD203B41FA5}">
                      <a16:colId xmlns:a16="http://schemas.microsoft.com/office/drawing/2014/main" val="366894739"/>
                    </a:ext>
                  </a:extLst>
                </a:gridCol>
                <a:gridCol w="2883002">
                  <a:extLst>
                    <a:ext uri="{9D8B030D-6E8A-4147-A177-3AD203B41FA5}">
                      <a16:colId xmlns:a16="http://schemas.microsoft.com/office/drawing/2014/main" val="3303370025"/>
                    </a:ext>
                  </a:extLst>
                </a:gridCol>
                <a:gridCol w="4503513">
                  <a:extLst>
                    <a:ext uri="{9D8B030D-6E8A-4147-A177-3AD203B41FA5}">
                      <a16:colId xmlns:a16="http://schemas.microsoft.com/office/drawing/2014/main" val="3184557079"/>
                    </a:ext>
                  </a:extLst>
                </a:gridCol>
              </a:tblGrid>
              <a:tr h="61707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Method</a:t>
                      </a:r>
                      <a:endParaRPr lang="en-IN" sz="2000" b="0" i="0" u="none" strike="noStrike" cap="none" spc="0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284" marR="6843" marT="101757" marB="10175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Description</a:t>
                      </a:r>
                      <a:endParaRPr lang="en-IN" sz="2000" b="0" i="0" u="none" strike="noStrike" cap="none" spc="0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284" marR="6843" marT="101757" marB="10175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b="0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Example</a:t>
                      </a:r>
                      <a:endParaRPr lang="en-IN" sz="2000" b="0" i="0" u="none" strike="noStrike" cap="none" spc="0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284" marR="6843" marT="101757" marB="10175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114187"/>
                  </a:ext>
                </a:extLst>
              </a:tr>
              <a:tr h="921265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getWindowHandle()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132284" marR="6843" marT="101757" marB="10175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Gets current window ID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284" marR="6843" marT="101757" marB="10175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String winID = driver.getWindowHandle();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132284" marR="6843" marT="101757" marB="10175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891340"/>
                  </a:ext>
                </a:extLst>
              </a:tr>
              <a:tr h="921265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getWindowHandles()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132284" marR="6843" marT="101757" marB="10175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Gets all window IDs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284" marR="6843" marT="101757" marB="10175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Set&lt;String&gt; allWins = driver.getWindowHandles();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132284" marR="6843" marT="101757" marB="10175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3803998"/>
                  </a:ext>
                </a:extLst>
              </a:tr>
              <a:tr h="921265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switchTo().window(id)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132284" marR="6843" marT="101757" marB="10175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Switches to another window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284" marR="6843" marT="101757" marB="10175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driver.switchTo().window(winID);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132284" marR="6843" marT="101757" marB="10175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7834796"/>
                  </a:ext>
                </a:extLst>
              </a:tr>
              <a:tr h="617075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switchTo().frame(name)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132284" marR="6843" marT="101757" marB="10175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Switches to a frame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284" marR="6843" marT="101757" marB="10175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driver.switchTo().frame("frame1");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132284" marR="6843" marT="101757" marB="10175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550243"/>
                  </a:ext>
                </a:extLst>
              </a:tr>
              <a:tr h="617075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switchTo().defaultContent()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132284" marR="6843" marT="101757" marB="101757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Returns to main page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32284" marR="6843" marT="101757" marB="10175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driver.switchTo().defaultContent();</a:t>
                      </a:r>
                      <a:endParaRPr lang="en-IN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/>
                      </a:endParaRPr>
                    </a:p>
                  </a:txBody>
                  <a:tcPr marL="132284" marR="6843" marT="101757" marB="101757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67395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26763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B2ECBB-D03D-A1B4-FDC8-8B2DF33AF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GB" dirty="0"/>
              <a:t>Locators in Selenium</a:t>
            </a:r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4FBA4FD-5147-1A22-15C7-F0794BF76A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4684704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51778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24FC15-C8EF-352B-C7B9-51F330660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IN" dirty="0"/>
              <a:t>Types of Selenium Locators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F95892F-8D17-C6A2-B6EB-4D6201C1091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86106403"/>
              </p:ext>
            </p:extLst>
          </p:nvPr>
        </p:nvGraphicFramePr>
        <p:xfrm>
          <a:off x="224349" y="1915150"/>
          <a:ext cx="11734800" cy="4576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4126">
                  <a:extLst>
                    <a:ext uri="{9D8B030D-6E8A-4147-A177-3AD203B41FA5}">
                      <a16:colId xmlns:a16="http://schemas.microsoft.com/office/drawing/2014/main" val="31752384"/>
                    </a:ext>
                  </a:extLst>
                </a:gridCol>
                <a:gridCol w="3944500">
                  <a:extLst>
                    <a:ext uri="{9D8B030D-6E8A-4147-A177-3AD203B41FA5}">
                      <a16:colId xmlns:a16="http://schemas.microsoft.com/office/drawing/2014/main" val="966086536"/>
                    </a:ext>
                  </a:extLst>
                </a:gridCol>
                <a:gridCol w="4536174">
                  <a:extLst>
                    <a:ext uri="{9D8B030D-6E8A-4147-A177-3AD203B41FA5}">
                      <a16:colId xmlns:a16="http://schemas.microsoft.com/office/drawing/2014/main" val="3149602658"/>
                    </a:ext>
                  </a:extLst>
                </a:gridCol>
              </a:tblGrid>
              <a:tr h="46541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900" u="none" strike="noStrike" dirty="0">
                          <a:effectLst/>
                        </a:rPr>
                        <a:t>Locator Type</a:t>
                      </a:r>
                      <a:endParaRPr lang="en-IN" sz="1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" marR="8837" marT="88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900" u="none" strike="noStrike" dirty="0">
                          <a:effectLst/>
                        </a:rPr>
                        <a:t>Description</a:t>
                      </a:r>
                      <a:endParaRPr lang="en-IN" sz="1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" marR="8837" marT="883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900" u="none" strike="noStrike" dirty="0">
                          <a:effectLst/>
                        </a:rPr>
                        <a:t>Example Usage</a:t>
                      </a:r>
                      <a:endParaRPr lang="en-IN" sz="1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" marR="8837" marT="8837" marB="0" anchor="ctr"/>
                </a:tc>
                <a:extLst>
                  <a:ext uri="{0D108BD9-81ED-4DB2-BD59-A6C34878D82A}">
                    <a16:rowId xmlns:a16="http://schemas.microsoft.com/office/drawing/2014/main" val="1408686924"/>
                  </a:ext>
                </a:extLst>
              </a:tr>
              <a:tr h="46541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dirty="0">
                          <a:effectLst/>
                        </a:rPr>
                        <a:t>ID</a:t>
                      </a:r>
                      <a:endParaRPr lang="en-IN" sz="1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" marR="8837" marT="883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dirty="0">
                          <a:effectLst/>
                        </a:rPr>
                        <a:t>Uses element’s unique ID</a:t>
                      </a:r>
                      <a:endParaRPr lang="en-IN" sz="1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" marR="8837" marT="883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dirty="0">
                          <a:effectLst/>
                        </a:rPr>
                        <a:t>By.id("username")</a:t>
                      </a:r>
                      <a:endParaRPr lang="en-IN" sz="19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8837" marR="8837" marT="8837" marB="0" anchor="ctr"/>
                </a:tc>
                <a:extLst>
                  <a:ext uri="{0D108BD9-81ED-4DB2-BD59-A6C34878D82A}">
                    <a16:rowId xmlns:a16="http://schemas.microsoft.com/office/drawing/2014/main" val="2287687383"/>
                  </a:ext>
                </a:extLst>
              </a:tr>
              <a:tr h="46541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dirty="0">
                          <a:effectLst/>
                        </a:rPr>
                        <a:t>Name</a:t>
                      </a:r>
                      <a:endParaRPr lang="en-IN" sz="1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" marR="8837" marT="883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dirty="0">
                          <a:effectLst/>
                        </a:rPr>
                        <a:t>Uses element’s name attribute</a:t>
                      </a:r>
                      <a:endParaRPr lang="en-IN" sz="1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" marR="8837" marT="883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dirty="0">
                          <a:effectLst/>
                        </a:rPr>
                        <a:t>By.name("email")</a:t>
                      </a:r>
                      <a:endParaRPr lang="en-IN" sz="19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8837" marR="8837" marT="8837" marB="0" anchor="ctr"/>
                </a:tc>
                <a:extLst>
                  <a:ext uri="{0D108BD9-81ED-4DB2-BD59-A6C34878D82A}">
                    <a16:rowId xmlns:a16="http://schemas.microsoft.com/office/drawing/2014/main" val="164633368"/>
                  </a:ext>
                </a:extLst>
              </a:tr>
              <a:tr h="46541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dirty="0">
                          <a:effectLst/>
                        </a:rPr>
                        <a:t>Class Name</a:t>
                      </a:r>
                      <a:endParaRPr lang="en-IN" sz="1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" marR="8837" marT="883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dirty="0">
                          <a:effectLst/>
                        </a:rPr>
                        <a:t>Uses CSS class name</a:t>
                      </a:r>
                      <a:endParaRPr lang="en-IN" sz="1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" marR="8837" marT="883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dirty="0">
                          <a:effectLst/>
                        </a:rPr>
                        <a:t>By.className("btn-primary")</a:t>
                      </a:r>
                      <a:endParaRPr lang="en-IN" sz="19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8837" marR="8837" marT="8837" marB="0" anchor="ctr"/>
                </a:tc>
                <a:extLst>
                  <a:ext uri="{0D108BD9-81ED-4DB2-BD59-A6C34878D82A}">
                    <a16:rowId xmlns:a16="http://schemas.microsoft.com/office/drawing/2014/main" val="3807076901"/>
                  </a:ext>
                </a:extLst>
              </a:tr>
              <a:tr h="46541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dirty="0">
                          <a:effectLst/>
                        </a:rPr>
                        <a:t>Tag Name</a:t>
                      </a:r>
                      <a:endParaRPr lang="en-IN" sz="1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" marR="8837" marT="883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dirty="0">
                          <a:effectLst/>
                        </a:rPr>
                        <a:t>Uses HTML tag</a:t>
                      </a:r>
                      <a:endParaRPr lang="en-IN" sz="1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" marR="8837" marT="883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dirty="0">
                          <a:effectLst/>
                        </a:rPr>
                        <a:t>By.tagName("input")</a:t>
                      </a:r>
                      <a:endParaRPr lang="en-IN" sz="19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8837" marR="8837" marT="8837" marB="0" anchor="ctr"/>
                </a:tc>
                <a:extLst>
                  <a:ext uri="{0D108BD9-81ED-4DB2-BD59-A6C34878D82A}">
                    <a16:rowId xmlns:a16="http://schemas.microsoft.com/office/drawing/2014/main" val="1402948058"/>
                  </a:ext>
                </a:extLst>
              </a:tr>
              <a:tr h="46541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dirty="0">
                          <a:effectLst/>
                        </a:rPr>
                        <a:t>Link Text</a:t>
                      </a:r>
                      <a:endParaRPr lang="en-IN" sz="1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" marR="8837" marT="883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dirty="0">
                          <a:effectLst/>
                        </a:rPr>
                        <a:t>Matches exact link text</a:t>
                      </a:r>
                      <a:endParaRPr lang="en-IN" sz="1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" marR="8837" marT="883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dirty="0">
                          <a:effectLst/>
                        </a:rPr>
                        <a:t>By.linkText("Sign In")</a:t>
                      </a:r>
                      <a:endParaRPr lang="en-IN" sz="19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8837" marR="8837" marT="8837" marB="0" anchor="ctr"/>
                </a:tc>
                <a:extLst>
                  <a:ext uri="{0D108BD9-81ED-4DB2-BD59-A6C34878D82A}">
                    <a16:rowId xmlns:a16="http://schemas.microsoft.com/office/drawing/2014/main" val="1709830778"/>
                  </a:ext>
                </a:extLst>
              </a:tr>
              <a:tr h="46541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dirty="0">
                          <a:effectLst/>
                        </a:rPr>
                        <a:t>Partial Link Text</a:t>
                      </a:r>
                      <a:endParaRPr lang="en-IN" sz="1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" marR="8837" marT="883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dirty="0">
                          <a:effectLst/>
                        </a:rPr>
                        <a:t>Matches partial link text</a:t>
                      </a:r>
                      <a:endParaRPr lang="en-IN" sz="1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" marR="8837" marT="883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dirty="0">
                          <a:effectLst/>
                        </a:rPr>
                        <a:t>By.partialLinkText("Sign")</a:t>
                      </a:r>
                      <a:endParaRPr lang="en-IN" sz="19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8837" marR="8837" marT="8837" marB="0" anchor="ctr"/>
                </a:tc>
                <a:extLst>
                  <a:ext uri="{0D108BD9-81ED-4DB2-BD59-A6C34878D82A}">
                    <a16:rowId xmlns:a16="http://schemas.microsoft.com/office/drawing/2014/main" val="2042681299"/>
                  </a:ext>
                </a:extLst>
              </a:tr>
              <a:tr h="85288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dirty="0">
                          <a:effectLst/>
                        </a:rPr>
                        <a:t>CSS Selector</a:t>
                      </a:r>
                      <a:endParaRPr lang="en-IN" sz="1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" marR="8837" marT="883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dirty="0">
                          <a:effectLst/>
                        </a:rPr>
                        <a:t>Uses CSS syntax to locate elements</a:t>
                      </a:r>
                      <a:endParaRPr lang="en-IN" sz="1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" marR="8837" marT="883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900" u="none" strike="noStrike" dirty="0">
                          <a:effectLst/>
                        </a:rPr>
                        <a:t>By.cssSelector("input[type='text']")</a:t>
                      </a:r>
                      <a:endParaRPr lang="en-GB" sz="19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8837" marR="8837" marT="8837" marB="0" anchor="ctr"/>
                </a:tc>
                <a:extLst>
                  <a:ext uri="{0D108BD9-81ED-4DB2-BD59-A6C34878D82A}">
                    <a16:rowId xmlns:a16="http://schemas.microsoft.com/office/drawing/2014/main" val="1654360000"/>
                  </a:ext>
                </a:extLst>
              </a:tr>
              <a:tr h="46541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dirty="0">
                          <a:effectLst/>
                        </a:rPr>
                        <a:t>XPath</a:t>
                      </a:r>
                      <a:endParaRPr lang="en-IN" sz="1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" marR="8837" marT="883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dirty="0">
                          <a:effectLst/>
                        </a:rPr>
                        <a:t>Uses XML path expressions</a:t>
                      </a:r>
                      <a:endParaRPr lang="en-IN" sz="1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837" marR="8837" marT="883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dirty="0">
                          <a:effectLst/>
                        </a:rPr>
                        <a:t>By.xpath("//input[@id='username']")</a:t>
                      </a:r>
                      <a:endParaRPr lang="en-IN" sz="19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8837" marR="8837" marT="8837" marB="0" anchor="ctr"/>
                </a:tc>
                <a:extLst>
                  <a:ext uri="{0D108BD9-81ED-4DB2-BD59-A6C34878D82A}">
                    <a16:rowId xmlns:a16="http://schemas.microsoft.com/office/drawing/2014/main" val="1954583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035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5B9334-3E03-4CA7-3616-4D3C9DC2C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AFCF52-27E4-86E4-571B-548F7DBFE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4856" y="548640"/>
            <a:ext cx="9162288" cy="1132258"/>
          </a:xfrm>
        </p:spPr>
        <p:txBody>
          <a:bodyPr>
            <a:normAutofit/>
          </a:bodyPr>
          <a:lstStyle/>
          <a:p>
            <a:r>
              <a:rPr lang="en-GB" dirty="0"/>
              <a:t>Which Locators to Use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1D97972-CF73-876F-CA7C-4574B8D1AF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5705813"/>
              </p:ext>
            </p:extLst>
          </p:nvPr>
        </p:nvGraphicFramePr>
        <p:xfrm>
          <a:off x="827314" y="1680898"/>
          <a:ext cx="10395859" cy="4628464"/>
        </p:xfrm>
        <a:graphic>
          <a:graphicData uri="http://schemas.openxmlformats.org/drawingml/2006/table">
            <a:tbl>
              <a:tblPr/>
              <a:tblGrid>
                <a:gridCol w="1466363">
                  <a:extLst>
                    <a:ext uri="{9D8B030D-6E8A-4147-A177-3AD203B41FA5}">
                      <a16:colId xmlns:a16="http://schemas.microsoft.com/office/drawing/2014/main" val="180977321"/>
                    </a:ext>
                  </a:extLst>
                </a:gridCol>
                <a:gridCol w="2418626">
                  <a:extLst>
                    <a:ext uri="{9D8B030D-6E8A-4147-A177-3AD203B41FA5}">
                      <a16:colId xmlns:a16="http://schemas.microsoft.com/office/drawing/2014/main" val="3624503361"/>
                    </a:ext>
                  </a:extLst>
                </a:gridCol>
                <a:gridCol w="6510870">
                  <a:extLst>
                    <a:ext uri="{9D8B030D-6E8A-4147-A177-3AD203B41FA5}">
                      <a16:colId xmlns:a16="http://schemas.microsoft.com/office/drawing/2014/main" val="577911207"/>
                    </a:ext>
                  </a:extLst>
                </a:gridCol>
              </a:tblGrid>
              <a:tr h="4449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Priority</a:t>
                      </a:r>
                      <a:endParaRPr lang="en-IN" sz="2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3" marR="8663" marT="8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Locator Type</a:t>
                      </a:r>
                      <a:endParaRPr lang="en-IN" sz="2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3" marR="8663" marT="8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Why It's Preferred</a:t>
                      </a:r>
                      <a:endParaRPr lang="en-IN" sz="2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3" marR="8663" marT="8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87342"/>
                  </a:ext>
                </a:extLst>
              </a:tr>
              <a:tr h="8233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en-IN" sz="2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3" marR="8663" marT="8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</a:t>
                      </a:r>
                      <a:endParaRPr lang="en-IN" sz="2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3" marR="8663" marT="8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Fastest and most reliable (unique per element)</a:t>
                      </a:r>
                      <a:endParaRPr lang="en-GB" sz="2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3" marR="8663" marT="8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3141325"/>
                  </a:ext>
                </a:extLst>
              </a:tr>
              <a:tr h="4449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  <a:endParaRPr lang="en-IN" sz="2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3" marR="8663" marT="8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Name</a:t>
                      </a:r>
                      <a:endParaRPr lang="en-IN" sz="2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3" marR="8663" marT="8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Useful for form fields; often unique</a:t>
                      </a:r>
                      <a:endParaRPr lang="en-GB" sz="2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3" marR="8663" marT="8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4657943"/>
                  </a:ext>
                </a:extLst>
              </a:tr>
              <a:tr h="8233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  <a:endParaRPr lang="en-IN" sz="2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3" marR="8663" marT="8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Class Name</a:t>
                      </a:r>
                      <a:endParaRPr lang="en-IN" sz="2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3" marR="8663" marT="8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Good if class is unique; avoid multiple classes</a:t>
                      </a:r>
                      <a:endParaRPr lang="en-GB" sz="2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3" marR="8663" marT="8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1479118"/>
                  </a:ext>
                </a:extLst>
              </a:tr>
              <a:tr h="44499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  <a:endParaRPr lang="en-IN" sz="2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3" marR="8663" marT="8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Link Text</a:t>
                      </a:r>
                      <a:endParaRPr lang="en-IN" sz="2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3" marR="8663" marT="8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Ideal for hyperlinks with static text</a:t>
                      </a:r>
                      <a:endParaRPr lang="en-GB" sz="2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3" marR="8663" marT="8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2343084"/>
                  </a:ext>
                </a:extLst>
              </a:tr>
              <a:tr h="8233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  <a:endParaRPr lang="en-IN" sz="2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3" marR="8663" marT="8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CSS Selector</a:t>
                      </a:r>
                      <a:endParaRPr lang="en-IN" sz="2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3" marR="8663" marT="8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Flexible and fast; great for styling-based selection</a:t>
                      </a:r>
                      <a:endParaRPr lang="en-GB" sz="2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3" marR="8663" marT="8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4853265"/>
                  </a:ext>
                </a:extLst>
              </a:tr>
              <a:tr h="8233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  <a:endParaRPr lang="en-IN" sz="2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3" marR="8663" marT="8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XPath</a:t>
                      </a:r>
                      <a:endParaRPr lang="en-IN" sz="2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3" marR="8663" marT="8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Powerful but slower; fragile if DOM changes</a:t>
                      </a:r>
                      <a:endParaRPr lang="en-GB" sz="25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63" marR="8663" marT="86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5261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94999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473B883-8760-C8E2-DC57-2BEA7190AD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9397" y="643467"/>
            <a:ext cx="10413206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88357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CC7D015-0DD8-420F-A568-AC4FEDC41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595556-C814-4F1F-B0E5-71812F38A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E2C870A8-D59D-C2DD-9EC5-7328E062D73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5981" b="9749"/>
          <a:stretch>
            <a:fillRect/>
          </a:stretch>
        </p:blipFill>
        <p:spPr>
          <a:xfrm>
            <a:off x="-3049" y="-85857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340961-83BB-1138-4DCB-34546B06A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943" y="85867"/>
            <a:ext cx="4155825" cy="557189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Locators - XPATH</a:t>
            </a:r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4E7C0-4D6B-5D0B-A701-388D1373A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7711" y="478970"/>
            <a:ext cx="7448346" cy="6139973"/>
          </a:xfrm>
        </p:spPr>
        <p:txBody>
          <a:bodyPr anchor="ctr">
            <a:noAutofit/>
          </a:bodyPr>
          <a:lstStyle/>
          <a:p>
            <a:r>
              <a:rPr lang="en-GB" sz="2400" dirty="0">
                <a:solidFill>
                  <a:srgbClr val="FFFFFF"/>
                </a:solidFill>
              </a:rPr>
              <a:t>Xpath – XML Path Language</a:t>
            </a:r>
          </a:p>
          <a:p>
            <a:r>
              <a:rPr lang="en-GB" sz="2400" dirty="0">
                <a:solidFill>
                  <a:srgbClr val="FFFFFF"/>
                </a:solidFill>
              </a:rPr>
              <a:t>A query language used for selecting nodes from an XML or HTML document</a:t>
            </a:r>
          </a:p>
          <a:p>
            <a:r>
              <a:rPr lang="en-GB" sz="2400" dirty="0">
                <a:solidFill>
                  <a:srgbClr val="FFFFFF"/>
                </a:solidFill>
              </a:rPr>
              <a:t>used to locate elements on a web page based on their attributes, text, or position in the DOM</a:t>
            </a:r>
          </a:p>
          <a:p>
            <a:r>
              <a:rPr lang="en-GB" sz="2400" dirty="0">
                <a:solidFill>
                  <a:srgbClr val="FFFFFF"/>
                </a:solidFill>
              </a:rPr>
              <a:t>Types of Xpath:</a:t>
            </a:r>
          </a:p>
          <a:p>
            <a:pPr lvl="1"/>
            <a:r>
              <a:rPr lang="en-GB" b="1" i="1" dirty="0">
                <a:solidFill>
                  <a:srgbClr val="FFFFFF"/>
                </a:solidFill>
              </a:rPr>
              <a:t>Absolute Xpath</a:t>
            </a:r>
            <a:r>
              <a:rPr lang="en-GB" dirty="0">
                <a:solidFill>
                  <a:srgbClr val="FFFFFF"/>
                </a:solidFill>
              </a:rPr>
              <a:t> - Starts from the root node (html) and goes down step-by-step </a:t>
            </a:r>
          </a:p>
          <a:p>
            <a:pPr marL="457200" lvl="1" indent="0">
              <a:buNone/>
            </a:pPr>
            <a:r>
              <a:rPr lang="en-GB" dirty="0">
                <a:solidFill>
                  <a:srgbClr val="FFFFFF"/>
                </a:solidFill>
              </a:rPr>
              <a:t>		Ex:  /html/body/div[1]/form/input[1]​</a:t>
            </a:r>
          </a:p>
          <a:p>
            <a:pPr marL="457200" lvl="1" indent="0">
              <a:buNone/>
            </a:pPr>
            <a:endParaRPr lang="en-GB" dirty="0">
              <a:solidFill>
                <a:srgbClr val="FFFFFF"/>
              </a:solidFill>
            </a:endParaRPr>
          </a:p>
          <a:p>
            <a:pPr lvl="1"/>
            <a:r>
              <a:rPr lang="en-GB" b="1" i="1" dirty="0">
                <a:solidFill>
                  <a:srgbClr val="FFFFFF"/>
                </a:solidFill>
              </a:rPr>
              <a:t>Relative Xpath </a:t>
            </a:r>
            <a:r>
              <a:rPr lang="en-GB" dirty="0">
                <a:solidFill>
                  <a:srgbClr val="FFFFFF"/>
                </a:solidFill>
              </a:rPr>
              <a:t>- Starts from anywhere in the DOM </a:t>
            </a:r>
          </a:p>
          <a:p>
            <a:pPr marL="457200" lvl="1" indent="0">
              <a:buNone/>
            </a:pPr>
            <a:r>
              <a:rPr lang="en-GB" dirty="0">
                <a:solidFill>
                  <a:srgbClr val="FFFFFF"/>
                </a:solidFill>
              </a:rPr>
              <a:t>		Ex: //tagname[@attribute='value’]</a:t>
            </a:r>
            <a:endParaRPr lang="en-GB" b="1" i="1" dirty="0">
              <a:solidFill>
                <a:srgbClr val="FFFFFF"/>
              </a:solidFill>
            </a:endParaRPr>
          </a:p>
          <a:p>
            <a:pPr lvl="1"/>
            <a:r>
              <a:rPr lang="en-GB" dirty="0">
                <a:solidFill>
                  <a:srgbClr val="FFFFFF"/>
                </a:solidFill>
              </a:rPr>
              <a:t>​Relative Xpath preferred over Absolute Xpath</a:t>
            </a:r>
          </a:p>
          <a:p>
            <a:pPr marL="457200" lvl="1" indent="0">
              <a:buNone/>
            </a:pPr>
            <a:r>
              <a:rPr lang="en-GB" dirty="0">
                <a:solidFill>
                  <a:srgbClr val="FFFFFF"/>
                </a:solidFill>
              </a:rPr>
              <a:t>	</a:t>
            </a:r>
          </a:p>
          <a:p>
            <a:pPr lvl="1"/>
            <a:endParaRPr lang="en-GB" dirty="0">
              <a:solidFill>
                <a:srgbClr val="FFFFFF"/>
              </a:solidFill>
            </a:endParaRPr>
          </a:p>
          <a:p>
            <a:pPr lvl="1"/>
            <a:endParaRPr lang="en-GB" dirty="0">
              <a:solidFill>
                <a:srgbClr val="FFFFFF"/>
              </a:solidFill>
            </a:endParaRPr>
          </a:p>
          <a:p>
            <a:endParaRPr lang="en-IN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93076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2D4E00-0DC1-4CD7-68CA-69DC0988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Xpath Syntax	</a:t>
            </a:r>
          </a:p>
        </p:txBody>
      </p:sp>
      <p:pic>
        <p:nvPicPr>
          <p:cNvPr id="12" name="Content Placeholder 4">
            <a:extLst>
              <a:ext uri="{FF2B5EF4-FFF2-40B4-BE49-F238E27FC236}">
                <a16:creationId xmlns:a16="http://schemas.microsoft.com/office/drawing/2014/main" id="{B5D2EA4D-40F7-395A-9802-B930926110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25" t="1695" r="1231" b="2317"/>
          <a:stretch/>
        </p:blipFill>
        <p:spPr>
          <a:xfrm>
            <a:off x="4777316" y="1043840"/>
            <a:ext cx="6780700" cy="476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5063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B2EF3F-098E-ABD4-BC38-9D6652748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GB" sz="4600" dirty="0"/>
              <a:t>XPath Components</a:t>
            </a:r>
            <a:endParaRPr lang="en-IN" sz="4600" dirty="0"/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F3085-1BDE-E11A-4D41-860CC7212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IN" sz="2200" b="1" dirty="0"/>
              <a:t>Basic Syntax Components</a:t>
            </a:r>
          </a:p>
          <a:p>
            <a:pPr marL="0" indent="0">
              <a:buNone/>
            </a:pPr>
            <a:endParaRPr lang="en-IN" sz="2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EDE36A2-6760-D33A-6848-B52A1EE31D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281922"/>
              </p:ext>
            </p:extLst>
          </p:nvPr>
        </p:nvGraphicFramePr>
        <p:xfrm>
          <a:off x="4654296" y="1306322"/>
          <a:ext cx="6903723" cy="4245359"/>
        </p:xfrm>
        <a:graphic>
          <a:graphicData uri="http://schemas.openxmlformats.org/drawingml/2006/table">
            <a:tbl>
              <a:tblPr firstRow="1" bandRow="1">
                <a:solidFill>
                  <a:schemeClr val="tx1">
                    <a:lumMod val="65000"/>
                    <a:lumOff val="35000"/>
                  </a:schemeClr>
                </a:solidFill>
              </a:tblPr>
              <a:tblGrid>
                <a:gridCol w="1626833">
                  <a:extLst>
                    <a:ext uri="{9D8B030D-6E8A-4147-A177-3AD203B41FA5}">
                      <a16:colId xmlns:a16="http://schemas.microsoft.com/office/drawing/2014/main" val="2582475312"/>
                    </a:ext>
                  </a:extLst>
                </a:gridCol>
                <a:gridCol w="1414481">
                  <a:extLst>
                    <a:ext uri="{9D8B030D-6E8A-4147-A177-3AD203B41FA5}">
                      <a16:colId xmlns:a16="http://schemas.microsoft.com/office/drawing/2014/main" val="3232775498"/>
                    </a:ext>
                  </a:extLst>
                </a:gridCol>
                <a:gridCol w="1758963">
                  <a:extLst>
                    <a:ext uri="{9D8B030D-6E8A-4147-A177-3AD203B41FA5}">
                      <a16:colId xmlns:a16="http://schemas.microsoft.com/office/drawing/2014/main" val="3322427406"/>
                    </a:ext>
                  </a:extLst>
                </a:gridCol>
                <a:gridCol w="2103446">
                  <a:extLst>
                    <a:ext uri="{9D8B030D-6E8A-4147-A177-3AD203B41FA5}">
                      <a16:colId xmlns:a16="http://schemas.microsoft.com/office/drawing/2014/main" val="3442075072"/>
                    </a:ext>
                  </a:extLst>
                </a:gridCol>
              </a:tblGrid>
              <a:tr h="6193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1" i="0" u="none" strike="noStrike" cap="all" spc="60" dirty="0">
                          <a:solidFill>
                            <a:schemeClr val="tx1"/>
                          </a:solidFill>
                          <a:effectLst/>
                          <a:highlight>
                            <a:srgbClr val="C0C0C0"/>
                          </a:highlight>
                          <a:latin typeface="Aptos Narrow" panose="020B0004020202020204" pitchFamily="34" charset="0"/>
                        </a:rPr>
                        <a:t>Component</a:t>
                      </a:r>
                      <a:endParaRPr lang="en-IN" sz="1500" b="1" i="0" u="none" strike="noStrike" cap="all" spc="60" dirty="0">
                        <a:solidFill>
                          <a:schemeClr val="tx1"/>
                        </a:solidFill>
                        <a:effectLst/>
                        <a:highlight>
                          <a:srgbClr val="C0C0C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172042" marR="172042" marT="172042" marB="172042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1" i="0" u="none" strike="noStrike" cap="all" spc="60" dirty="0">
                          <a:solidFill>
                            <a:schemeClr val="tx1"/>
                          </a:solidFill>
                          <a:effectLst/>
                          <a:highlight>
                            <a:srgbClr val="C0C0C0"/>
                          </a:highlight>
                          <a:latin typeface="Aptos Narrow" panose="020B0004020202020204" pitchFamily="34" charset="0"/>
                        </a:rPr>
                        <a:t>Meaning</a:t>
                      </a:r>
                      <a:endParaRPr lang="en-IN" sz="1500" b="1" i="0" u="none" strike="noStrike" cap="all" spc="60" dirty="0">
                        <a:solidFill>
                          <a:schemeClr val="tx1"/>
                        </a:solidFill>
                        <a:effectLst/>
                        <a:highlight>
                          <a:srgbClr val="C0C0C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172042" marR="172042" marT="172042" marB="172042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1" i="0" u="none" strike="noStrike" cap="all" spc="60" dirty="0">
                          <a:solidFill>
                            <a:schemeClr val="tx1"/>
                          </a:solidFill>
                          <a:effectLst/>
                          <a:highlight>
                            <a:srgbClr val="C0C0C0"/>
                          </a:highlight>
                          <a:latin typeface="Aptos Narrow" panose="020B0004020202020204" pitchFamily="34" charset="0"/>
                        </a:rPr>
                        <a:t>Example</a:t>
                      </a:r>
                      <a:endParaRPr lang="en-IN" sz="1500" b="1" i="0" u="none" strike="noStrike" cap="all" spc="60" dirty="0">
                        <a:solidFill>
                          <a:schemeClr val="tx1"/>
                        </a:solidFill>
                        <a:effectLst/>
                        <a:highlight>
                          <a:srgbClr val="C0C0C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172042" marR="172042" marT="172042" marB="172042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500" b="1" i="0" u="none" strike="noStrike" cap="all" spc="60" dirty="0">
                          <a:solidFill>
                            <a:schemeClr val="tx1"/>
                          </a:solidFill>
                          <a:effectLst/>
                          <a:highlight>
                            <a:srgbClr val="C0C0C0"/>
                          </a:highlight>
                          <a:latin typeface="Aptos Narrow" panose="020B0004020202020204" pitchFamily="34" charset="0"/>
                        </a:rPr>
                        <a:t>Description</a:t>
                      </a:r>
                      <a:endParaRPr lang="en-IN" sz="1500" b="1" i="0" u="none" strike="noStrike" cap="all" spc="60" dirty="0">
                        <a:solidFill>
                          <a:schemeClr val="tx1"/>
                        </a:solidFill>
                        <a:effectLst/>
                        <a:highlight>
                          <a:srgbClr val="C0C0C0"/>
                        </a:highlight>
                        <a:latin typeface="Arial" panose="020B0604020202020204" pitchFamily="34" charset="0"/>
                      </a:endParaRPr>
                    </a:p>
                  </a:txBody>
                  <a:tcPr marL="172042" marR="172042" marT="172042" marB="172042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1176114"/>
                  </a:ext>
                </a:extLst>
              </a:tr>
              <a:tr h="7863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/</a:t>
                      </a:r>
                      <a:endParaRPr lang="en-IN" sz="2000" b="0" i="0" u="none" strike="noStrike" cap="none" spc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94" marR="14094" marT="14094" marB="1146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Root node</a:t>
                      </a:r>
                      <a:endParaRPr lang="en-IN" sz="2000" b="0" i="0" u="none" strike="noStrike" cap="none" spc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94" marR="14094" marT="14094" marB="1146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/html/body/div</a:t>
                      </a:r>
                      <a:endParaRPr lang="en-IN" sz="2000" b="0" i="0" u="none" strike="noStrike" cap="none" spc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94" marR="14094" marT="14094" marB="1146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Absolute path from root</a:t>
                      </a:r>
                      <a:endParaRPr lang="en-IN" sz="2000" b="0" i="0" u="none" strike="noStrike" cap="none" spc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94" marR="14094" marT="14094" marB="1146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7250021"/>
                  </a:ext>
                </a:extLst>
              </a:tr>
              <a:tr h="7863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//</a:t>
                      </a:r>
                      <a:endParaRPr lang="en-IN" sz="2000" b="0" i="0" u="none" strike="noStrike" cap="none" spc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94" marR="14094" marT="14094" marB="1146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Anywhere in document</a:t>
                      </a:r>
                      <a:endParaRPr lang="en-IN" sz="2000" b="0" i="0" u="none" strike="noStrike" cap="none" spc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94" marR="14094" marT="14094" marB="1146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//input</a:t>
                      </a:r>
                      <a:endParaRPr lang="en-IN" sz="2000" b="0" i="0" u="none" strike="noStrike" cap="none" spc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94" marR="14094" marT="14094" marB="1146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Finds all </a:t>
                      </a:r>
                      <a:r>
                        <a:rPr lang="en-IN" sz="20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&lt;input&gt;</a:t>
                      </a:r>
                      <a:r>
                        <a:rPr lang="en-IN" sz="20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 elements</a:t>
                      </a:r>
                      <a:endParaRPr lang="en-IN" sz="2000" b="0" i="0" u="none" strike="noStrike" cap="none" spc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94" marR="14094" marT="14094" marB="1146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9598769"/>
                  </a:ext>
                </a:extLst>
              </a:tr>
              <a:tr h="7863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.</a:t>
                      </a:r>
                      <a:endParaRPr lang="en-IN" sz="2000" b="0" i="0" u="none" strike="noStrike" cap="none" spc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94" marR="14094" marT="14094" marB="1146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Current node</a:t>
                      </a:r>
                      <a:endParaRPr lang="en-IN" sz="2000" b="0" i="0" u="none" strike="noStrike" cap="none" spc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94" marR="14094" marT="14094" marB="1146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.</a:t>
                      </a:r>
                      <a:endParaRPr lang="en-IN" sz="2000" b="0" i="0" u="none" strike="noStrike" cap="none" spc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94" marR="14094" marT="14094" marB="1146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Refers to current node</a:t>
                      </a:r>
                      <a:endParaRPr lang="en-IN" sz="2000" b="0" i="0" u="none" strike="noStrike" cap="none" spc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94" marR="14094" marT="14094" marB="1146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5192474"/>
                  </a:ext>
                </a:extLst>
              </a:tr>
              <a:tr h="48051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..</a:t>
                      </a:r>
                      <a:endParaRPr lang="en-IN" sz="2000" b="0" i="0" u="none" strike="noStrike" cap="none" spc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94" marR="14094" marT="14094" marB="1146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Parent node</a:t>
                      </a:r>
                      <a:endParaRPr lang="en-IN" sz="2000" b="0" i="0" u="none" strike="noStrike" cap="none" spc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94" marR="14094" marT="14094" marB="1146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./..</a:t>
                      </a:r>
                      <a:endParaRPr lang="en-IN" sz="2000" b="0" i="0" u="none" strike="noStrike" cap="none" spc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94" marR="14094" marT="14094" marB="1146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Moves up one level</a:t>
                      </a:r>
                      <a:endParaRPr lang="en-IN" sz="2000" b="0" i="0" u="none" strike="noStrike" cap="none" spc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94" marR="14094" marT="14094" marB="1146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253168"/>
                  </a:ext>
                </a:extLst>
              </a:tr>
              <a:tr h="7863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@</a:t>
                      </a:r>
                      <a:endParaRPr lang="en-IN" sz="2000" b="0" i="0" u="none" strike="noStrike" cap="none" spc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94" marR="14094" marT="14094" marB="1146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Attribute</a:t>
                      </a:r>
                      <a:endParaRPr lang="en-IN" sz="2000" b="0" i="0" u="none" strike="noStrike" cap="none" spc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94" marR="14094" marT="14094" marB="1146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//@href</a:t>
                      </a:r>
                      <a:endParaRPr lang="en-IN" sz="2000" b="0" i="0" u="none" strike="noStrike" cap="none" spc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94" marR="14094" marT="14094" marB="1146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Selects all </a:t>
                      </a:r>
                      <a:r>
                        <a:rPr lang="en-IN" sz="20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Arial Unicode MS" panose="020B0604020202020204" pitchFamily="34" charset="-128"/>
                        </a:rPr>
                        <a:t>href</a:t>
                      </a:r>
                      <a:r>
                        <a:rPr lang="en-IN" sz="20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 attributes</a:t>
                      </a:r>
                      <a:endParaRPr lang="en-IN" sz="2000" b="0" i="0" u="none" strike="noStrike" cap="none" spc="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094" marR="14094" marT="14094" marB="11469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9418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62110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83413-C563-1C35-BE57-B9C678C90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Predicates (Filters)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53CE5-81AF-50D1-1946-D0C1420ED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1" y="1809541"/>
            <a:ext cx="10909643" cy="6874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Used inside square brackets [] to refine selections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58D5B34-99E6-BC4A-8B67-D3FE31DC32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300936"/>
              </p:ext>
            </p:extLst>
          </p:nvPr>
        </p:nvGraphicFramePr>
        <p:xfrm>
          <a:off x="671961" y="2633472"/>
          <a:ext cx="10845030" cy="3586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7708">
                  <a:extLst>
                    <a:ext uri="{9D8B030D-6E8A-4147-A177-3AD203B41FA5}">
                      <a16:colId xmlns:a16="http://schemas.microsoft.com/office/drawing/2014/main" val="1051145244"/>
                    </a:ext>
                  </a:extLst>
                </a:gridCol>
                <a:gridCol w="3816382">
                  <a:extLst>
                    <a:ext uri="{9D8B030D-6E8A-4147-A177-3AD203B41FA5}">
                      <a16:colId xmlns:a16="http://schemas.microsoft.com/office/drawing/2014/main" val="2230926640"/>
                    </a:ext>
                  </a:extLst>
                </a:gridCol>
                <a:gridCol w="3920940">
                  <a:extLst>
                    <a:ext uri="{9D8B030D-6E8A-4147-A177-3AD203B41FA5}">
                      <a16:colId xmlns:a16="http://schemas.microsoft.com/office/drawing/2014/main" val="3377896773"/>
                    </a:ext>
                  </a:extLst>
                </a:gridCol>
              </a:tblGrid>
              <a:tr h="4815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500" u="none" strike="noStrike" dirty="0">
                          <a:effectLst/>
                        </a:rPr>
                        <a:t>Predicate</a:t>
                      </a:r>
                      <a:endParaRPr lang="en-IN" sz="25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22" marR="14522" marT="1452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500" u="none" strike="noStrike" dirty="0">
                          <a:effectLst/>
                        </a:rPr>
                        <a:t>Example</a:t>
                      </a:r>
                      <a:endParaRPr lang="en-IN" sz="25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22" marR="14522" marT="1452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500" u="none" strike="noStrike" dirty="0">
                          <a:effectLst/>
                        </a:rPr>
                        <a:t>Description</a:t>
                      </a:r>
                      <a:endParaRPr lang="en-IN" sz="25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22" marR="14522" marT="14522" marB="0" anchor="ctr"/>
                </a:tc>
                <a:extLst>
                  <a:ext uri="{0D108BD9-81ED-4DB2-BD59-A6C34878D82A}">
                    <a16:rowId xmlns:a16="http://schemas.microsoft.com/office/drawing/2014/main" val="1828293221"/>
                  </a:ext>
                </a:extLst>
              </a:tr>
              <a:tr h="4815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300" u="none" strike="noStrike" dirty="0">
                          <a:effectLst/>
                        </a:rPr>
                        <a:t>[n]</a:t>
                      </a:r>
                      <a:endParaRPr lang="en-IN" sz="23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4522" marR="14522" marT="1452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300" u="none" strike="noStrike" dirty="0">
                          <a:effectLst/>
                        </a:rPr>
                        <a:t>//li[3]</a:t>
                      </a:r>
                      <a:endParaRPr lang="en-IN" sz="23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4522" marR="14522" marT="1452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500" u="none" strike="noStrike" dirty="0">
                          <a:effectLst/>
                        </a:rPr>
                        <a:t>Third </a:t>
                      </a:r>
                      <a:r>
                        <a:rPr lang="en-IN" sz="2300" u="none" strike="noStrike" dirty="0">
                          <a:effectLst/>
                        </a:rPr>
                        <a:t>&lt;li&gt;</a:t>
                      </a:r>
                      <a:r>
                        <a:rPr lang="en-IN" sz="2500" u="none" strike="noStrike" dirty="0">
                          <a:effectLst/>
                        </a:rPr>
                        <a:t> element</a:t>
                      </a:r>
                      <a:endParaRPr lang="en-IN" sz="2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22" marR="14522" marT="14522" marB="0" anchor="ctr"/>
                </a:tc>
                <a:extLst>
                  <a:ext uri="{0D108BD9-81ED-4DB2-BD59-A6C34878D82A}">
                    <a16:rowId xmlns:a16="http://schemas.microsoft.com/office/drawing/2014/main" val="2977682754"/>
                  </a:ext>
                </a:extLst>
              </a:tr>
              <a:tr h="48155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300" u="none" strike="noStrike" dirty="0">
                          <a:effectLst/>
                        </a:rPr>
                        <a:t>[last()]</a:t>
                      </a:r>
                      <a:endParaRPr lang="en-IN" sz="23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4522" marR="14522" marT="1452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300" u="none" strike="noStrike" dirty="0">
                          <a:effectLst/>
                        </a:rPr>
                        <a:t>//div[last()]</a:t>
                      </a:r>
                      <a:endParaRPr lang="en-IN" sz="23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4522" marR="14522" marT="1452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500" u="none" strike="noStrike" dirty="0">
                          <a:effectLst/>
                        </a:rPr>
                        <a:t>Last </a:t>
                      </a:r>
                      <a:r>
                        <a:rPr lang="en-IN" sz="2300" u="none" strike="noStrike" dirty="0">
                          <a:effectLst/>
                        </a:rPr>
                        <a:t>&lt;div&gt;</a:t>
                      </a:r>
                      <a:r>
                        <a:rPr lang="en-IN" sz="2500" u="none" strike="noStrike" dirty="0">
                          <a:effectLst/>
                        </a:rPr>
                        <a:t> element</a:t>
                      </a:r>
                      <a:endParaRPr lang="en-IN" sz="2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22" marR="14522" marT="14522" marB="0" anchor="ctr"/>
                </a:tc>
                <a:extLst>
                  <a:ext uri="{0D108BD9-81ED-4DB2-BD59-A6C34878D82A}">
                    <a16:rowId xmlns:a16="http://schemas.microsoft.com/office/drawing/2014/main" val="210618008"/>
                  </a:ext>
                </a:extLst>
              </a:tr>
              <a:tr h="864931">
                <a:tc>
                  <a:txBody>
                    <a:bodyPr/>
                    <a:lstStyle/>
                    <a:p>
                      <a:pPr algn="l" fontAlgn="ctr"/>
                      <a:r>
                        <a:rPr lang="en-IN" sz="2300" u="none" strike="noStrike" dirty="0">
                          <a:effectLst/>
                        </a:rPr>
                        <a:t>[@id='login']</a:t>
                      </a:r>
                      <a:endParaRPr lang="en-IN" sz="23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4522" marR="14522" marT="1452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300" u="none" strike="noStrike" dirty="0">
                          <a:effectLst/>
                        </a:rPr>
                        <a:t>//input[@id='login']</a:t>
                      </a:r>
                      <a:endParaRPr lang="en-IN" sz="23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4522" marR="14522" marT="1452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500" u="none" strike="noStrike" dirty="0">
                          <a:effectLst/>
                        </a:rPr>
                        <a:t>Element with specific attribute</a:t>
                      </a:r>
                      <a:endParaRPr lang="en-IN" sz="2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22" marR="14522" marT="14522" marB="0" anchor="ctr"/>
                </a:tc>
                <a:extLst>
                  <a:ext uri="{0D108BD9-81ED-4DB2-BD59-A6C34878D82A}">
                    <a16:rowId xmlns:a16="http://schemas.microsoft.com/office/drawing/2014/main" val="3292091992"/>
                  </a:ext>
                </a:extLst>
              </a:tr>
              <a:tr h="795225">
                <a:tc>
                  <a:txBody>
                    <a:bodyPr/>
                    <a:lstStyle/>
                    <a:p>
                      <a:pPr algn="l" fontAlgn="ctr"/>
                      <a:r>
                        <a:rPr lang="en-IN" sz="2300" u="none" strike="noStrike" dirty="0">
                          <a:effectLst/>
                        </a:rPr>
                        <a:t>[contains(@class, 'active')]</a:t>
                      </a:r>
                      <a:endParaRPr lang="en-IN" sz="23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4522" marR="14522" marT="1452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300" u="none" strike="noStrike" dirty="0">
                          <a:effectLst/>
                        </a:rPr>
                        <a:t>//div[contains(@class, 'active')]</a:t>
                      </a:r>
                      <a:endParaRPr lang="en-IN" sz="23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4522" marR="14522" marT="1452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500" u="none" strike="noStrike" dirty="0">
                          <a:effectLst/>
                        </a:rPr>
                        <a:t>Partial match</a:t>
                      </a:r>
                      <a:endParaRPr lang="en-IN" sz="2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22" marR="14522" marT="14522" marB="0" anchor="ctr"/>
                </a:tc>
                <a:extLst>
                  <a:ext uri="{0D108BD9-81ED-4DB2-BD59-A6C34878D82A}">
                    <a16:rowId xmlns:a16="http://schemas.microsoft.com/office/drawing/2014/main" val="4201579711"/>
                  </a:ext>
                </a:extLst>
              </a:tr>
              <a:tr h="481550">
                <a:tc>
                  <a:txBody>
                    <a:bodyPr/>
                    <a:lstStyle/>
                    <a:p>
                      <a:pPr algn="l" fontAlgn="ctr"/>
                      <a:r>
                        <a:rPr lang="en-IN" sz="2300" u="none" strike="noStrike" dirty="0">
                          <a:effectLst/>
                        </a:rPr>
                        <a:t>[not(@type='hidden')]</a:t>
                      </a:r>
                      <a:endParaRPr lang="en-IN" sz="23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4522" marR="14522" marT="1452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300" u="none" strike="noStrike" dirty="0">
                          <a:effectLst/>
                        </a:rPr>
                        <a:t>//input[not(@type='hidden')]</a:t>
                      </a:r>
                      <a:endParaRPr lang="en-IN" sz="23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4522" marR="14522" marT="1452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500" u="none" strike="noStrike" dirty="0">
                          <a:effectLst/>
                        </a:rPr>
                        <a:t>Excludes hidden inputs</a:t>
                      </a:r>
                      <a:endParaRPr lang="en-IN" sz="25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4522" marR="14522" marT="14522" marB="0" anchor="ctr"/>
                </a:tc>
                <a:extLst>
                  <a:ext uri="{0D108BD9-81ED-4DB2-BD59-A6C34878D82A}">
                    <a16:rowId xmlns:a16="http://schemas.microsoft.com/office/drawing/2014/main" val="5848628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99085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5F4C53-B3FB-7613-D408-6B1CC9E31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3F3D2-0CDE-AD23-8D48-22D695B97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1" y="1809541"/>
            <a:ext cx="10909643" cy="6874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XPath includes built-in functions to manipulate strings, positions, and values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0E8BDEF-AB8D-297E-1299-E0FAD75CB9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309301"/>
              </p:ext>
            </p:extLst>
          </p:nvPr>
        </p:nvGraphicFramePr>
        <p:xfrm>
          <a:off x="320040" y="2803880"/>
          <a:ext cx="11548873" cy="32455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851">
                  <a:extLst>
                    <a:ext uri="{9D8B030D-6E8A-4147-A177-3AD203B41FA5}">
                      <a16:colId xmlns:a16="http://schemas.microsoft.com/office/drawing/2014/main" val="3555819204"/>
                    </a:ext>
                  </a:extLst>
                </a:gridCol>
                <a:gridCol w="3764409">
                  <a:extLst>
                    <a:ext uri="{9D8B030D-6E8A-4147-A177-3AD203B41FA5}">
                      <a16:colId xmlns:a16="http://schemas.microsoft.com/office/drawing/2014/main" val="1844386474"/>
                    </a:ext>
                  </a:extLst>
                </a:gridCol>
                <a:gridCol w="4339613">
                  <a:extLst>
                    <a:ext uri="{9D8B030D-6E8A-4147-A177-3AD203B41FA5}">
                      <a16:colId xmlns:a16="http://schemas.microsoft.com/office/drawing/2014/main" val="1253421862"/>
                    </a:ext>
                  </a:extLst>
                </a:gridCol>
              </a:tblGrid>
              <a:tr h="42417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 dirty="0">
                          <a:effectLst/>
                        </a:rPr>
                        <a:t>Function</a:t>
                      </a:r>
                      <a:endParaRPr lang="en-IN" sz="2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92" marR="12792" marT="1279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 dirty="0">
                          <a:effectLst/>
                        </a:rPr>
                        <a:t>Example</a:t>
                      </a:r>
                      <a:endParaRPr lang="en-IN" sz="2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92" marR="12792" marT="1279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200" u="none" strike="noStrike" dirty="0">
                          <a:effectLst/>
                        </a:rPr>
                        <a:t>Purpose</a:t>
                      </a:r>
                      <a:endParaRPr lang="en-IN" sz="2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92" marR="12792" marT="12792" marB="0" anchor="ctr"/>
                </a:tc>
                <a:extLst>
                  <a:ext uri="{0D108BD9-81ED-4DB2-BD59-A6C34878D82A}">
                    <a16:rowId xmlns:a16="http://schemas.microsoft.com/office/drawing/2014/main" val="353049646"/>
                  </a:ext>
                </a:extLst>
              </a:tr>
              <a:tr h="424177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>
                          <a:effectLst/>
                        </a:rPr>
                        <a:t>text()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2792" marR="12792" marT="1279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>
                          <a:effectLst/>
                        </a:rPr>
                        <a:t>//p[text()='Hello']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2792" marR="12792" marT="1279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200" u="none" strike="noStrike" dirty="0">
                          <a:effectLst/>
                        </a:rPr>
                        <a:t>Matches exact text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92" marR="12792" marT="12792" marB="0" anchor="ctr"/>
                </a:tc>
                <a:extLst>
                  <a:ext uri="{0D108BD9-81ED-4DB2-BD59-A6C34878D82A}">
                    <a16:rowId xmlns:a16="http://schemas.microsoft.com/office/drawing/2014/main" val="1093308699"/>
                  </a:ext>
                </a:extLst>
              </a:tr>
              <a:tr h="424177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>
                          <a:effectLst/>
                        </a:rPr>
                        <a:t>contains()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2792" marR="12792" marT="1279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>
                          <a:effectLst/>
                        </a:rPr>
                        <a:t>//div[contains(@class, 'note')]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2792" marR="12792" marT="1279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200" u="none" strike="noStrike" dirty="0">
                          <a:effectLst/>
                        </a:rPr>
                        <a:t>Partial match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92" marR="12792" marT="12792" marB="0" anchor="ctr"/>
                </a:tc>
                <a:extLst>
                  <a:ext uri="{0D108BD9-81ED-4DB2-BD59-A6C34878D82A}">
                    <a16:rowId xmlns:a16="http://schemas.microsoft.com/office/drawing/2014/main" val="3537094802"/>
                  </a:ext>
                </a:extLst>
              </a:tr>
              <a:tr h="424177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>
                          <a:effectLst/>
                        </a:rPr>
                        <a:t>starts-with()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2792" marR="12792" marT="1279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>
                          <a:effectLst/>
                        </a:rPr>
                        <a:t>//a[starts-with(@href, 'http')]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2792" marR="12792" marT="1279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200" u="none" strike="noStrike" dirty="0">
                          <a:effectLst/>
                        </a:rPr>
                        <a:t>Prefix match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92" marR="12792" marT="12792" marB="0" anchor="ctr"/>
                </a:tc>
                <a:extLst>
                  <a:ext uri="{0D108BD9-81ED-4DB2-BD59-A6C34878D82A}">
                    <a16:rowId xmlns:a16="http://schemas.microsoft.com/office/drawing/2014/main" val="48283813"/>
                  </a:ext>
                </a:extLst>
              </a:tr>
              <a:tr h="700480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>
                          <a:effectLst/>
                        </a:rPr>
                        <a:t>normalize-space()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2792" marR="12792" marT="1279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>
                          <a:effectLst/>
                        </a:rPr>
                        <a:t>//td[normalize-space(text())='Clean']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2792" marR="12792" marT="1279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200" u="none" strike="noStrike" dirty="0">
                          <a:effectLst/>
                        </a:rPr>
                        <a:t>Trims whitespace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92" marR="12792" marT="12792" marB="0" anchor="ctr"/>
                </a:tc>
                <a:extLst>
                  <a:ext uri="{0D108BD9-81ED-4DB2-BD59-A6C34878D82A}">
                    <a16:rowId xmlns:a16="http://schemas.microsoft.com/office/drawing/2014/main" val="838986932"/>
                  </a:ext>
                </a:extLst>
              </a:tr>
              <a:tr h="424177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>
                          <a:effectLst/>
                        </a:rPr>
                        <a:t>position()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2792" marR="12792" marT="1279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>
                          <a:effectLst/>
                        </a:rPr>
                        <a:t>//li[position()=2]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2792" marR="12792" marT="1279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200" u="none" strike="noStrike" dirty="0">
                          <a:effectLst/>
                        </a:rPr>
                        <a:t>Selects by position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92" marR="12792" marT="12792" marB="0" anchor="ctr"/>
                </a:tc>
                <a:extLst>
                  <a:ext uri="{0D108BD9-81ED-4DB2-BD59-A6C34878D82A}">
                    <a16:rowId xmlns:a16="http://schemas.microsoft.com/office/drawing/2014/main" val="3125245612"/>
                  </a:ext>
                </a:extLst>
              </a:tr>
              <a:tr h="424177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>
                          <a:effectLst/>
                        </a:rPr>
                        <a:t>count()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2792" marR="12792" marT="1279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>
                          <a:effectLst/>
                        </a:rPr>
                        <a:t>count(//div)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2792" marR="12792" marT="1279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200" u="none" strike="noStrike" dirty="0">
                          <a:effectLst/>
                        </a:rPr>
                        <a:t>Counts nodes</a:t>
                      </a:r>
                      <a:endParaRPr lang="en-IN" sz="22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792" marR="12792" marT="12792" marB="0" anchor="ctr"/>
                </a:tc>
                <a:extLst>
                  <a:ext uri="{0D108BD9-81ED-4DB2-BD59-A6C34878D82A}">
                    <a16:rowId xmlns:a16="http://schemas.microsoft.com/office/drawing/2014/main" val="8218991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96503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3A1BDC-6647-9126-96D4-B8D8A1D7A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Axes (DOM Navigation)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FC4D41-E3FA-4A04-B277-D21F01F2D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881" y="1809541"/>
            <a:ext cx="10909643" cy="68740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Axes define relationships between nodes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E587792-5801-CB77-D7EA-8CC4061EB6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816801"/>
              </p:ext>
            </p:extLst>
          </p:nvPr>
        </p:nvGraphicFramePr>
        <p:xfrm>
          <a:off x="616866" y="2633472"/>
          <a:ext cx="10955221" cy="3586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3117">
                  <a:extLst>
                    <a:ext uri="{9D8B030D-6E8A-4147-A177-3AD203B41FA5}">
                      <a16:colId xmlns:a16="http://schemas.microsoft.com/office/drawing/2014/main" val="4020965190"/>
                    </a:ext>
                  </a:extLst>
                </a:gridCol>
                <a:gridCol w="3694461">
                  <a:extLst>
                    <a:ext uri="{9D8B030D-6E8A-4147-A177-3AD203B41FA5}">
                      <a16:colId xmlns:a16="http://schemas.microsoft.com/office/drawing/2014/main" val="2446235939"/>
                    </a:ext>
                  </a:extLst>
                </a:gridCol>
                <a:gridCol w="4047643">
                  <a:extLst>
                    <a:ext uri="{9D8B030D-6E8A-4147-A177-3AD203B41FA5}">
                      <a16:colId xmlns:a16="http://schemas.microsoft.com/office/drawing/2014/main" val="3517046319"/>
                    </a:ext>
                  </a:extLst>
                </a:gridCol>
              </a:tblGrid>
              <a:tr h="39848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 dirty="0">
                          <a:effectLst/>
                        </a:rPr>
                        <a:t>Axis</a:t>
                      </a:r>
                      <a:endParaRPr lang="en-IN" sz="2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017" marR="12017" marT="12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 dirty="0">
                          <a:effectLst/>
                        </a:rPr>
                        <a:t>Example</a:t>
                      </a:r>
                      <a:endParaRPr lang="en-IN" sz="2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017" marR="12017" marT="12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 dirty="0">
                          <a:effectLst/>
                        </a:rPr>
                        <a:t>Description</a:t>
                      </a:r>
                      <a:endParaRPr lang="en-IN" sz="2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017" marR="12017" marT="12017" marB="0" anchor="ctr"/>
                </a:tc>
                <a:extLst>
                  <a:ext uri="{0D108BD9-81ED-4DB2-BD59-A6C34878D82A}">
                    <a16:rowId xmlns:a16="http://schemas.microsoft.com/office/drawing/2014/main" val="1307621851"/>
                  </a:ext>
                </a:extLst>
              </a:tr>
              <a:tr h="3984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dirty="0">
                          <a:effectLst/>
                        </a:rPr>
                        <a:t>child::</a:t>
                      </a:r>
                      <a:endParaRPr lang="en-IN" sz="19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2017" marR="12017" marT="120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dirty="0">
                          <a:effectLst/>
                        </a:rPr>
                        <a:t>//div/child::p</a:t>
                      </a:r>
                      <a:endParaRPr lang="en-IN" sz="19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2017" marR="12017" marT="120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100" u="none" strike="noStrike" dirty="0">
                          <a:effectLst/>
                        </a:rPr>
                        <a:t>Direct children</a:t>
                      </a:r>
                      <a:endParaRPr lang="en-IN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017" marR="12017" marT="12017" marB="0" anchor="ctr"/>
                </a:tc>
                <a:extLst>
                  <a:ext uri="{0D108BD9-81ED-4DB2-BD59-A6C34878D82A}">
                    <a16:rowId xmlns:a16="http://schemas.microsoft.com/office/drawing/2014/main" val="1836859289"/>
                  </a:ext>
                </a:extLst>
              </a:tr>
              <a:tr h="3984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dirty="0">
                          <a:effectLst/>
                        </a:rPr>
                        <a:t>parent::</a:t>
                      </a:r>
                      <a:endParaRPr lang="en-IN" sz="19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2017" marR="12017" marT="120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dirty="0">
                          <a:effectLst/>
                        </a:rPr>
                        <a:t>//span/parent::div</a:t>
                      </a:r>
                      <a:endParaRPr lang="en-IN" sz="19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2017" marR="12017" marT="120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100" u="none" strike="noStrike" dirty="0">
                          <a:effectLst/>
                        </a:rPr>
                        <a:t>Parent node</a:t>
                      </a:r>
                      <a:endParaRPr lang="en-IN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017" marR="12017" marT="12017" marB="0" anchor="ctr"/>
                </a:tc>
                <a:extLst>
                  <a:ext uri="{0D108BD9-81ED-4DB2-BD59-A6C34878D82A}">
                    <a16:rowId xmlns:a16="http://schemas.microsoft.com/office/drawing/2014/main" val="1995861811"/>
                  </a:ext>
                </a:extLst>
              </a:tr>
              <a:tr h="3984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dirty="0">
                          <a:effectLst/>
                        </a:rPr>
                        <a:t>ancestor::</a:t>
                      </a:r>
                      <a:endParaRPr lang="en-IN" sz="19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2017" marR="12017" marT="120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dirty="0">
                          <a:effectLst/>
                        </a:rPr>
                        <a:t>//span/ancestor::div</a:t>
                      </a:r>
                      <a:endParaRPr lang="en-IN" sz="19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2017" marR="12017" marT="120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100" u="none" strike="noStrike" dirty="0">
                          <a:effectLst/>
                        </a:rPr>
                        <a:t>All ancestors</a:t>
                      </a:r>
                      <a:endParaRPr lang="en-IN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017" marR="12017" marT="12017" marB="0" anchor="ctr"/>
                </a:tc>
                <a:extLst>
                  <a:ext uri="{0D108BD9-81ED-4DB2-BD59-A6C34878D82A}">
                    <a16:rowId xmlns:a16="http://schemas.microsoft.com/office/drawing/2014/main" val="2511344127"/>
                  </a:ext>
                </a:extLst>
              </a:tr>
              <a:tr h="3984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dirty="0">
                          <a:effectLst/>
                        </a:rPr>
                        <a:t>descendant::</a:t>
                      </a:r>
                      <a:endParaRPr lang="en-IN" sz="19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2017" marR="12017" marT="120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dirty="0">
                          <a:effectLst/>
                        </a:rPr>
                        <a:t>//div/descendant::p</a:t>
                      </a:r>
                      <a:endParaRPr lang="en-IN" sz="19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2017" marR="12017" marT="120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100" u="none" strike="noStrike" dirty="0">
                          <a:effectLst/>
                        </a:rPr>
                        <a:t>All descendants</a:t>
                      </a:r>
                      <a:endParaRPr lang="en-IN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017" marR="12017" marT="12017" marB="0" anchor="ctr"/>
                </a:tc>
                <a:extLst>
                  <a:ext uri="{0D108BD9-81ED-4DB2-BD59-A6C34878D82A}">
                    <a16:rowId xmlns:a16="http://schemas.microsoft.com/office/drawing/2014/main" val="2360073119"/>
                  </a:ext>
                </a:extLst>
              </a:tr>
              <a:tr h="3984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dirty="0">
                          <a:effectLst/>
                        </a:rPr>
                        <a:t>following::</a:t>
                      </a:r>
                      <a:endParaRPr lang="en-IN" sz="19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2017" marR="12017" marT="120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dirty="0">
                          <a:effectLst/>
                        </a:rPr>
                        <a:t>//h2/following::p</a:t>
                      </a:r>
                      <a:endParaRPr lang="en-IN" sz="19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2017" marR="12017" marT="120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100" u="none" strike="noStrike" dirty="0">
                          <a:effectLst/>
                        </a:rPr>
                        <a:t>All nodes after </a:t>
                      </a:r>
                      <a:r>
                        <a:rPr lang="en-IN" sz="1900" u="none" strike="noStrike" dirty="0">
                          <a:effectLst/>
                        </a:rPr>
                        <a:t>&lt;h2&gt;</a:t>
                      </a:r>
                      <a:endParaRPr lang="en-IN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017" marR="12017" marT="12017" marB="0" anchor="ctr"/>
                </a:tc>
                <a:extLst>
                  <a:ext uri="{0D108BD9-81ED-4DB2-BD59-A6C34878D82A}">
                    <a16:rowId xmlns:a16="http://schemas.microsoft.com/office/drawing/2014/main" val="2802190693"/>
                  </a:ext>
                </a:extLst>
              </a:tr>
              <a:tr h="3984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dirty="0">
                          <a:effectLst/>
                        </a:rPr>
                        <a:t>preceding::</a:t>
                      </a:r>
                      <a:endParaRPr lang="en-IN" sz="19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2017" marR="12017" marT="120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dirty="0">
                          <a:effectLst/>
                        </a:rPr>
                        <a:t>//h2/preceding::p</a:t>
                      </a:r>
                      <a:endParaRPr lang="en-IN" sz="19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2017" marR="12017" marT="120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100" u="none" strike="noStrike" dirty="0">
                          <a:effectLst/>
                        </a:rPr>
                        <a:t>All nodes before </a:t>
                      </a:r>
                      <a:r>
                        <a:rPr lang="en-IN" sz="1900" u="none" strike="noStrike" dirty="0">
                          <a:effectLst/>
                        </a:rPr>
                        <a:t>&lt;h2&gt;</a:t>
                      </a:r>
                      <a:endParaRPr lang="en-IN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017" marR="12017" marT="12017" marB="0" anchor="ctr"/>
                </a:tc>
                <a:extLst>
                  <a:ext uri="{0D108BD9-81ED-4DB2-BD59-A6C34878D82A}">
                    <a16:rowId xmlns:a16="http://schemas.microsoft.com/office/drawing/2014/main" val="3442657860"/>
                  </a:ext>
                </a:extLst>
              </a:tr>
              <a:tr h="3984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dirty="0">
                          <a:effectLst/>
                        </a:rPr>
                        <a:t>following-sibling::</a:t>
                      </a:r>
                      <a:endParaRPr lang="en-IN" sz="19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2017" marR="12017" marT="120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dirty="0">
                          <a:effectLst/>
                        </a:rPr>
                        <a:t>//h2/following-sibling::div</a:t>
                      </a:r>
                      <a:endParaRPr lang="en-IN" sz="19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2017" marR="12017" marT="120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100" u="none" strike="noStrike" dirty="0">
                          <a:effectLst/>
                        </a:rPr>
                        <a:t>Sibling </a:t>
                      </a:r>
                      <a:r>
                        <a:rPr lang="en-IN" sz="1900" u="none" strike="noStrike" dirty="0">
                          <a:effectLst/>
                        </a:rPr>
                        <a:t>&lt;div&gt;</a:t>
                      </a:r>
                      <a:r>
                        <a:rPr lang="en-IN" sz="2100" u="none" strike="noStrike" dirty="0">
                          <a:effectLst/>
                        </a:rPr>
                        <a:t> after </a:t>
                      </a:r>
                      <a:r>
                        <a:rPr lang="en-IN" sz="1900" u="none" strike="noStrike" dirty="0">
                          <a:effectLst/>
                        </a:rPr>
                        <a:t>&lt;h2&gt;</a:t>
                      </a:r>
                      <a:endParaRPr lang="en-IN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017" marR="12017" marT="12017" marB="0" anchor="ctr"/>
                </a:tc>
                <a:extLst>
                  <a:ext uri="{0D108BD9-81ED-4DB2-BD59-A6C34878D82A}">
                    <a16:rowId xmlns:a16="http://schemas.microsoft.com/office/drawing/2014/main" val="2491304624"/>
                  </a:ext>
                </a:extLst>
              </a:tr>
              <a:tr h="3984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dirty="0">
                          <a:effectLst/>
                        </a:rPr>
                        <a:t>preceding-sibling::</a:t>
                      </a:r>
                      <a:endParaRPr lang="en-IN" sz="19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2017" marR="12017" marT="120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dirty="0">
                          <a:effectLst/>
                        </a:rPr>
                        <a:t>//h2/preceding-sibling::div</a:t>
                      </a:r>
                      <a:endParaRPr lang="en-IN" sz="19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2017" marR="12017" marT="12017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100" u="none" strike="noStrike" dirty="0">
                          <a:effectLst/>
                        </a:rPr>
                        <a:t>Sibling </a:t>
                      </a:r>
                      <a:r>
                        <a:rPr lang="en-IN" sz="1900" u="none" strike="noStrike" dirty="0">
                          <a:effectLst/>
                        </a:rPr>
                        <a:t>&lt;div&gt;</a:t>
                      </a:r>
                      <a:r>
                        <a:rPr lang="en-IN" sz="2100" u="none" strike="noStrike" dirty="0">
                          <a:effectLst/>
                        </a:rPr>
                        <a:t> before </a:t>
                      </a:r>
                      <a:r>
                        <a:rPr lang="en-IN" sz="1900" u="none" strike="noStrike" dirty="0">
                          <a:effectLst/>
                        </a:rPr>
                        <a:t>&lt;h2&gt;</a:t>
                      </a:r>
                      <a:endParaRPr lang="en-IN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017" marR="12017" marT="12017" marB="0" anchor="ctr"/>
                </a:tc>
                <a:extLst>
                  <a:ext uri="{0D108BD9-81ED-4DB2-BD59-A6C34878D82A}">
                    <a16:rowId xmlns:a16="http://schemas.microsoft.com/office/drawing/2014/main" val="2154631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32034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832DDE-7B63-9A74-6918-12BE67E69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Wildcards and Node Types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393266A-AB27-9989-B8EA-85311B4C76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1736735"/>
              </p:ext>
            </p:extLst>
          </p:nvPr>
        </p:nvGraphicFramePr>
        <p:xfrm>
          <a:off x="320040" y="2908908"/>
          <a:ext cx="11548872" cy="3035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6845">
                  <a:extLst>
                    <a:ext uri="{9D8B030D-6E8A-4147-A177-3AD203B41FA5}">
                      <a16:colId xmlns:a16="http://schemas.microsoft.com/office/drawing/2014/main" val="4163378332"/>
                    </a:ext>
                  </a:extLst>
                </a:gridCol>
                <a:gridCol w="3668733">
                  <a:extLst>
                    <a:ext uri="{9D8B030D-6E8A-4147-A177-3AD203B41FA5}">
                      <a16:colId xmlns:a16="http://schemas.microsoft.com/office/drawing/2014/main" val="3121186793"/>
                    </a:ext>
                  </a:extLst>
                </a:gridCol>
                <a:gridCol w="5153294">
                  <a:extLst>
                    <a:ext uri="{9D8B030D-6E8A-4147-A177-3AD203B41FA5}">
                      <a16:colId xmlns:a16="http://schemas.microsoft.com/office/drawing/2014/main" val="792304586"/>
                    </a:ext>
                  </a:extLst>
                </a:gridCol>
              </a:tblGrid>
              <a:tr h="63290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300" u="none" strike="noStrike" dirty="0">
                          <a:effectLst/>
                        </a:rPr>
                        <a:t>Symbol</a:t>
                      </a:r>
                      <a:endParaRPr lang="en-IN" sz="3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86" marR="19086" marT="1908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300" u="none" strike="noStrike" dirty="0">
                          <a:effectLst/>
                        </a:rPr>
                        <a:t>Example</a:t>
                      </a:r>
                      <a:endParaRPr lang="en-IN" sz="3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86" marR="19086" marT="1908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300" u="none" strike="noStrike" dirty="0">
                          <a:effectLst/>
                        </a:rPr>
                        <a:t>Meaning</a:t>
                      </a:r>
                      <a:endParaRPr lang="en-IN" sz="3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86" marR="19086" marT="19086" marB="0" anchor="ctr"/>
                </a:tc>
                <a:extLst>
                  <a:ext uri="{0D108BD9-81ED-4DB2-BD59-A6C34878D82A}">
                    <a16:rowId xmlns:a16="http://schemas.microsoft.com/office/drawing/2014/main" val="2169705980"/>
                  </a:ext>
                </a:extLst>
              </a:tr>
              <a:tr h="632901">
                <a:tc>
                  <a:txBody>
                    <a:bodyPr/>
                    <a:lstStyle/>
                    <a:p>
                      <a:pPr algn="l" fontAlgn="ctr"/>
                      <a:r>
                        <a:rPr lang="en-IN" sz="3000" u="none" strike="noStrike" dirty="0">
                          <a:effectLst/>
                        </a:rPr>
                        <a:t>*</a:t>
                      </a:r>
                      <a:endParaRPr lang="en-IN" sz="3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9086" marR="19086" marT="1908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000" u="none" strike="noStrike" dirty="0">
                          <a:effectLst/>
                        </a:rPr>
                        <a:t>//*</a:t>
                      </a:r>
                      <a:endParaRPr lang="en-IN" sz="3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9086" marR="19086" marT="1908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u="none" strike="noStrike" dirty="0">
                          <a:effectLst/>
                        </a:rPr>
                        <a:t>Any element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86" marR="19086" marT="19086" marB="0" anchor="ctr"/>
                </a:tc>
                <a:extLst>
                  <a:ext uri="{0D108BD9-81ED-4DB2-BD59-A6C34878D82A}">
                    <a16:rowId xmlns:a16="http://schemas.microsoft.com/office/drawing/2014/main" val="3169675638"/>
                  </a:ext>
                </a:extLst>
              </a:tr>
              <a:tr h="632901">
                <a:tc>
                  <a:txBody>
                    <a:bodyPr/>
                    <a:lstStyle/>
                    <a:p>
                      <a:pPr algn="l" fontAlgn="ctr"/>
                      <a:r>
                        <a:rPr lang="en-IN" sz="3000" u="none" strike="noStrike" dirty="0">
                          <a:effectLst/>
                        </a:rPr>
                        <a:t>@*</a:t>
                      </a:r>
                      <a:endParaRPr lang="en-IN" sz="3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9086" marR="19086" marT="1908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000" u="none" strike="noStrike" dirty="0">
                          <a:effectLst/>
                        </a:rPr>
                        <a:t>//@*</a:t>
                      </a:r>
                      <a:endParaRPr lang="en-IN" sz="3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9086" marR="19086" marT="1908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u="none" strike="noStrike" dirty="0">
                          <a:effectLst/>
                        </a:rPr>
                        <a:t>Any attribute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86" marR="19086" marT="19086" marB="0" anchor="ctr"/>
                </a:tc>
                <a:extLst>
                  <a:ext uri="{0D108BD9-81ED-4DB2-BD59-A6C34878D82A}">
                    <a16:rowId xmlns:a16="http://schemas.microsoft.com/office/drawing/2014/main" val="4112876231"/>
                  </a:ext>
                </a:extLst>
              </a:tr>
              <a:tr h="1136779">
                <a:tc>
                  <a:txBody>
                    <a:bodyPr/>
                    <a:lstStyle/>
                    <a:p>
                      <a:pPr algn="l" fontAlgn="ctr"/>
                      <a:r>
                        <a:rPr lang="en-IN" sz="3000" u="none" strike="noStrike" dirty="0">
                          <a:effectLst/>
                        </a:rPr>
                        <a:t>node()</a:t>
                      </a:r>
                      <a:endParaRPr lang="en-IN" sz="3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9086" marR="19086" marT="1908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000" u="none" strike="noStrike" dirty="0">
                          <a:effectLst/>
                        </a:rPr>
                        <a:t>//div/node()</a:t>
                      </a:r>
                      <a:endParaRPr lang="en-IN" sz="3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9086" marR="19086" marT="1908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u="none" strike="noStrike" dirty="0">
                          <a:effectLst/>
                        </a:rPr>
                        <a:t>Any node type (text, element, comment)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86" marR="19086" marT="19086" marB="0" anchor="ctr"/>
                </a:tc>
                <a:extLst>
                  <a:ext uri="{0D108BD9-81ED-4DB2-BD59-A6C34878D82A}">
                    <a16:rowId xmlns:a16="http://schemas.microsoft.com/office/drawing/2014/main" val="22481302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38320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375B2-FD38-4EF6-C6B5-39228B6CD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3" y="3752849"/>
            <a:ext cx="3290887" cy="2452687"/>
          </a:xfrm>
        </p:spPr>
        <p:txBody>
          <a:bodyPr anchor="ctr">
            <a:normAutofit/>
          </a:bodyPr>
          <a:lstStyle/>
          <a:p>
            <a:r>
              <a:rPr lang="en-GB" sz="3600" dirty="0"/>
              <a:t>Locating Web Elements using CSS Selector</a:t>
            </a:r>
            <a:endParaRPr lang="en-IN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189E59-B26E-C57A-B666-D1B9525FC7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41" b="6333"/>
          <a:stretch>
            <a:fillRect/>
          </a:stretch>
        </p:blipFill>
        <p:spPr>
          <a:xfrm>
            <a:off x="20" y="10"/>
            <a:ext cx="12191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6FAC2-B5BE-A9CB-E62F-042CA13C3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5574" y="3752849"/>
            <a:ext cx="7485413" cy="2452687"/>
          </a:xfrm>
        </p:spPr>
        <p:txBody>
          <a:bodyPr anchor="ctr">
            <a:normAutofit/>
          </a:bodyPr>
          <a:lstStyle/>
          <a:p>
            <a:r>
              <a:rPr lang="en-GB" sz="2400" dirty="0"/>
              <a:t>CSS Selectors provide a fast and efficient way to identify and interact with web elements, making them a preferred choice for automation testing frameworks like Selenium</a:t>
            </a:r>
          </a:p>
          <a:p>
            <a:r>
              <a:rPr lang="en-GB" sz="2400" dirty="0"/>
              <a:t>offer cleaner and more readable expressions to locate elements precisely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0392804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34A180-538C-04D1-A650-2A380160E3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 dirty="0">
                <a:solidFill>
                  <a:srgbClr val="FFFFFF"/>
                </a:solidFill>
              </a:rPr>
              <a:t>Basic CSS Selectors</a:t>
            </a:r>
            <a:endParaRPr lang="en-IN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ADA5390-5BC8-459A-B960-80B78D1CD96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8945422"/>
              </p:ext>
            </p:extLst>
          </p:nvPr>
        </p:nvGraphicFramePr>
        <p:xfrm>
          <a:off x="644056" y="2830180"/>
          <a:ext cx="10927830" cy="2757606"/>
        </p:xfrm>
        <a:graphic>
          <a:graphicData uri="http://schemas.openxmlformats.org/drawingml/2006/table">
            <a:tbl>
              <a:tblPr/>
              <a:tblGrid>
                <a:gridCol w="2048834">
                  <a:extLst>
                    <a:ext uri="{9D8B030D-6E8A-4147-A177-3AD203B41FA5}">
                      <a16:colId xmlns:a16="http://schemas.microsoft.com/office/drawing/2014/main" val="4136059642"/>
                    </a:ext>
                  </a:extLst>
                </a:gridCol>
                <a:gridCol w="3297072">
                  <a:extLst>
                    <a:ext uri="{9D8B030D-6E8A-4147-A177-3AD203B41FA5}">
                      <a16:colId xmlns:a16="http://schemas.microsoft.com/office/drawing/2014/main" val="173332785"/>
                    </a:ext>
                  </a:extLst>
                </a:gridCol>
                <a:gridCol w="5581924">
                  <a:extLst>
                    <a:ext uri="{9D8B030D-6E8A-4147-A177-3AD203B41FA5}">
                      <a16:colId xmlns:a16="http://schemas.microsoft.com/office/drawing/2014/main" val="1518289591"/>
                    </a:ext>
                  </a:extLst>
                </a:gridCol>
              </a:tblGrid>
              <a:tr h="4757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5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Selector Type</a:t>
                      </a:r>
                      <a:endParaRPr lang="en-IN" sz="4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348" marR="14348" marT="143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5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Syntax Example</a:t>
                      </a:r>
                      <a:endParaRPr lang="en-IN" sz="4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348" marR="14348" marT="143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5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Java Selenium Example</a:t>
                      </a:r>
                      <a:endParaRPr lang="en-IN" sz="4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348" marR="14348" marT="143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543164"/>
                  </a:ext>
                </a:extLst>
              </a:tr>
              <a:tr h="4757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5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ID Selector</a:t>
                      </a:r>
                      <a:endParaRPr lang="en-IN" sz="4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348" marR="14348" marT="143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#loginBtn</a:t>
                      </a:r>
                      <a:endParaRPr lang="en-IN" sz="4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348" marR="14348" marT="143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By.cssSelector("#loginBtn")</a:t>
                      </a:r>
                      <a:endParaRPr lang="en-IN" sz="4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348" marR="14348" marT="143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222257"/>
                  </a:ext>
                </a:extLst>
              </a:tr>
              <a:tr h="4757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5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Class Selector</a:t>
                      </a:r>
                      <a:endParaRPr lang="en-IN" sz="4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348" marR="14348" marT="143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.form-control</a:t>
                      </a:r>
                      <a:endParaRPr lang="en-IN" sz="4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348" marR="14348" marT="143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By.cssSelector(".form-control")</a:t>
                      </a:r>
                      <a:endParaRPr lang="en-IN" sz="4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348" marR="14348" marT="143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3117838"/>
                  </a:ext>
                </a:extLst>
              </a:tr>
              <a:tr h="47576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5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Tag Selector</a:t>
                      </a:r>
                      <a:endParaRPr lang="en-IN" sz="4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348" marR="14348" marT="143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input</a:t>
                      </a:r>
                      <a:endParaRPr lang="en-IN" sz="4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348" marR="14348" marT="143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By.cssSelector("input")</a:t>
                      </a:r>
                      <a:endParaRPr lang="en-IN" sz="4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348" marR="14348" marT="143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0776684"/>
                  </a:ext>
                </a:extLst>
              </a:tr>
              <a:tr h="85454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5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Attribute Selector</a:t>
                      </a:r>
                      <a:endParaRPr lang="en-IN" sz="4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348" marR="14348" marT="143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input[name='username']</a:t>
                      </a:r>
                      <a:endParaRPr lang="en-IN" sz="4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348" marR="14348" marT="143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By.cssSelector("input[name='username']")</a:t>
                      </a:r>
                      <a:endParaRPr lang="en-GB" sz="4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348" marR="14348" marT="1434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5487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159777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6C4F28-647B-EEA9-32B5-468E92394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IN" sz="4000" dirty="0">
                <a:solidFill>
                  <a:srgbClr val="FFFFFF"/>
                </a:solidFill>
              </a:rPr>
              <a:t>Substring Matching Selectors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A82EF51-5500-2DA8-7CB4-77D07A96C2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9540640"/>
              </p:ext>
            </p:extLst>
          </p:nvPr>
        </p:nvGraphicFramePr>
        <p:xfrm>
          <a:off x="1639316" y="2945585"/>
          <a:ext cx="8937309" cy="2526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3154">
                  <a:extLst>
                    <a:ext uri="{9D8B030D-6E8A-4147-A177-3AD203B41FA5}">
                      <a16:colId xmlns:a16="http://schemas.microsoft.com/office/drawing/2014/main" val="265398626"/>
                    </a:ext>
                  </a:extLst>
                </a:gridCol>
                <a:gridCol w="3406140">
                  <a:extLst>
                    <a:ext uri="{9D8B030D-6E8A-4147-A177-3AD203B41FA5}">
                      <a16:colId xmlns:a16="http://schemas.microsoft.com/office/drawing/2014/main" val="593240153"/>
                    </a:ext>
                  </a:extLst>
                </a:gridCol>
                <a:gridCol w="3168015">
                  <a:extLst>
                    <a:ext uri="{9D8B030D-6E8A-4147-A177-3AD203B41FA5}">
                      <a16:colId xmlns:a16="http://schemas.microsoft.com/office/drawing/2014/main" val="1155206659"/>
                    </a:ext>
                  </a:extLst>
                </a:gridCol>
              </a:tblGrid>
              <a:tr h="63169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300" u="none" strike="noStrike" dirty="0">
                          <a:effectLst/>
                        </a:rPr>
                        <a:t>Type</a:t>
                      </a:r>
                      <a:endParaRPr lang="en-IN" sz="3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300" u="none" strike="noStrike" dirty="0">
                          <a:effectLst/>
                        </a:rPr>
                        <a:t>Syntax</a:t>
                      </a:r>
                      <a:endParaRPr lang="en-IN" sz="3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300" u="none" strike="noStrike" dirty="0">
                          <a:effectLst/>
                        </a:rPr>
                        <a:t>Example</a:t>
                      </a:r>
                      <a:endParaRPr lang="en-IN" sz="3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extLst>
                  <a:ext uri="{0D108BD9-81ED-4DB2-BD59-A6C34878D82A}">
                    <a16:rowId xmlns:a16="http://schemas.microsoft.com/office/drawing/2014/main" val="1676757978"/>
                  </a:ext>
                </a:extLst>
              </a:tr>
              <a:tr h="631698"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u="none" strike="noStrike" dirty="0">
                          <a:effectLst/>
                        </a:rPr>
                        <a:t>Starts With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000" u="none" strike="noStrike" dirty="0">
                          <a:effectLst/>
                        </a:rPr>
                        <a:t>[attribute^='value']</a:t>
                      </a:r>
                      <a:endParaRPr lang="en-IN" sz="3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000" u="none" strike="noStrike" dirty="0">
                          <a:effectLst/>
                        </a:rPr>
                        <a:t>input[id^='user_']</a:t>
                      </a:r>
                      <a:endParaRPr lang="en-IN" sz="3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9050" marR="19050" marT="19050" marB="0" anchor="ctr"/>
                </a:tc>
                <a:extLst>
                  <a:ext uri="{0D108BD9-81ED-4DB2-BD59-A6C34878D82A}">
                    <a16:rowId xmlns:a16="http://schemas.microsoft.com/office/drawing/2014/main" val="1577608183"/>
                  </a:ext>
                </a:extLst>
              </a:tr>
              <a:tr h="631698"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u="none" strike="noStrike" dirty="0">
                          <a:effectLst/>
                        </a:rPr>
                        <a:t>Ends With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000" u="none" strike="noStrike" dirty="0">
                          <a:effectLst/>
                        </a:rPr>
                        <a:t>[attribute$='value']</a:t>
                      </a:r>
                      <a:endParaRPr lang="en-IN" sz="3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000" u="none" strike="noStrike" dirty="0">
                          <a:effectLst/>
                        </a:rPr>
                        <a:t>img[src$='.png']</a:t>
                      </a:r>
                      <a:endParaRPr lang="en-IN" sz="3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9050" marR="19050" marT="19050" marB="0" anchor="ctr"/>
                </a:tc>
                <a:extLst>
                  <a:ext uri="{0D108BD9-81ED-4DB2-BD59-A6C34878D82A}">
                    <a16:rowId xmlns:a16="http://schemas.microsoft.com/office/drawing/2014/main" val="1105885370"/>
                  </a:ext>
                </a:extLst>
              </a:tr>
              <a:tr h="631698">
                <a:tc>
                  <a:txBody>
                    <a:bodyPr/>
                    <a:lstStyle/>
                    <a:p>
                      <a:pPr algn="l" fontAlgn="ctr"/>
                      <a:r>
                        <a:rPr lang="en-IN" sz="3300" u="none" strike="noStrike" dirty="0">
                          <a:effectLst/>
                        </a:rPr>
                        <a:t>Contains</a:t>
                      </a:r>
                      <a:endParaRPr lang="en-IN" sz="3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000" u="none" strike="noStrike" dirty="0">
                          <a:effectLst/>
                        </a:rPr>
                        <a:t>[attribute*='value']</a:t>
                      </a:r>
                      <a:endParaRPr lang="en-IN" sz="3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9050" marR="19050" marT="190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000" u="none" strike="noStrike" dirty="0">
                          <a:effectLst/>
                        </a:rPr>
                        <a:t>a[href*='login']</a:t>
                      </a:r>
                      <a:endParaRPr lang="en-IN" sz="3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9050" marR="19050" marT="19050" marB="0" anchor="ctr"/>
                </a:tc>
                <a:extLst>
                  <a:ext uri="{0D108BD9-81ED-4DB2-BD59-A6C34878D82A}">
                    <a16:rowId xmlns:a16="http://schemas.microsoft.com/office/drawing/2014/main" val="11493020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9241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0E48F7-97FD-8F50-9B0B-87EFD3379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 dirty="0">
                <a:solidFill>
                  <a:srgbClr val="FFFFFF"/>
                </a:solidFill>
              </a:rPr>
              <a:t>Relational Selectors</a:t>
            </a:r>
            <a:endParaRPr lang="en-IN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B34A21C-D769-790F-8AB2-8500607FA1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8450786"/>
              </p:ext>
            </p:extLst>
          </p:nvPr>
        </p:nvGraphicFramePr>
        <p:xfrm>
          <a:off x="2213369" y="2112579"/>
          <a:ext cx="7789205" cy="4192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8342">
                  <a:extLst>
                    <a:ext uri="{9D8B030D-6E8A-4147-A177-3AD203B41FA5}">
                      <a16:colId xmlns:a16="http://schemas.microsoft.com/office/drawing/2014/main" val="1798852202"/>
                    </a:ext>
                  </a:extLst>
                </a:gridCol>
                <a:gridCol w="1438388">
                  <a:extLst>
                    <a:ext uri="{9D8B030D-6E8A-4147-A177-3AD203B41FA5}">
                      <a16:colId xmlns:a16="http://schemas.microsoft.com/office/drawing/2014/main" val="2062275661"/>
                    </a:ext>
                  </a:extLst>
                </a:gridCol>
                <a:gridCol w="4052475">
                  <a:extLst>
                    <a:ext uri="{9D8B030D-6E8A-4147-A177-3AD203B41FA5}">
                      <a16:colId xmlns:a16="http://schemas.microsoft.com/office/drawing/2014/main" val="3781177725"/>
                    </a:ext>
                  </a:extLst>
                </a:gridCol>
              </a:tblGrid>
              <a:tr h="56748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000" u="none" strike="noStrike" dirty="0">
                          <a:effectLst/>
                        </a:rPr>
                        <a:t>Type</a:t>
                      </a:r>
                      <a:endParaRPr lang="en-IN" sz="3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113" marR="17113" marT="17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000" u="none" strike="noStrike" dirty="0">
                          <a:effectLst/>
                        </a:rPr>
                        <a:t>Syntax</a:t>
                      </a:r>
                      <a:endParaRPr lang="en-IN" sz="3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113" marR="17113" marT="1711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000" u="none" strike="noStrike" dirty="0">
                          <a:effectLst/>
                        </a:rPr>
                        <a:t>Example</a:t>
                      </a:r>
                      <a:endParaRPr lang="en-IN" sz="3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113" marR="17113" marT="17113" marB="0" anchor="ctr"/>
                </a:tc>
                <a:extLst>
                  <a:ext uri="{0D108BD9-81ED-4DB2-BD59-A6C34878D82A}">
                    <a16:rowId xmlns:a16="http://schemas.microsoft.com/office/drawing/2014/main" val="326828005"/>
                  </a:ext>
                </a:extLst>
              </a:tr>
              <a:tr h="1019280">
                <a:tc>
                  <a:txBody>
                    <a:bodyPr/>
                    <a:lstStyle/>
                    <a:p>
                      <a:pPr algn="l" fontAlgn="ctr"/>
                      <a:r>
                        <a:rPr lang="en-IN" sz="3000" u="none" strike="noStrike" dirty="0">
                          <a:effectLst/>
                        </a:rPr>
                        <a:t>Child Selector</a:t>
                      </a:r>
                      <a:endParaRPr lang="en-IN" sz="3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113" marR="17113" marT="171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700" u="none" strike="noStrike" dirty="0">
                          <a:effectLst/>
                        </a:rPr>
                        <a:t>div &gt; p</a:t>
                      </a:r>
                      <a:endParaRPr lang="en-IN" sz="27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7113" marR="17113" marT="171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700" u="none" strike="noStrike" dirty="0">
                          <a:effectLst/>
                        </a:rPr>
                        <a:t>By.cssSelector("div &gt; p")</a:t>
                      </a:r>
                      <a:endParaRPr lang="en-IN" sz="27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7113" marR="17113" marT="17113" marB="0" anchor="ctr"/>
                </a:tc>
                <a:extLst>
                  <a:ext uri="{0D108BD9-81ED-4DB2-BD59-A6C34878D82A}">
                    <a16:rowId xmlns:a16="http://schemas.microsoft.com/office/drawing/2014/main" val="1456582510"/>
                  </a:ext>
                </a:extLst>
              </a:tr>
              <a:tr h="5674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000" u="none" strike="noStrike" dirty="0">
                          <a:effectLst/>
                        </a:rPr>
                        <a:t>Descendant</a:t>
                      </a:r>
                      <a:endParaRPr lang="en-IN" sz="3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113" marR="17113" marT="171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700" u="none" strike="noStrike" dirty="0">
                          <a:effectLst/>
                        </a:rPr>
                        <a:t>div p</a:t>
                      </a:r>
                      <a:endParaRPr lang="en-IN" sz="27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7113" marR="17113" marT="171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700" u="none" strike="noStrike" dirty="0">
                          <a:effectLst/>
                        </a:rPr>
                        <a:t>By.cssSelector("div p")</a:t>
                      </a:r>
                      <a:endParaRPr lang="en-IN" sz="27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7113" marR="17113" marT="17113" marB="0" anchor="ctr"/>
                </a:tc>
                <a:extLst>
                  <a:ext uri="{0D108BD9-81ED-4DB2-BD59-A6C34878D82A}">
                    <a16:rowId xmlns:a16="http://schemas.microsoft.com/office/drawing/2014/main" val="3912072053"/>
                  </a:ext>
                </a:extLst>
              </a:tr>
              <a:tr h="1019280">
                <a:tc>
                  <a:txBody>
                    <a:bodyPr/>
                    <a:lstStyle/>
                    <a:p>
                      <a:pPr algn="l" fontAlgn="ctr"/>
                      <a:r>
                        <a:rPr lang="en-IN" sz="3000" u="none" strike="noStrike" dirty="0">
                          <a:effectLst/>
                        </a:rPr>
                        <a:t>Adjacent Sibling</a:t>
                      </a:r>
                      <a:endParaRPr lang="en-IN" sz="3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113" marR="17113" marT="171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700" u="none" strike="noStrike" dirty="0">
                          <a:effectLst/>
                        </a:rPr>
                        <a:t>h1 + p</a:t>
                      </a:r>
                      <a:endParaRPr lang="en-IN" sz="27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7113" marR="17113" marT="171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700" u="none" strike="noStrike" dirty="0">
                          <a:effectLst/>
                        </a:rPr>
                        <a:t>By.cssSelector("h1 + p")</a:t>
                      </a:r>
                      <a:endParaRPr lang="en-IN" sz="27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7113" marR="17113" marT="17113" marB="0" anchor="ctr"/>
                </a:tc>
                <a:extLst>
                  <a:ext uri="{0D108BD9-81ED-4DB2-BD59-A6C34878D82A}">
                    <a16:rowId xmlns:a16="http://schemas.microsoft.com/office/drawing/2014/main" val="3237295601"/>
                  </a:ext>
                </a:extLst>
              </a:tr>
              <a:tr h="1019280">
                <a:tc>
                  <a:txBody>
                    <a:bodyPr/>
                    <a:lstStyle/>
                    <a:p>
                      <a:pPr algn="l" fontAlgn="ctr"/>
                      <a:r>
                        <a:rPr lang="en-IN" sz="3000" u="none" strike="noStrike" dirty="0">
                          <a:effectLst/>
                        </a:rPr>
                        <a:t>General Sibling</a:t>
                      </a:r>
                      <a:endParaRPr lang="en-IN" sz="3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113" marR="17113" marT="171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700" u="none" strike="noStrike" dirty="0">
                          <a:effectLst/>
                        </a:rPr>
                        <a:t>h1 ~ p</a:t>
                      </a:r>
                      <a:endParaRPr lang="en-IN" sz="27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7113" marR="17113" marT="1711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700" u="none" strike="noStrike" dirty="0">
                          <a:effectLst/>
                        </a:rPr>
                        <a:t>By.cssSelector("h1 ~ p")</a:t>
                      </a:r>
                      <a:endParaRPr lang="en-IN" sz="27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7113" marR="17113" marT="17113" marB="0" anchor="ctr"/>
                </a:tc>
                <a:extLst>
                  <a:ext uri="{0D108BD9-81ED-4DB2-BD59-A6C34878D82A}">
                    <a16:rowId xmlns:a16="http://schemas.microsoft.com/office/drawing/2014/main" val="3000046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7331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90841B-23A5-E4C9-2986-54AE2F05E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 dirty="0">
                <a:solidFill>
                  <a:srgbClr val="FFFFFF"/>
                </a:solidFill>
              </a:rPr>
              <a:t>Other Selectors</a:t>
            </a:r>
            <a:endParaRPr lang="en-IN" sz="4000" dirty="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7714986-5E51-5B85-11DF-514C19947E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2936254"/>
              </p:ext>
            </p:extLst>
          </p:nvPr>
        </p:nvGraphicFramePr>
        <p:xfrm>
          <a:off x="644056" y="2416629"/>
          <a:ext cx="10927830" cy="2753668"/>
        </p:xfrm>
        <a:graphic>
          <a:graphicData uri="http://schemas.openxmlformats.org/drawingml/2006/table">
            <a:tbl>
              <a:tblPr/>
              <a:tblGrid>
                <a:gridCol w="1827104">
                  <a:extLst>
                    <a:ext uri="{9D8B030D-6E8A-4147-A177-3AD203B41FA5}">
                      <a16:colId xmlns:a16="http://schemas.microsoft.com/office/drawing/2014/main" val="1821878634"/>
                    </a:ext>
                  </a:extLst>
                </a:gridCol>
                <a:gridCol w="3396193">
                  <a:extLst>
                    <a:ext uri="{9D8B030D-6E8A-4147-A177-3AD203B41FA5}">
                      <a16:colId xmlns:a16="http://schemas.microsoft.com/office/drawing/2014/main" val="3488035755"/>
                    </a:ext>
                  </a:extLst>
                </a:gridCol>
                <a:gridCol w="5704533">
                  <a:extLst>
                    <a:ext uri="{9D8B030D-6E8A-4147-A177-3AD203B41FA5}">
                      <a16:colId xmlns:a16="http://schemas.microsoft.com/office/drawing/2014/main" val="881246792"/>
                    </a:ext>
                  </a:extLst>
                </a:gridCol>
              </a:tblGrid>
              <a:tr h="6884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5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Type</a:t>
                      </a:r>
                      <a:endParaRPr lang="en-IN" sz="4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495" marR="14495" marT="14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5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Syntax</a:t>
                      </a:r>
                      <a:endParaRPr lang="en-IN" sz="4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495" marR="14495" marT="14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5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Example</a:t>
                      </a:r>
                      <a:endParaRPr lang="en-IN" sz="4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495" marR="14495" marT="14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941134"/>
                  </a:ext>
                </a:extLst>
              </a:tr>
              <a:tr h="68841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5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Negation</a:t>
                      </a:r>
                      <a:endParaRPr lang="en-IN" sz="4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495" marR="14495" marT="14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input:not([type='submit'])</a:t>
                      </a:r>
                      <a:endParaRPr lang="en-IN" sz="4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495" marR="14495" marT="14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By.cssSelector("input:not([type='submit'])")</a:t>
                      </a:r>
                      <a:endParaRPr lang="en-GB" sz="4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495" marR="14495" marT="14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2341100"/>
                  </a:ext>
                </a:extLst>
              </a:tr>
              <a:tr h="68841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5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Nth Child</a:t>
                      </a:r>
                      <a:endParaRPr lang="en-IN" sz="4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495" marR="14495" marT="14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li:nth-child(2)</a:t>
                      </a:r>
                      <a:endParaRPr lang="en-IN" sz="4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495" marR="14495" marT="14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By.cssSelector("li:nth-child(2)")</a:t>
                      </a:r>
                      <a:endParaRPr lang="en-GB" sz="4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495" marR="14495" marT="14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4551438"/>
                  </a:ext>
                </a:extLst>
              </a:tr>
              <a:tr h="68841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5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Nth-of-Type</a:t>
                      </a:r>
                      <a:endParaRPr lang="en-IN" sz="4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495" marR="14495" marT="14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p:nth-of-type(3)</a:t>
                      </a:r>
                      <a:endParaRPr lang="en-IN" sz="4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495" marR="14495" marT="14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3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By.cssSelector("p:nth-of-type(3)")</a:t>
                      </a:r>
                      <a:endParaRPr lang="en-GB" sz="4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4495" marR="14495" marT="1449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3100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97947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6113F8-D660-5433-580D-32DD53ACA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 dirty="0">
                <a:solidFill>
                  <a:srgbClr val="FFFFFF"/>
                </a:solidFill>
              </a:rPr>
              <a:t>Locating using multiple selectors</a:t>
            </a:r>
            <a:endParaRPr lang="en-IN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E21D3D1-D32B-9478-839A-FC53BDAAC5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6685624"/>
              </p:ext>
            </p:extLst>
          </p:nvPr>
        </p:nvGraphicFramePr>
        <p:xfrm>
          <a:off x="-1" y="2253343"/>
          <a:ext cx="12191998" cy="34582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9062">
                  <a:extLst>
                    <a:ext uri="{9D8B030D-6E8A-4147-A177-3AD203B41FA5}">
                      <a16:colId xmlns:a16="http://schemas.microsoft.com/office/drawing/2014/main" val="880636851"/>
                    </a:ext>
                  </a:extLst>
                </a:gridCol>
                <a:gridCol w="6162936">
                  <a:extLst>
                    <a:ext uri="{9D8B030D-6E8A-4147-A177-3AD203B41FA5}">
                      <a16:colId xmlns:a16="http://schemas.microsoft.com/office/drawing/2014/main" val="1203509830"/>
                    </a:ext>
                  </a:extLst>
                </a:gridCol>
              </a:tblGrid>
              <a:tr h="54133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800" u="none" strike="noStrike" dirty="0">
                          <a:effectLst/>
                        </a:rPr>
                        <a:t>Tag</a:t>
                      </a:r>
                      <a:endParaRPr lang="en-IN" sz="2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139" marR="16139" marT="16139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800" u="none" strike="noStrike" dirty="0">
                          <a:effectLst/>
                        </a:rPr>
                        <a:t>Selector</a:t>
                      </a:r>
                      <a:endParaRPr lang="en-IN" sz="28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139" marR="16139" marT="16139" marB="0" anchor="b"/>
                </a:tc>
                <a:extLst>
                  <a:ext uri="{0D108BD9-81ED-4DB2-BD59-A6C34878D82A}">
                    <a16:rowId xmlns:a16="http://schemas.microsoft.com/office/drawing/2014/main" val="1521492107"/>
                  </a:ext>
                </a:extLst>
              </a:tr>
              <a:tr h="972312">
                <a:tc>
                  <a:txBody>
                    <a:bodyPr/>
                    <a:lstStyle/>
                    <a:p>
                      <a:pPr algn="l" fontAlgn="ctr"/>
                      <a:r>
                        <a:rPr lang="en-GB" sz="2500" u="none" strike="noStrike" dirty="0">
                          <a:effectLst/>
                        </a:rPr>
                        <a:t>&lt;input type="text" name="username" class="form-control"&gt;</a:t>
                      </a:r>
                      <a:endParaRPr lang="en-GB" sz="25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6139" marR="16139" marT="16139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800" u="none" strike="noStrike" dirty="0">
                          <a:effectLst/>
                        </a:rPr>
                        <a:t>By.cssSelector("input.form-control[name='username']")</a:t>
                      </a:r>
                      <a:endParaRPr lang="en-GB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139" marR="16139" marT="16139" marB="0" anchor="b"/>
                </a:tc>
                <a:extLst>
                  <a:ext uri="{0D108BD9-81ED-4DB2-BD59-A6C34878D82A}">
                    <a16:rowId xmlns:a16="http://schemas.microsoft.com/office/drawing/2014/main" val="3432507959"/>
                  </a:ext>
                </a:extLst>
              </a:tr>
              <a:tr h="972312">
                <a:tc>
                  <a:txBody>
                    <a:bodyPr/>
                    <a:lstStyle/>
                    <a:p>
                      <a:pPr algn="l" fontAlgn="ctr"/>
                      <a:r>
                        <a:rPr lang="en-GB" sz="2500" u="none" strike="noStrike" dirty="0">
                          <a:effectLst/>
                        </a:rPr>
                        <a:t>&lt;input type="password" name="password" class="form-control"&gt;</a:t>
                      </a:r>
                      <a:endParaRPr lang="en-GB" sz="25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6139" marR="16139" marT="16139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2800" u="none" strike="noStrike" dirty="0">
                          <a:effectLst/>
                        </a:rPr>
                        <a:t>By.cssSelector("input.form-control[name='password']")</a:t>
                      </a:r>
                      <a:endParaRPr lang="en-IN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139" marR="16139" marT="16139" marB="0" anchor="b"/>
                </a:tc>
                <a:extLst>
                  <a:ext uri="{0D108BD9-81ED-4DB2-BD59-A6C34878D82A}">
                    <a16:rowId xmlns:a16="http://schemas.microsoft.com/office/drawing/2014/main" val="3642925069"/>
                  </a:ext>
                </a:extLst>
              </a:tr>
              <a:tr h="972312">
                <a:tc>
                  <a:txBody>
                    <a:bodyPr/>
                    <a:lstStyle/>
                    <a:p>
                      <a:pPr algn="l" fontAlgn="ctr"/>
                      <a:r>
                        <a:rPr lang="en-GB" sz="2500" u="none" strike="noStrike" dirty="0">
                          <a:effectLst/>
                        </a:rPr>
                        <a:t>&lt;button type="submit" class="btn-primary"&gt;Login&lt;/button&gt;</a:t>
                      </a:r>
                      <a:endParaRPr lang="en-GB" sz="25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6139" marR="16139" marT="16139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2800" u="none" strike="noStrike" dirty="0">
                          <a:effectLst/>
                        </a:rPr>
                        <a:t>By.cssSelector("button.btn-primary[type='submit']")</a:t>
                      </a:r>
                      <a:endParaRPr lang="en-GB" sz="2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139" marR="16139" marT="16139" marB="0" anchor="b"/>
                </a:tc>
                <a:extLst>
                  <a:ext uri="{0D108BD9-81ED-4DB2-BD59-A6C34878D82A}">
                    <a16:rowId xmlns:a16="http://schemas.microsoft.com/office/drawing/2014/main" val="2243368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97278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529E97A-97C3-40EA-8A04-5C02398D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78426B-8871-81AD-325F-1997BD04A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3599688" cy="1463040"/>
          </a:xfrm>
        </p:spPr>
        <p:txBody>
          <a:bodyPr anchor="ctr">
            <a:normAutofit/>
          </a:bodyPr>
          <a:lstStyle/>
          <a:p>
            <a:r>
              <a:rPr lang="en-GB" sz="3000" dirty="0">
                <a:solidFill>
                  <a:srgbClr val="FFFFFF"/>
                </a:solidFill>
              </a:rPr>
              <a:t>Handling Dropdowns in Selenium</a:t>
            </a:r>
            <a:endParaRPr lang="en-IN" sz="3000" dirty="0">
              <a:solidFill>
                <a:srgbClr val="FFFFFF"/>
              </a:solidFill>
            </a:endParaRP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59FA8C2E-A5A7-4490-927A-7CD58343E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353312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123D9-39EA-3924-4234-1E488051A3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4462" y="630936"/>
            <a:ext cx="7074409" cy="1463040"/>
          </a:xfrm>
        </p:spPr>
        <p:txBody>
          <a:bodyPr anchor="ctr">
            <a:normAutofit/>
          </a:bodyPr>
          <a:lstStyle/>
          <a:p>
            <a:r>
              <a:rPr lang="en-GB" sz="1900" b="1" dirty="0">
                <a:solidFill>
                  <a:srgbClr val="FFFFFF"/>
                </a:solidFill>
              </a:rPr>
              <a:t>Types of Dropdowns:</a:t>
            </a:r>
          </a:p>
          <a:p>
            <a:pPr lvl="1"/>
            <a:r>
              <a:rPr lang="en-GB" sz="1900" dirty="0">
                <a:solidFill>
                  <a:srgbClr val="FFFFFF"/>
                </a:solidFill>
              </a:rPr>
              <a:t>Standard HTML &lt;select&gt; dropdowns</a:t>
            </a:r>
          </a:p>
          <a:p>
            <a:pPr lvl="1"/>
            <a:r>
              <a:rPr lang="en-GB" sz="1900" dirty="0">
                <a:solidFill>
                  <a:srgbClr val="FFFFFF"/>
                </a:solidFill>
              </a:rPr>
              <a:t>Custom dropdowns built with &lt;ul&gt;, &lt;div&gt;, etc.</a:t>
            </a:r>
          </a:p>
          <a:p>
            <a:r>
              <a:rPr lang="en-GB" sz="1900" b="1" dirty="0">
                <a:solidFill>
                  <a:srgbClr val="FFFFFF"/>
                </a:solidFill>
              </a:rPr>
              <a:t>Importance: </a:t>
            </a:r>
            <a:r>
              <a:rPr lang="en-GB" sz="1900" dirty="0">
                <a:solidFill>
                  <a:srgbClr val="FFFFFF"/>
                </a:solidFill>
              </a:rPr>
              <a:t>Common in forms, filters, and navigation menus</a:t>
            </a:r>
          </a:p>
          <a:p>
            <a:pPr lvl="1"/>
            <a:endParaRPr lang="en-GB" sz="1900"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F3E584-13AF-6F8A-92D3-2BB602A3B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71" y="3044380"/>
            <a:ext cx="12008462" cy="313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3037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4E65F23-789E-4CB9-B34F-46A85E25D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CA207F7-3B67-4EA2-8EC5-1260B55A07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D4CC450-51C3-4A41-B2B1-68A15D57C5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D62506D-F8E8-4C55-B160-D4FE898504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6004793-0083-43B9-81A2-20F71D2C7D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3D192AA-AFCB-470F-B66A-18815C352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079B0CF-0B4C-42A9-9769-3AC0A34FA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DDB7BF0-5219-AC0A-3161-EFA42F66F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5260992" cy="2096756"/>
          </a:xfrm>
          <a:noFill/>
        </p:spPr>
        <p:txBody>
          <a:bodyPr anchor="t">
            <a:normAutofit/>
          </a:bodyPr>
          <a:lstStyle/>
          <a:p>
            <a:r>
              <a:rPr lang="en-GB" sz="4800" dirty="0">
                <a:solidFill>
                  <a:schemeClr val="bg1"/>
                </a:solidFill>
              </a:rPr>
              <a:t>Standard HTML Dropdowns</a:t>
            </a:r>
            <a:endParaRPr lang="en-IN" sz="48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4E4B5-E6AD-B203-D330-6D5B3E7A5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148" y="630936"/>
            <a:ext cx="7112395" cy="2096769"/>
          </a:xfrm>
          <a:noFill/>
        </p:spPr>
        <p:txBody>
          <a:bodyPr anchor="t">
            <a:normAutofit/>
          </a:bodyPr>
          <a:lstStyle/>
          <a:p>
            <a:r>
              <a:rPr lang="en-GB" sz="2400" dirty="0">
                <a:solidFill>
                  <a:schemeClr val="bg1"/>
                </a:solidFill>
              </a:rPr>
              <a:t>We make use of Select Class in Selenium</a:t>
            </a:r>
          </a:p>
          <a:p>
            <a:pPr marL="0" indent="0">
              <a:buNone/>
            </a:pPr>
            <a:r>
              <a:rPr lang="en-GB" sz="2400" i="1" dirty="0">
                <a:solidFill>
                  <a:schemeClr val="bg1"/>
                </a:solidFill>
              </a:rPr>
              <a:t>WebElement dropdown= driver.findElement(By.id("country"));</a:t>
            </a:r>
          </a:p>
          <a:p>
            <a:pPr marL="0" indent="0">
              <a:buNone/>
            </a:pPr>
            <a:r>
              <a:rPr lang="en-GB" sz="2400" i="1" dirty="0">
                <a:solidFill>
                  <a:schemeClr val="bg1"/>
                </a:solidFill>
              </a:rPr>
              <a:t>Select select = new Select(dropdown);</a:t>
            </a:r>
          </a:p>
          <a:p>
            <a:pPr marL="0" indent="0">
              <a:buNone/>
            </a:pPr>
            <a:endParaRPr lang="en-GB" sz="2400" i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GB" sz="2400" b="1" i="1" dirty="0">
              <a:solidFill>
                <a:schemeClr val="bg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2E5044F5-B8A0-0049-5D18-823D4C2BE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59" y="3474889"/>
            <a:ext cx="10843065" cy="2087289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4043ADFC-DC2E-40D2-954D-4A13B908D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5716" y="3029889"/>
            <a:ext cx="304800" cy="429768"/>
            <a:chOff x="215328" y="-46937"/>
            <a:chExt cx="304800" cy="2773841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975E7D3-10F5-4E53-902F-9E79C98C22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DC51AAB-5A3B-4730-B8AC-46C96AC0B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3A6F2D9-1476-4E35-988D-D4CCB15C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CE17F678-D5C6-49BF-933D-1E65F69B3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356405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8A267E6-14BD-B201-6324-2DDE276AB7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3389870"/>
              </p:ext>
            </p:extLst>
          </p:nvPr>
        </p:nvGraphicFramePr>
        <p:xfrm>
          <a:off x="54429" y="185056"/>
          <a:ext cx="12083142" cy="6487888"/>
        </p:xfrm>
        <a:graphic>
          <a:graphicData uri="http://schemas.openxmlformats.org/drawingml/2006/table">
            <a:tbl>
              <a:tblPr/>
              <a:tblGrid>
                <a:gridCol w="2768944">
                  <a:extLst>
                    <a:ext uri="{9D8B030D-6E8A-4147-A177-3AD203B41FA5}">
                      <a16:colId xmlns:a16="http://schemas.microsoft.com/office/drawing/2014/main" val="3771593826"/>
                    </a:ext>
                  </a:extLst>
                </a:gridCol>
                <a:gridCol w="4865908">
                  <a:extLst>
                    <a:ext uri="{9D8B030D-6E8A-4147-A177-3AD203B41FA5}">
                      <a16:colId xmlns:a16="http://schemas.microsoft.com/office/drawing/2014/main" val="3393294194"/>
                    </a:ext>
                  </a:extLst>
                </a:gridCol>
                <a:gridCol w="4448290">
                  <a:extLst>
                    <a:ext uri="{9D8B030D-6E8A-4147-A177-3AD203B41FA5}">
                      <a16:colId xmlns:a16="http://schemas.microsoft.com/office/drawing/2014/main" val="1703052328"/>
                    </a:ext>
                  </a:extLst>
                </a:gridCol>
              </a:tblGrid>
              <a:tr h="37538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Method Name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21" marR="9721" marT="9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Description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21" marR="9721" marT="9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Syntax Example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21" marR="9721" marT="9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1711059"/>
                  </a:ext>
                </a:extLst>
              </a:tr>
              <a:tr h="37538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selectByVisibleText()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21" marR="9721" marT="9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Selects option by the text visible to the user.</a:t>
                      </a:r>
                      <a:endParaRPr lang="en-GB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21" marR="9721" marT="9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select.selectByVisibleText("India");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21" marR="9721" marT="9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377266"/>
                  </a:ext>
                </a:extLst>
              </a:tr>
              <a:tr h="67423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selectByValue()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21" marR="9721" marT="9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Selects option by the value of the </a:t>
                      </a: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value</a:t>
                      </a: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attribute.</a:t>
                      </a:r>
                      <a:endParaRPr lang="en-GB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21" marR="9721" marT="9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select.selectByValue("IN");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21" marR="9721" marT="9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325049"/>
                  </a:ext>
                </a:extLst>
              </a:tr>
              <a:tr h="37538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selectByIndex()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21" marR="9721" marT="9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Selects option by its index (starting from 0).</a:t>
                      </a:r>
                      <a:endParaRPr lang="en-GB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21" marR="9721" marT="9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select.selectByIndex(2);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21" marR="9721" marT="9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643535"/>
                  </a:ext>
                </a:extLst>
              </a:tr>
              <a:tr h="6198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getOptions()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21" marR="9721" marT="9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Returns all options in the dropdown as a list.</a:t>
                      </a:r>
                      <a:endParaRPr lang="en-GB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21" marR="9721" marT="9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List&lt;WebElement&gt; options = select.getOptions();</a:t>
                      </a:r>
                      <a:endParaRPr lang="en-GB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21" marR="9721" marT="9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018306"/>
                  </a:ext>
                </a:extLst>
              </a:tr>
              <a:tr h="61989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getFirstSelectedOption()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21" marR="9721" marT="9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Returns the first selected option.</a:t>
                      </a:r>
                      <a:endParaRPr lang="en-GB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21" marR="9721" marT="9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WebElement selected = select.getFirstSelectedOption();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21" marR="9721" marT="9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4137762"/>
                  </a:ext>
                </a:extLst>
              </a:tr>
              <a:tr h="67423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getAllSelectedOptions()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21" marR="9721" marT="9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Returns all selected options (for multi-select dropdowns).</a:t>
                      </a:r>
                      <a:endParaRPr lang="en-GB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21" marR="9721" marT="9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List&lt;WebElement&gt; selected = select.getAllSelectedOptions();</a:t>
                      </a:r>
                      <a:endParaRPr lang="en-GB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21" marR="9721" marT="9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07292"/>
                  </a:ext>
                </a:extLst>
              </a:tr>
              <a:tr h="67423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isMultiple()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21" marR="9721" marT="9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Checks if the dropdown allows multiple selections.</a:t>
                      </a:r>
                      <a:endParaRPr lang="en-GB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21" marR="9721" marT="9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boolean multi = select.isMultiple();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21" marR="9721" marT="9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5735902"/>
                  </a:ext>
                </a:extLst>
              </a:tr>
              <a:tr h="67423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deselectByVisibleText()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21" marR="9721" marT="9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Deselects option by visible text (multi-select only).</a:t>
                      </a:r>
                      <a:endParaRPr lang="en-GB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21" marR="9721" marT="9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select.deselectByVisibleText("India");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21" marR="9721" marT="9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5848715"/>
                  </a:ext>
                </a:extLst>
              </a:tr>
              <a:tr h="37538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deselectByValue()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21" marR="9721" marT="9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Deselects option by value (multi-select only).</a:t>
                      </a:r>
                      <a:endParaRPr lang="en-GB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21" marR="9721" marT="9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select.deselectByValue("IN");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21" marR="9721" marT="9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89869"/>
                  </a:ext>
                </a:extLst>
              </a:tr>
              <a:tr h="37538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deselectByIndex()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21" marR="9721" marT="9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Deselects option by index (multi-select only).</a:t>
                      </a:r>
                      <a:endParaRPr lang="en-GB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21" marR="9721" marT="9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select.deselectByIndex(2);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21" marR="9721" marT="9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9893027"/>
                  </a:ext>
                </a:extLst>
              </a:tr>
              <a:tr h="67423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deselectAll()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21" marR="9721" marT="9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Deselects all selected options (multi-select only).</a:t>
                      </a:r>
                      <a:endParaRPr lang="en-GB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21" marR="9721" marT="9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select.deselectAll();</a:t>
                      </a:r>
                      <a:endParaRPr lang="en-IN" sz="20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721" marR="9721" marT="972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0521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71313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46AA15-39AD-695B-EECC-00244C967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GB" sz="4000" dirty="0">
                <a:solidFill>
                  <a:srgbClr val="FFFFFF"/>
                </a:solidFill>
              </a:rPr>
              <a:t>Handling Custom Dropdowns</a:t>
            </a:r>
            <a:endParaRPr lang="en-IN" sz="4000" dirty="0">
              <a:solidFill>
                <a:srgbClr val="FFFFFF"/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6B8EB960-B636-38EC-DD87-971B03E475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580925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03286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96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5AF21-2D33-630E-049E-2CAD5143D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454" y="0"/>
            <a:ext cx="10515600" cy="1325563"/>
          </a:xfrm>
        </p:spPr>
        <p:txBody>
          <a:bodyPr/>
          <a:lstStyle/>
          <a:p>
            <a:r>
              <a:rPr lang="en-GB" dirty="0"/>
              <a:t>Using </a:t>
            </a:r>
            <a:r>
              <a:rPr lang="en-GB" dirty="0" err="1"/>
              <a:t>JavaScriptExecutor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BF32EFD-2A58-EE0E-C3E0-381B69BDF1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0454" y="950459"/>
            <a:ext cx="7634603" cy="2359459"/>
          </a:xfrm>
          <a:prstGeom prst="rect">
            <a:avLst/>
          </a:prstGeom>
          <a:solidFill>
            <a:srgbClr val="0019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5392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BDFF"/>
                </a:solidFill>
                <a:effectLst/>
                <a:latin typeface="Menlo"/>
              </a:rPr>
              <a:t>WebDriver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 driver;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BDFF"/>
                </a:solidFill>
                <a:effectLst/>
                <a:latin typeface="Menlo"/>
              </a:rPr>
              <a:t>WebDriver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 driver =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E28964"/>
                </a:solidFill>
                <a:effectLst/>
                <a:latin typeface="Menlo"/>
              </a:rPr>
              <a:t>new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BDFF"/>
                </a:solidFill>
                <a:effectLst/>
                <a:latin typeface="Menlo"/>
              </a:rPr>
              <a:t>ChromeDriver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();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 driver.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28964"/>
                </a:solidFill>
                <a:effectLst/>
                <a:latin typeface="Menlo"/>
              </a:rPr>
              <a:t>get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5B042"/>
                </a:solidFill>
                <a:effectLst/>
                <a:latin typeface="Menlo"/>
              </a:rPr>
              <a:t>"https://www.bstackdemo.com/"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);     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BDFF"/>
                </a:solidFill>
                <a:effectLst/>
                <a:latin typeface="Menlo"/>
              </a:rPr>
              <a:t>WebElement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 dd = driver.findElement(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BDFF"/>
                </a:solidFill>
                <a:effectLst/>
                <a:latin typeface="Menlo"/>
              </a:rPr>
              <a:t>By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.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xpath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5B042"/>
                </a:solidFill>
                <a:effectLst/>
                <a:latin typeface="Menlo"/>
              </a:rPr>
              <a:t>"//select"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));</a:t>
            </a:r>
            <a:endParaRPr lang="en-US" altLang="en-US" sz="2000" dirty="0">
              <a:solidFill>
                <a:srgbClr val="FFFFFF"/>
              </a:solidFill>
              <a:latin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BDFF"/>
                </a:solidFill>
                <a:effectLst/>
                <a:latin typeface="Menlo"/>
              </a:rPr>
              <a:t>JavascriptExecutor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 js = 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BDFF"/>
                </a:solidFill>
                <a:effectLst/>
                <a:latin typeface="Menlo"/>
              </a:rPr>
              <a:t>JavascriptExecutor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) driver;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 js.executeScript(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5B042"/>
                </a:solidFill>
                <a:effectLst/>
                <a:latin typeface="Menlo"/>
              </a:rPr>
              <a:t>"arguments[0].value='highestprice'"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, dd);   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59D1D98-0BF0-4E47-97B3-84C886956733}"/>
              </a:ext>
            </a:extLst>
          </p:cNvPr>
          <p:cNvSpPr txBox="1">
            <a:spLocks/>
          </p:cNvSpPr>
          <p:nvPr/>
        </p:nvSpPr>
        <p:spPr>
          <a:xfrm>
            <a:off x="170454" y="342900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Using sendKeys</a:t>
            </a:r>
            <a:endParaRPr lang="en-IN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70B940D-AB9D-C305-770D-7158534CF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454" y="4535093"/>
            <a:ext cx="6997813" cy="1743906"/>
          </a:xfrm>
          <a:prstGeom prst="rect">
            <a:avLst/>
          </a:prstGeom>
          <a:solidFill>
            <a:srgbClr val="0019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5392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 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BDFF"/>
                </a:solidFill>
                <a:effectLst/>
                <a:latin typeface="Menlo"/>
              </a:rPr>
              <a:t>WebDriver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 driver;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BDFF"/>
                </a:solidFill>
                <a:effectLst/>
                <a:latin typeface="Menlo"/>
              </a:rPr>
              <a:t>WebDriver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 driver =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E28964"/>
                </a:solidFill>
                <a:effectLst/>
                <a:latin typeface="Menlo"/>
              </a:rPr>
              <a:t>new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BDFF"/>
                </a:solidFill>
                <a:effectLst/>
                <a:latin typeface="Menlo"/>
              </a:rPr>
              <a:t>ChromeDriver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 driver.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28964"/>
                </a:solidFill>
                <a:effectLst/>
                <a:latin typeface="Menlo"/>
              </a:rPr>
              <a:t>get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5B042"/>
                </a:solidFill>
                <a:effectLst/>
                <a:latin typeface="Menlo"/>
              </a:rPr>
              <a:t>"https://www.bstackdemo.com/"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driver.findElement(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BDFF"/>
                </a:solidFill>
                <a:effectLst/>
                <a:latin typeface="Menlo"/>
              </a:rPr>
              <a:t>By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.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xpath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5B042"/>
                </a:solidFill>
                <a:effectLst/>
                <a:latin typeface="Menlo"/>
              </a:rPr>
              <a:t>"//select"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)).sendKeys(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5B042"/>
                </a:solidFill>
                <a:effectLst/>
                <a:latin typeface="Menlo"/>
              </a:rPr>
              <a:t>"highestprice"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); 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03772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alphaModFix amt="96000"/>
          </a:blip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27A26-97FB-95C1-05A6-067F85DFB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Using Actions Class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02E709-AC67-5148-ADFA-DB374C10A6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9743" y="1690688"/>
            <a:ext cx="11964926" cy="3898342"/>
          </a:xfrm>
          <a:prstGeom prst="rect">
            <a:avLst/>
          </a:prstGeom>
          <a:solidFill>
            <a:srgbClr val="0019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53920" rIns="0" bIns="2539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BDFF"/>
                </a:solidFill>
                <a:effectLst/>
                <a:latin typeface="Menlo"/>
              </a:rPr>
              <a:t>WebDriver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 driver;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BDFF"/>
                </a:solidFill>
                <a:effectLst/>
                <a:latin typeface="Menlo"/>
              </a:rPr>
              <a:t>WebDriver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 driver =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E28964"/>
                </a:solidFill>
                <a:effectLst/>
                <a:latin typeface="Menlo"/>
              </a:rPr>
              <a:t>new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BDFF"/>
                </a:solidFill>
                <a:effectLst/>
                <a:latin typeface="Menlo"/>
              </a:rPr>
              <a:t>ChromeDriver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();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driver.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E28964"/>
                </a:solidFill>
                <a:effectLst/>
                <a:latin typeface="Menlo"/>
              </a:rPr>
              <a:t>get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5B042"/>
                </a:solidFill>
                <a:effectLst/>
                <a:latin typeface="Menlo"/>
              </a:rPr>
              <a:t>"https://www.browserstack.com/"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BDFF"/>
                </a:solidFill>
                <a:effectLst/>
                <a:latin typeface="Menlo"/>
              </a:rPr>
              <a:t>WebElement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 dd = driver.findElement(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BDFF"/>
                </a:solidFill>
                <a:effectLst/>
                <a:latin typeface="Menlo"/>
              </a:rPr>
              <a:t>By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.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xpath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5B042"/>
                </a:solidFill>
                <a:effectLst/>
                <a:latin typeface="Menlo"/>
              </a:rPr>
              <a:t>"//span[@class='nav_item_name' and contains(text(), 'Developers')]"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));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BDFF"/>
                </a:solidFill>
                <a:effectLst/>
                <a:latin typeface="Menlo"/>
              </a:rPr>
              <a:t>Actions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 action=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E28964"/>
                </a:solidFill>
                <a:effectLst/>
                <a:latin typeface="Menlo"/>
              </a:rPr>
              <a:t>new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BDFF"/>
                </a:solidFill>
                <a:effectLst/>
                <a:latin typeface="Menlo"/>
              </a:rPr>
              <a:t>Actions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(driver);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action.moveToElement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(dd).perform();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BDFF"/>
                </a:solidFill>
                <a:effectLst/>
                <a:latin typeface="Menlo"/>
              </a:rPr>
              <a:t>String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 option=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5B042"/>
                </a:solidFill>
                <a:effectLst/>
                <a:latin typeface="Menlo"/>
              </a:rPr>
              <a:t>"Support"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BDFF"/>
                </a:solidFill>
                <a:effectLst/>
                <a:latin typeface="Menlo"/>
              </a:rPr>
              <a:t>WebElement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 customOption=driver.findElement(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89BDFF"/>
                </a:solidFill>
                <a:effectLst/>
                <a:latin typeface="Menlo"/>
              </a:rPr>
              <a:t>By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.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xpath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5B042"/>
                </a:solidFill>
                <a:effectLst/>
                <a:latin typeface="Menlo"/>
              </a:rPr>
              <a:t>"//li[@class='developers-menu-control']/a[contains(text(), '"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+option+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65B042"/>
                </a:solidFill>
                <a:effectLst/>
                <a:latin typeface="Menlo"/>
              </a:rPr>
              <a:t>"')]"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));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Menlo"/>
              </a:rPr>
              <a:t>customOption.click();  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95365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7AB522-BB24-B35F-530D-AF63C0FD6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GB" sz="2800" dirty="0" err="1">
                <a:solidFill>
                  <a:srgbClr val="FFFFFF"/>
                </a:solidFill>
              </a:rPr>
              <a:t>JavaScriptExecutor</a:t>
            </a:r>
            <a:endParaRPr lang="en-IN" sz="28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18B6F-073E-FD11-8128-BC0E288FAB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4810" y="174172"/>
            <a:ext cx="8054141" cy="6596742"/>
          </a:xfrm>
        </p:spPr>
        <p:txBody>
          <a:bodyPr anchor="ctr">
            <a:normAutofit/>
          </a:bodyPr>
          <a:lstStyle/>
          <a:p>
            <a:r>
              <a:rPr lang="en-GB" sz="2400" dirty="0"/>
              <a:t>An interface in Selenium WebDriver</a:t>
            </a:r>
          </a:p>
          <a:p>
            <a:r>
              <a:rPr lang="en-GB" sz="2400" dirty="0"/>
              <a:t>Allows execution of JavaScript code within the browser</a:t>
            </a:r>
          </a:p>
          <a:p>
            <a:r>
              <a:rPr lang="en-GB" sz="2400" dirty="0"/>
              <a:t>Perform actions not supported by WebDriver directly</a:t>
            </a:r>
          </a:p>
          <a:p>
            <a:r>
              <a:rPr lang="en-GB" sz="2400" dirty="0"/>
              <a:t>Handle dynamic content and asynchronous </a:t>
            </a:r>
            <a:r>
              <a:rPr lang="en-GB" sz="2400" dirty="0" err="1"/>
              <a:t>behavior</a:t>
            </a:r>
            <a:endParaRPr lang="en-GB" sz="2400" dirty="0"/>
          </a:p>
          <a:p>
            <a:r>
              <a:rPr lang="en-IN" sz="2400" b="1" dirty="0"/>
              <a:t>When to Use </a:t>
            </a:r>
            <a:r>
              <a:rPr lang="en-IN" sz="2400" b="1" dirty="0" err="1"/>
              <a:t>JavaScriptExecutor</a:t>
            </a:r>
            <a:r>
              <a:rPr lang="en-IN" sz="2400" b="1" dirty="0"/>
              <a:t>:</a:t>
            </a:r>
          </a:p>
          <a:p>
            <a:pPr lvl="1"/>
            <a:r>
              <a:rPr lang="en-IN" dirty="0"/>
              <a:t>Clicking elements not interactable via WebDriver</a:t>
            </a:r>
          </a:p>
          <a:p>
            <a:pPr lvl="1"/>
            <a:r>
              <a:rPr lang="en-IN" dirty="0"/>
              <a:t>Scrolling to specific elements</a:t>
            </a:r>
          </a:p>
          <a:p>
            <a:pPr lvl="1"/>
            <a:r>
              <a:rPr lang="en-IN" dirty="0"/>
              <a:t>Fetching page properties (title, URL, domain)</a:t>
            </a:r>
          </a:p>
          <a:p>
            <a:pPr lvl="1"/>
            <a:r>
              <a:rPr lang="en-IN" dirty="0"/>
              <a:t>Generating alerts or pop-ups</a:t>
            </a:r>
          </a:p>
          <a:p>
            <a:pPr lvl="1"/>
            <a:r>
              <a:rPr lang="en-IN" dirty="0"/>
              <a:t>Refreshing the browser</a:t>
            </a:r>
          </a:p>
          <a:p>
            <a:pPr lvl="1"/>
            <a:r>
              <a:rPr lang="en-IN" dirty="0"/>
              <a:t>Handling Shadow DOM or AJAX-loaded content</a:t>
            </a:r>
          </a:p>
        </p:txBody>
      </p:sp>
    </p:spTree>
    <p:extLst>
      <p:ext uri="{BB962C8B-B14F-4D97-AF65-F5344CB8AC3E}">
        <p14:creationId xmlns:p14="http://schemas.microsoft.com/office/powerpoint/2010/main" val="18315683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529E97A-97C3-40EA-8A04-5C02398D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83952B-39AB-971D-7932-E87AFD1B8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3599688" cy="1463040"/>
          </a:xfrm>
        </p:spPr>
        <p:txBody>
          <a:bodyPr anchor="ctr">
            <a:normAutofit/>
          </a:bodyPr>
          <a:lstStyle/>
          <a:p>
            <a:r>
              <a:rPr lang="en-GB" sz="3400" dirty="0" err="1">
                <a:solidFill>
                  <a:srgbClr val="FFFFFF"/>
                </a:solidFill>
              </a:rPr>
              <a:t>JavaScriptExecutor</a:t>
            </a:r>
            <a:r>
              <a:rPr lang="en-GB" sz="3400" dirty="0">
                <a:solidFill>
                  <a:srgbClr val="FFFFFF"/>
                </a:solidFill>
              </a:rPr>
              <a:t> Syntax &amp; Methods</a:t>
            </a:r>
            <a:endParaRPr lang="en-IN" sz="3400" dirty="0">
              <a:solidFill>
                <a:srgbClr val="FFFFFF"/>
              </a:solidFill>
            </a:endParaRPr>
          </a:p>
        </p:txBody>
      </p:sp>
      <p:sp>
        <p:nvSpPr>
          <p:cNvPr id="22" name="sketch line">
            <a:extLst>
              <a:ext uri="{FF2B5EF4-FFF2-40B4-BE49-F238E27FC236}">
                <a16:creationId xmlns:a16="http://schemas.microsoft.com/office/drawing/2014/main" id="{59FA8C2E-A5A7-4490-927A-7CD58343E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353312"/>
            <a:ext cx="1554480" cy="18288"/>
          </a:xfrm>
          <a:custGeom>
            <a:avLst/>
            <a:gdLst>
              <a:gd name="connsiteX0" fmla="*/ 0 w 1554480"/>
              <a:gd name="connsiteY0" fmla="*/ 0 h 18288"/>
              <a:gd name="connsiteX1" fmla="*/ 549250 w 1554480"/>
              <a:gd name="connsiteY1" fmla="*/ 0 h 18288"/>
              <a:gd name="connsiteX2" fmla="*/ 1082954 w 1554480"/>
              <a:gd name="connsiteY2" fmla="*/ 0 h 18288"/>
              <a:gd name="connsiteX3" fmla="*/ 1554480 w 1554480"/>
              <a:gd name="connsiteY3" fmla="*/ 0 h 18288"/>
              <a:gd name="connsiteX4" fmla="*/ 1554480 w 1554480"/>
              <a:gd name="connsiteY4" fmla="*/ 18288 h 18288"/>
              <a:gd name="connsiteX5" fmla="*/ 1067410 w 1554480"/>
              <a:gd name="connsiteY5" fmla="*/ 18288 h 18288"/>
              <a:gd name="connsiteX6" fmla="*/ 549250 w 1554480"/>
              <a:gd name="connsiteY6" fmla="*/ 18288 h 18288"/>
              <a:gd name="connsiteX7" fmla="*/ 0 w 1554480"/>
              <a:gd name="connsiteY7" fmla="*/ 18288 h 18288"/>
              <a:gd name="connsiteX8" fmla="*/ 0 w 1554480"/>
              <a:gd name="connsiteY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DCEBA-229E-09EE-D8EF-757F11CFD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4462" y="630936"/>
            <a:ext cx="7074409" cy="146304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200" dirty="0">
                <a:solidFill>
                  <a:srgbClr val="FFFFFF"/>
                </a:solidFill>
              </a:rPr>
              <a:t>JavascriptExecutor </a:t>
            </a:r>
            <a:r>
              <a:rPr lang="en-IN" sz="2200" dirty="0" err="1">
                <a:solidFill>
                  <a:srgbClr val="FFFFFF"/>
                </a:solidFill>
              </a:rPr>
              <a:t>js</a:t>
            </a:r>
            <a:r>
              <a:rPr lang="en-IN" sz="2200" dirty="0">
                <a:solidFill>
                  <a:srgbClr val="FFFFFF"/>
                </a:solidFill>
              </a:rPr>
              <a:t> = (JavascriptExecutor) driver;​</a:t>
            </a:r>
          </a:p>
          <a:p>
            <a:pPr marL="0" indent="0">
              <a:buNone/>
            </a:pPr>
            <a:r>
              <a:rPr lang="en-IN" sz="2200" dirty="0">
                <a:solidFill>
                  <a:srgbClr val="FFFFFF"/>
                </a:solidFill>
              </a:rPr>
              <a:t>js.executeScript("your JavaScript code here", arguments);​</a:t>
            </a:r>
          </a:p>
          <a:p>
            <a:pPr marL="0" indent="0">
              <a:buNone/>
            </a:pPr>
            <a:endParaRPr lang="en-IN" sz="22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IN" sz="2200" dirty="0">
              <a:solidFill>
                <a:srgbClr val="FFFFFF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F1F63E5-E4D2-8DC9-E585-E2E1A0BBC3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9876791"/>
              </p:ext>
            </p:extLst>
          </p:nvPr>
        </p:nvGraphicFramePr>
        <p:xfrm>
          <a:off x="272141" y="2918894"/>
          <a:ext cx="11276730" cy="36902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48924">
                  <a:extLst>
                    <a:ext uri="{9D8B030D-6E8A-4147-A177-3AD203B41FA5}">
                      <a16:colId xmlns:a16="http://schemas.microsoft.com/office/drawing/2014/main" val="3277575939"/>
                    </a:ext>
                  </a:extLst>
                </a:gridCol>
                <a:gridCol w="6127806">
                  <a:extLst>
                    <a:ext uri="{9D8B030D-6E8A-4147-A177-3AD203B41FA5}">
                      <a16:colId xmlns:a16="http://schemas.microsoft.com/office/drawing/2014/main" val="2526483012"/>
                    </a:ext>
                  </a:extLst>
                </a:gridCol>
              </a:tblGrid>
              <a:tr h="45591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100" u="none" strike="noStrike">
                          <a:effectLst/>
                        </a:rPr>
                        <a:t>Use Case​</a:t>
                      </a:r>
                      <a:endParaRPr lang="en-IN" sz="2100" b="1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9477" marR="9477" marT="9477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100" u="none" strike="noStrike" dirty="0">
                          <a:effectLst/>
                        </a:rPr>
                        <a:t>JavaScript Code​</a:t>
                      </a:r>
                      <a:endParaRPr lang="en-IN" sz="2100" b="1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9477" marR="9477" marT="9477" marB="0" anchor="ctr"/>
                </a:tc>
                <a:extLst>
                  <a:ext uri="{0D108BD9-81ED-4DB2-BD59-A6C34878D82A}">
                    <a16:rowId xmlns:a16="http://schemas.microsoft.com/office/drawing/2014/main" val="2841053537"/>
                  </a:ext>
                </a:extLst>
              </a:tr>
              <a:tr h="45591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500" u="none" strike="noStrike">
                          <a:effectLst/>
                        </a:rPr>
                        <a:t>Click an element (when normal click fails)</a:t>
                      </a:r>
                      <a:r>
                        <a:rPr lang="en-GB" sz="2100" u="none" strike="noStrike">
                          <a:effectLst/>
                        </a:rPr>
                        <a:t>​</a:t>
                      </a:r>
                      <a:endParaRPr lang="en-GB" sz="15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9477" marR="9477" marT="947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js.executeScript("arguments[0].click();",element);</a:t>
                      </a:r>
                      <a:r>
                        <a:rPr lang="en-IN" sz="2100" u="none" strike="noStrike" dirty="0">
                          <a:effectLst/>
                        </a:rPr>
                        <a:t>​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9477" marR="9477" marT="9477" marB="0" anchor="ctr"/>
                </a:tc>
                <a:extLst>
                  <a:ext uri="{0D108BD9-81ED-4DB2-BD59-A6C34878D82A}">
                    <a16:rowId xmlns:a16="http://schemas.microsoft.com/office/drawing/2014/main" val="3631108563"/>
                  </a:ext>
                </a:extLst>
              </a:tr>
              <a:tr h="45591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Scroll to Element</a:t>
                      </a:r>
                      <a:r>
                        <a:rPr lang="en-IN" sz="2100" u="none" strike="noStrike" dirty="0">
                          <a:effectLst/>
                        </a:rPr>
                        <a:t>​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9477" marR="9477" marT="947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500" u="none" strike="noStrike" dirty="0">
                          <a:effectLst/>
                        </a:rPr>
                        <a:t>js.executeScript("arguments[0].scrollIntoView(true);",element);</a:t>
                      </a:r>
                      <a:r>
                        <a:rPr lang="en-GB" sz="2100" u="none" strike="noStrike" dirty="0">
                          <a:effectLst/>
                        </a:rPr>
                        <a:t>​</a:t>
                      </a:r>
                      <a:endParaRPr lang="en-GB" sz="15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9477" marR="9477" marT="9477" marB="0" anchor="ctr"/>
                </a:tc>
                <a:extLst>
                  <a:ext uri="{0D108BD9-81ED-4DB2-BD59-A6C34878D82A}">
                    <a16:rowId xmlns:a16="http://schemas.microsoft.com/office/drawing/2014/main" val="1031170997"/>
                  </a:ext>
                </a:extLst>
              </a:tr>
              <a:tr h="45591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Scroll down by pixels</a:t>
                      </a:r>
                      <a:r>
                        <a:rPr lang="en-IN" sz="2100" u="none" strike="noStrike">
                          <a:effectLst/>
                        </a:rPr>
                        <a:t>​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9477" marR="9477" marT="947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500" u="none" strike="noStrike" dirty="0">
                          <a:effectLst/>
                        </a:rPr>
                        <a:t>js.executeScript("</a:t>
                      </a:r>
                      <a:r>
                        <a:rPr lang="en-GB" sz="1500" u="none" strike="noStrike" dirty="0" err="1">
                          <a:effectLst/>
                        </a:rPr>
                        <a:t>window.scrollBy</a:t>
                      </a:r>
                      <a:r>
                        <a:rPr lang="en-GB" sz="1500" u="none" strike="noStrike" dirty="0">
                          <a:effectLst/>
                        </a:rPr>
                        <a:t>(0,500);");</a:t>
                      </a:r>
                      <a:r>
                        <a:rPr lang="en-GB" sz="2100" u="none" strike="noStrike" dirty="0">
                          <a:effectLst/>
                        </a:rPr>
                        <a:t>​</a:t>
                      </a:r>
                      <a:endParaRPr lang="en-GB" sz="15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9477" marR="9477" marT="9477" marB="0" anchor="ctr"/>
                </a:tc>
                <a:extLst>
                  <a:ext uri="{0D108BD9-81ED-4DB2-BD59-A6C34878D82A}">
                    <a16:rowId xmlns:a16="http://schemas.microsoft.com/office/drawing/2014/main" val="2343164562"/>
                  </a:ext>
                </a:extLst>
              </a:tr>
              <a:tr h="45591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500" u="none" strike="noStrike">
                          <a:effectLst/>
                        </a:rPr>
                        <a:t>Set value in a field</a:t>
                      </a:r>
                      <a:r>
                        <a:rPr lang="en-GB" sz="2100" u="none" strike="noStrike">
                          <a:effectLst/>
                        </a:rPr>
                        <a:t>​</a:t>
                      </a:r>
                      <a:endParaRPr lang="en-GB" sz="15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9477" marR="9477" marT="947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500" u="none" strike="noStrike" dirty="0">
                          <a:effectLst/>
                        </a:rPr>
                        <a:t>js.executeScript("arguments[0].value='text';", element);</a:t>
                      </a:r>
                      <a:r>
                        <a:rPr lang="en-GB" sz="2100" u="none" strike="noStrike" dirty="0">
                          <a:effectLst/>
                        </a:rPr>
                        <a:t>​</a:t>
                      </a:r>
                      <a:endParaRPr lang="en-GB" sz="15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9477" marR="9477" marT="9477" marB="0" anchor="ctr"/>
                </a:tc>
                <a:extLst>
                  <a:ext uri="{0D108BD9-81ED-4DB2-BD59-A6C34878D82A}">
                    <a16:rowId xmlns:a16="http://schemas.microsoft.com/office/drawing/2014/main" val="1579339763"/>
                  </a:ext>
                </a:extLst>
              </a:tr>
              <a:tr h="45591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Get page title</a:t>
                      </a:r>
                      <a:r>
                        <a:rPr lang="en-IN" sz="2100" u="none" strike="noStrike">
                          <a:effectLst/>
                        </a:rPr>
                        <a:t>​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9477" marR="9477" marT="947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500" u="none" strike="noStrike" dirty="0">
                          <a:effectLst/>
                        </a:rPr>
                        <a:t>String title = js.executeScript("return document.title;").toString();</a:t>
                      </a:r>
                      <a:r>
                        <a:rPr lang="en-GB" sz="2100" u="none" strike="noStrike" dirty="0">
                          <a:effectLst/>
                        </a:rPr>
                        <a:t>​</a:t>
                      </a:r>
                      <a:endParaRPr lang="en-GB" sz="15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9477" marR="9477" marT="9477" marB="0" anchor="ctr"/>
                </a:tc>
                <a:extLst>
                  <a:ext uri="{0D108BD9-81ED-4DB2-BD59-A6C34878D82A}">
                    <a16:rowId xmlns:a16="http://schemas.microsoft.com/office/drawing/2014/main" val="1362769503"/>
                  </a:ext>
                </a:extLst>
              </a:tr>
              <a:tr h="45591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Highlight an element</a:t>
                      </a:r>
                      <a:r>
                        <a:rPr lang="en-IN" sz="2100" u="none" strike="noStrike">
                          <a:effectLst/>
                        </a:rPr>
                        <a:t>​</a:t>
                      </a:r>
                      <a:endParaRPr lang="en-IN" sz="15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9477" marR="9477" marT="9477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500" u="none" strike="noStrike" dirty="0">
                          <a:effectLst/>
                        </a:rPr>
                        <a:t>js.executeScript("arguments[0].</a:t>
                      </a:r>
                      <a:r>
                        <a:rPr lang="en-IN" sz="1500" u="none" strike="noStrike" dirty="0" err="1">
                          <a:effectLst/>
                        </a:rPr>
                        <a:t>style.border</a:t>
                      </a:r>
                      <a:r>
                        <a:rPr lang="en-IN" sz="1500" u="none" strike="noStrike" dirty="0">
                          <a:effectLst/>
                        </a:rPr>
                        <a:t>='3px solid </a:t>
                      </a:r>
                      <a:r>
                        <a:rPr lang="en-IN" sz="1500" u="none" strike="noStrike" dirty="0" err="1">
                          <a:effectLst/>
                        </a:rPr>
                        <a:t>red'",element</a:t>
                      </a:r>
                      <a:r>
                        <a:rPr lang="en-IN" sz="1500" u="none" strike="noStrike" dirty="0">
                          <a:effectLst/>
                        </a:rPr>
                        <a:t>);</a:t>
                      </a:r>
                      <a:r>
                        <a:rPr lang="en-IN" sz="2100" u="none" strike="noStrike" dirty="0">
                          <a:effectLst/>
                        </a:rPr>
                        <a:t>​</a:t>
                      </a:r>
                      <a:endParaRPr lang="en-IN" sz="15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9477" marR="9477" marT="9477" marB="0" anchor="ctr"/>
                </a:tc>
                <a:extLst>
                  <a:ext uri="{0D108BD9-81ED-4DB2-BD59-A6C34878D82A}">
                    <a16:rowId xmlns:a16="http://schemas.microsoft.com/office/drawing/2014/main" val="2554495808"/>
                  </a:ext>
                </a:extLst>
              </a:tr>
              <a:tr h="4988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u="none" strike="noStrike">
                          <a:effectLst/>
                        </a:rPr>
                        <a:t>Refresh the page</a:t>
                      </a:r>
                      <a:r>
                        <a:rPr lang="en-IN" sz="2100" u="none" strike="noStrike">
                          <a:effectLst/>
                        </a:rPr>
                        <a:t>​</a:t>
                      </a:r>
                      <a:endParaRPr lang="en-IN" sz="2700"/>
                    </a:p>
                  </a:txBody>
                  <a:tcPr marL="9477" marR="9477" marT="9477" marB="0" anchor="ctr"/>
                </a:tc>
                <a:tc>
                  <a:txBody>
                    <a:bodyPr/>
                    <a:lstStyle/>
                    <a:p>
                      <a:r>
                        <a:rPr lang="en-IN" sz="15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js.executeScript("history.go(0);");​ </a:t>
                      </a:r>
                    </a:p>
                  </a:txBody>
                  <a:tcPr marL="136474" marR="136474" marT="68237" marB="68237"/>
                </a:tc>
                <a:extLst>
                  <a:ext uri="{0D108BD9-81ED-4DB2-BD59-A6C34878D82A}">
                    <a16:rowId xmlns:a16="http://schemas.microsoft.com/office/drawing/2014/main" val="1731904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95815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E8FE0-306D-142F-1FB6-8B9592522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 dirty="0">
                <a:solidFill>
                  <a:srgbClr val="FFFFFF"/>
                </a:solidFill>
              </a:rPr>
              <a:t>When to Use</a:t>
            </a:r>
            <a:endParaRPr lang="en-IN" sz="4000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A1055B1-F63E-8CD9-FEC3-927D4DCBEB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369303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632723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FE98CE-4452-4AC8-8C4F-490E55E96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GB" dirty="0"/>
              <a:t>Actions Class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5CE91-38DB-91C3-0DB0-DDBAFAD65E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3" y="2198362"/>
            <a:ext cx="5910943" cy="4050041"/>
          </a:xfrm>
        </p:spPr>
        <p:txBody>
          <a:bodyPr>
            <a:noAutofit/>
          </a:bodyPr>
          <a:lstStyle/>
          <a:p>
            <a:r>
              <a:rPr lang="en-GB" sz="2400" dirty="0"/>
              <a:t>class in Selenium WebDriver for handling complex user gestures</a:t>
            </a:r>
          </a:p>
          <a:p>
            <a:r>
              <a:rPr lang="en-GB" sz="2400" dirty="0"/>
              <a:t>Simulates real-world interactions like drag-and-drop, hover, key presses, etc.</a:t>
            </a:r>
          </a:p>
          <a:p>
            <a:r>
              <a:rPr lang="en-GB" sz="2400" dirty="0"/>
              <a:t>Useful when standard WebDriver methods (like click(), sendKeys()) are insufficient</a:t>
            </a:r>
          </a:p>
          <a:p>
            <a:r>
              <a:rPr lang="en-GB" sz="2400" dirty="0"/>
              <a:t>Can Perform Mouse and Keyboard Actions in Selenium using the Actions class, which simulates advanced user interactions.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C8A29C-5A47-D399-0F05-6245D20BA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9367" y="2257261"/>
            <a:ext cx="4788505" cy="3611220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5295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C23C37-1C74-0A7F-4E12-64AA69367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740" y="226649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 dirty="0">
                <a:solidFill>
                  <a:srgbClr val="FFFFFF"/>
                </a:solidFill>
              </a:rPr>
              <a:t>Actions Class Methods – Mouse operations</a:t>
            </a:r>
            <a:endParaRPr lang="en-IN" sz="4000" dirty="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13851DD-D0BB-5236-01F1-DB1F0D9948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270056"/>
              </p:ext>
            </p:extLst>
          </p:nvPr>
        </p:nvGraphicFramePr>
        <p:xfrm>
          <a:off x="0" y="1575955"/>
          <a:ext cx="12192000" cy="5040551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3281166">
                  <a:extLst>
                    <a:ext uri="{9D8B030D-6E8A-4147-A177-3AD203B41FA5}">
                      <a16:colId xmlns:a16="http://schemas.microsoft.com/office/drawing/2014/main" val="326691088"/>
                    </a:ext>
                  </a:extLst>
                </a:gridCol>
                <a:gridCol w="3444245">
                  <a:extLst>
                    <a:ext uri="{9D8B030D-6E8A-4147-A177-3AD203B41FA5}">
                      <a16:colId xmlns:a16="http://schemas.microsoft.com/office/drawing/2014/main" val="1636506255"/>
                    </a:ext>
                  </a:extLst>
                </a:gridCol>
                <a:gridCol w="5466589">
                  <a:extLst>
                    <a:ext uri="{9D8B030D-6E8A-4147-A177-3AD203B41FA5}">
                      <a16:colId xmlns:a16="http://schemas.microsoft.com/office/drawing/2014/main" val="2572057651"/>
                    </a:ext>
                  </a:extLst>
                </a:gridCol>
              </a:tblGrid>
              <a:tr h="33590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u="none" strike="noStrike" cap="none" spc="60">
                          <a:solidFill>
                            <a:schemeClr val="bg1"/>
                          </a:solidFill>
                          <a:effectLst/>
                        </a:rPr>
                        <a:t>Method</a:t>
                      </a:r>
                      <a:endParaRPr lang="en-IN" sz="1600" b="0" i="0" u="none" strike="noStrike" cap="none" spc="6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u="none" strike="noStrike" cap="none" spc="60">
                          <a:solidFill>
                            <a:schemeClr val="bg1"/>
                          </a:solidFill>
                          <a:effectLst/>
                        </a:rPr>
                        <a:t>Description</a:t>
                      </a:r>
                      <a:endParaRPr lang="en-IN" sz="1600" b="0" i="0" u="none" strike="noStrike" cap="none" spc="6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u="none" strike="noStrike" cap="none" spc="60">
                          <a:solidFill>
                            <a:schemeClr val="bg1"/>
                          </a:solidFill>
                          <a:effectLst/>
                        </a:rPr>
                        <a:t>Example</a:t>
                      </a:r>
                      <a:endParaRPr lang="en-IN" sz="1600" b="0" i="0" u="none" strike="noStrike" cap="none" spc="6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166297"/>
                  </a:ext>
                </a:extLst>
              </a:tr>
              <a:tr h="30942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click()</a:t>
                      </a:r>
                      <a:endParaRPr lang="en-IN" sz="16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6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Clicks at current mouse location</a:t>
                      </a:r>
                      <a:endParaRPr lang="en-GB" sz="16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actions.click().build().perform();</a:t>
                      </a:r>
                      <a:endParaRPr lang="en-IN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7226910"/>
                  </a:ext>
                </a:extLst>
              </a:tr>
              <a:tr h="30942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click(WebElement)</a:t>
                      </a:r>
                      <a:endParaRPr lang="en-IN" sz="16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6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Clicks on a specific element</a:t>
                      </a:r>
                      <a:endParaRPr lang="en-GB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6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actions.click(element).build().perform();</a:t>
                      </a:r>
                      <a:endParaRPr lang="en-GB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6689710"/>
                  </a:ext>
                </a:extLst>
              </a:tr>
              <a:tr h="30942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doubleClick()</a:t>
                      </a:r>
                      <a:endParaRPr lang="en-IN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Double-clicks at current location</a:t>
                      </a:r>
                      <a:endParaRPr lang="en-IN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cap="none" spc="0" dirty="0" err="1">
                          <a:solidFill>
                            <a:schemeClr val="tx1"/>
                          </a:solidFill>
                          <a:effectLst/>
                        </a:rPr>
                        <a:t>actions.doubleClick</a:t>
                      </a:r>
                      <a:r>
                        <a:rPr lang="en-IN" sz="16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().build().perform();</a:t>
                      </a:r>
                      <a:endParaRPr lang="en-IN" sz="16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2268381"/>
                  </a:ext>
                </a:extLst>
              </a:tr>
              <a:tr h="30942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cap="none" spc="0" dirty="0" err="1">
                          <a:solidFill>
                            <a:schemeClr val="tx1"/>
                          </a:solidFill>
                          <a:effectLst/>
                        </a:rPr>
                        <a:t>doubleClick</a:t>
                      </a:r>
                      <a:r>
                        <a:rPr lang="en-IN" sz="16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(WebElement)</a:t>
                      </a:r>
                      <a:endParaRPr lang="en-IN" sz="16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6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Double-clicks on a specific element</a:t>
                      </a:r>
                      <a:endParaRPr lang="en-GB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6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actions.doubleClick(element).build().perform();</a:t>
                      </a:r>
                      <a:endParaRPr lang="en-GB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5448440"/>
                  </a:ext>
                </a:extLst>
              </a:tr>
              <a:tr h="30942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contextClick()</a:t>
                      </a:r>
                      <a:endParaRPr lang="en-IN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Right-click at current location</a:t>
                      </a:r>
                      <a:endParaRPr lang="en-IN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actions.contextClick().build().perform();</a:t>
                      </a:r>
                      <a:endParaRPr lang="en-IN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0249629"/>
                  </a:ext>
                </a:extLst>
              </a:tr>
              <a:tr h="30942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cap="none" spc="0" dirty="0" err="1">
                          <a:solidFill>
                            <a:schemeClr val="tx1"/>
                          </a:solidFill>
                          <a:effectLst/>
                        </a:rPr>
                        <a:t>contextClick</a:t>
                      </a:r>
                      <a:r>
                        <a:rPr lang="en-IN" sz="16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(WebElement)</a:t>
                      </a:r>
                      <a:endParaRPr lang="en-IN" sz="16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6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Right-click on a specific element</a:t>
                      </a:r>
                      <a:endParaRPr lang="en-GB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6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actions.contextClick(element).build().perform();</a:t>
                      </a:r>
                      <a:endParaRPr lang="en-GB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2750003"/>
                  </a:ext>
                </a:extLst>
              </a:tr>
              <a:tr h="30942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cap="none" spc="0" dirty="0" err="1">
                          <a:solidFill>
                            <a:schemeClr val="tx1"/>
                          </a:solidFill>
                          <a:effectLst/>
                        </a:rPr>
                        <a:t>moveToElement</a:t>
                      </a:r>
                      <a:r>
                        <a:rPr lang="en-IN" sz="16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(WebElement)</a:t>
                      </a:r>
                      <a:endParaRPr lang="en-IN" sz="16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6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Moves mouse to center of element</a:t>
                      </a:r>
                      <a:endParaRPr lang="en-GB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6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actions.moveToElement(element).build().perform();</a:t>
                      </a:r>
                      <a:endParaRPr lang="en-GB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506720"/>
                  </a:ext>
                </a:extLst>
              </a:tr>
              <a:tr h="30942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cap="none" spc="0" dirty="0" err="1">
                          <a:solidFill>
                            <a:schemeClr val="tx1"/>
                          </a:solidFill>
                          <a:effectLst/>
                        </a:rPr>
                        <a:t>moveToElement</a:t>
                      </a:r>
                      <a:r>
                        <a:rPr lang="en-IN" sz="16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(WebElement, x, y)</a:t>
                      </a:r>
                      <a:endParaRPr lang="en-IN" sz="16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6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Moves mouse to offset from element</a:t>
                      </a:r>
                      <a:endParaRPr lang="en-GB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600" u="none" strike="noStrike" cap="none" spc="0" dirty="0" err="1">
                          <a:solidFill>
                            <a:schemeClr val="tx1"/>
                          </a:solidFill>
                          <a:effectLst/>
                        </a:rPr>
                        <a:t>actions.moveToElement</a:t>
                      </a:r>
                      <a:r>
                        <a:rPr lang="en-GB" sz="16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(element, 10, 20).build().perform();</a:t>
                      </a:r>
                      <a:endParaRPr lang="en-GB" sz="16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16137"/>
                  </a:ext>
                </a:extLst>
              </a:tr>
              <a:tr h="30942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clickAndHold()</a:t>
                      </a:r>
                      <a:endParaRPr lang="en-IN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6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Clicks and holds mouse button</a:t>
                      </a:r>
                      <a:endParaRPr lang="en-GB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actions.clickAndHold().build().perform();</a:t>
                      </a:r>
                      <a:endParaRPr lang="en-IN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2013065"/>
                  </a:ext>
                </a:extLst>
              </a:tr>
              <a:tr h="30942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cap="none" spc="0" dirty="0" err="1">
                          <a:solidFill>
                            <a:schemeClr val="tx1"/>
                          </a:solidFill>
                          <a:effectLst/>
                        </a:rPr>
                        <a:t>clickAndHold</a:t>
                      </a:r>
                      <a:r>
                        <a:rPr lang="en-IN" sz="16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(WebElement)</a:t>
                      </a:r>
                      <a:endParaRPr lang="en-IN" sz="16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6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Clicks and holds on element</a:t>
                      </a:r>
                      <a:endParaRPr lang="en-GB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6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actions.clickAndHold(element).build().perform();</a:t>
                      </a:r>
                      <a:endParaRPr lang="en-GB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2718840"/>
                  </a:ext>
                </a:extLst>
              </a:tr>
              <a:tr h="30942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release()</a:t>
                      </a:r>
                      <a:endParaRPr lang="en-IN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Releases mouse button</a:t>
                      </a:r>
                      <a:endParaRPr lang="en-IN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actions.release().build().perform();</a:t>
                      </a:r>
                      <a:endParaRPr lang="en-IN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0002091"/>
                  </a:ext>
                </a:extLst>
              </a:tr>
              <a:tr h="30942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release(WebElement)</a:t>
                      </a:r>
                      <a:endParaRPr lang="en-IN" sz="16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Releases mouse on element</a:t>
                      </a:r>
                      <a:endParaRPr lang="en-IN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6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actions.release(element).build().perform();</a:t>
                      </a:r>
                      <a:endParaRPr lang="en-GB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3279355"/>
                  </a:ext>
                </a:extLst>
              </a:tr>
              <a:tr h="30942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dragAndDrop(source, target)</a:t>
                      </a:r>
                      <a:endParaRPr lang="en-IN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6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Drags source and drops on target</a:t>
                      </a:r>
                      <a:endParaRPr lang="en-GB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6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actions.dragAndDrop(source, target).build().perform();</a:t>
                      </a:r>
                      <a:endParaRPr lang="en-GB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8577894"/>
                  </a:ext>
                </a:extLst>
              </a:tr>
              <a:tr h="30942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dragAndDropBy(source, x, y)</a:t>
                      </a:r>
                      <a:endParaRPr lang="en-IN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Drags source by offset</a:t>
                      </a:r>
                      <a:endParaRPr lang="en-IN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6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actions.dragAndDropBy(source, 50, 100).build().perform();</a:t>
                      </a:r>
                      <a:endParaRPr lang="en-GB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202364"/>
                  </a:ext>
                </a:extLst>
              </a:tr>
              <a:tr h="30942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moveByOffset(x, y)</a:t>
                      </a:r>
                      <a:endParaRPr lang="en-IN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Moves mouse by offset</a:t>
                      </a:r>
                      <a:endParaRPr lang="en-IN" sz="16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6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actions.moveByOffset(30, 40).build().perform();</a:t>
                      </a:r>
                      <a:endParaRPr lang="en-GB" sz="16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3988" marR="3988" marT="69803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400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90904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2774EB-1F2C-0E8D-D182-524B15C25E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Actions Class Methods – Keyboard Operations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E48052F-C0C6-7552-E835-A543F8A7FA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200366"/>
              </p:ext>
            </p:extLst>
          </p:nvPr>
        </p:nvGraphicFramePr>
        <p:xfrm>
          <a:off x="632085" y="1908581"/>
          <a:ext cx="10927830" cy="4616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58450">
                  <a:extLst>
                    <a:ext uri="{9D8B030D-6E8A-4147-A177-3AD203B41FA5}">
                      <a16:colId xmlns:a16="http://schemas.microsoft.com/office/drawing/2014/main" val="3684881619"/>
                    </a:ext>
                  </a:extLst>
                </a:gridCol>
                <a:gridCol w="2526846">
                  <a:extLst>
                    <a:ext uri="{9D8B030D-6E8A-4147-A177-3AD203B41FA5}">
                      <a16:colId xmlns:a16="http://schemas.microsoft.com/office/drawing/2014/main" val="2663913200"/>
                    </a:ext>
                  </a:extLst>
                </a:gridCol>
                <a:gridCol w="5242534">
                  <a:extLst>
                    <a:ext uri="{9D8B030D-6E8A-4147-A177-3AD203B41FA5}">
                      <a16:colId xmlns:a16="http://schemas.microsoft.com/office/drawing/2014/main" val="3604701491"/>
                    </a:ext>
                  </a:extLst>
                </a:gridCol>
              </a:tblGrid>
              <a:tr h="34332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300" u="none" strike="noStrike">
                          <a:effectLst/>
                        </a:rPr>
                        <a:t>Method</a:t>
                      </a:r>
                      <a:endParaRPr lang="en-IN" sz="2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06" marR="8506" marT="850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300" u="none" strike="noStrike">
                          <a:effectLst/>
                        </a:rPr>
                        <a:t>Description</a:t>
                      </a:r>
                      <a:endParaRPr lang="en-IN" sz="2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06" marR="8506" marT="850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300" u="none" strike="noStrike">
                          <a:effectLst/>
                        </a:rPr>
                        <a:t>Example</a:t>
                      </a:r>
                      <a:endParaRPr lang="en-IN" sz="2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06" marR="8506" marT="8506" marB="0" anchor="ctr"/>
                </a:tc>
                <a:extLst>
                  <a:ext uri="{0D108BD9-81ED-4DB2-BD59-A6C34878D82A}">
                    <a16:rowId xmlns:a16="http://schemas.microsoft.com/office/drawing/2014/main" val="4003328505"/>
                  </a:ext>
                </a:extLst>
              </a:tr>
              <a:tr h="629139">
                <a:tc>
                  <a:txBody>
                    <a:bodyPr/>
                    <a:lstStyle/>
                    <a:p>
                      <a:pPr algn="l" fontAlgn="ctr"/>
                      <a:r>
                        <a:rPr lang="en-IN" sz="2300" u="none" strike="noStrike">
                          <a:effectLst/>
                        </a:rPr>
                        <a:t>sendKeys(CharSequence...)</a:t>
                      </a:r>
                      <a:endParaRPr lang="en-IN" sz="23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8506" marR="8506" marT="850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300" u="none" strike="noStrike" dirty="0">
                          <a:effectLst/>
                        </a:rPr>
                        <a:t>Sends keys to active element</a:t>
                      </a:r>
                      <a:endParaRPr lang="en-GB" sz="2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06" marR="8506" marT="850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300" u="none" strike="noStrike">
                          <a:effectLst/>
                        </a:rPr>
                        <a:t>actions.sendKeys("Hello").build().perform();</a:t>
                      </a:r>
                      <a:endParaRPr lang="en-GB" sz="23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8506" marR="8506" marT="8506" marB="0" anchor="ctr"/>
                </a:tc>
                <a:extLst>
                  <a:ext uri="{0D108BD9-81ED-4DB2-BD59-A6C34878D82A}">
                    <a16:rowId xmlns:a16="http://schemas.microsoft.com/office/drawing/2014/main" val="1955325320"/>
                  </a:ext>
                </a:extLst>
              </a:tr>
              <a:tr h="629139">
                <a:tc>
                  <a:txBody>
                    <a:bodyPr/>
                    <a:lstStyle/>
                    <a:p>
                      <a:pPr algn="l" fontAlgn="ctr"/>
                      <a:r>
                        <a:rPr lang="en-IN" sz="2300" u="none" strike="noStrike" dirty="0" err="1">
                          <a:effectLst/>
                        </a:rPr>
                        <a:t>sendKeys</a:t>
                      </a:r>
                      <a:r>
                        <a:rPr lang="en-IN" sz="2300" u="none" strike="noStrike" dirty="0">
                          <a:effectLst/>
                        </a:rPr>
                        <a:t>(WebElement, </a:t>
                      </a:r>
                      <a:r>
                        <a:rPr lang="en-IN" sz="2300" u="none" strike="noStrike" dirty="0" err="1">
                          <a:effectLst/>
                        </a:rPr>
                        <a:t>CharSequence</a:t>
                      </a:r>
                      <a:r>
                        <a:rPr lang="en-IN" sz="2300" u="none" strike="noStrike" dirty="0">
                          <a:effectLst/>
                        </a:rPr>
                        <a:t>...)</a:t>
                      </a:r>
                      <a:endParaRPr lang="en-IN" sz="23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8506" marR="8506" marT="850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300" u="none" strike="noStrike" dirty="0">
                          <a:effectLst/>
                        </a:rPr>
                        <a:t>Sends keys to specific element</a:t>
                      </a:r>
                      <a:endParaRPr lang="en-GB" sz="2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06" marR="8506" marT="850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300" u="none" strike="noStrike">
                          <a:effectLst/>
                        </a:rPr>
                        <a:t>actions.sendKeys(inputField, "Selenium").build().perform();</a:t>
                      </a:r>
                      <a:endParaRPr lang="en-GB" sz="23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8506" marR="8506" marT="8506" marB="0" anchor="ctr"/>
                </a:tc>
                <a:extLst>
                  <a:ext uri="{0D108BD9-81ED-4DB2-BD59-A6C34878D82A}">
                    <a16:rowId xmlns:a16="http://schemas.microsoft.com/office/drawing/2014/main" val="3758672042"/>
                  </a:ext>
                </a:extLst>
              </a:tr>
              <a:tr h="629139">
                <a:tc>
                  <a:txBody>
                    <a:bodyPr/>
                    <a:lstStyle/>
                    <a:p>
                      <a:pPr algn="l" fontAlgn="ctr"/>
                      <a:r>
                        <a:rPr lang="en-IN" sz="2300" u="none" strike="noStrike">
                          <a:effectLst/>
                        </a:rPr>
                        <a:t>keyDown(CharSequence key)</a:t>
                      </a:r>
                      <a:endParaRPr lang="en-IN" sz="23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8506" marR="8506" marT="850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300" u="none" strike="noStrike">
                          <a:effectLst/>
                        </a:rPr>
                        <a:t>Presses modifier key</a:t>
                      </a:r>
                      <a:endParaRPr lang="en-IN" sz="2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06" marR="8506" marT="850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300" u="none" strike="noStrike">
                          <a:effectLst/>
                        </a:rPr>
                        <a:t>actions.keyDown(Keys.SHIFT).build().perform();</a:t>
                      </a:r>
                      <a:endParaRPr lang="en-GB" sz="23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8506" marR="8506" marT="8506" marB="0" anchor="ctr"/>
                </a:tc>
                <a:extLst>
                  <a:ext uri="{0D108BD9-81ED-4DB2-BD59-A6C34878D82A}">
                    <a16:rowId xmlns:a16="http://schemas.microsoft.com/office/drawing/2014/main" val="1146759131"/>
                  </a:ext>
                </a:extLst>
              </a:tr>
              <a:tr h="629139">
                <a:tc>
                  <a:txBody>
                    <a:bodyPr/>
                    <a:lstStyle/>
                    <a:p>
                      <a:pPr algn="l" fontAlgn="ctr"/>
                      <a:r>
                        <a:rPr lang="en-IN" sz="2300" u="none" strike="noStrike" dirty="0" err="1">
                          <a:effectLst/>
                        </a:rPr>
                        <a:t>keyDown</a:t>
                      </a:r>
                      <a:r>
                        <a:rPr lang="en-IN" sz="2300" u="none" strike="noStrike" dirty="0">
                          <a:effectLst/>
                        </a:rPr>
                        <a:t>(WebElement, </a:t>
                      </a:r>
                      <a:r>
                        <a:rPr lang="en-IN" sz="2300" u="none" strike="noStrike" dirty="0" err="1">
                          <a:effectLst/>
                        </a:rPr>
                        <a:t>CharSequence</a:t>
                      </a:r>
                      <a:r>
                        <a:rPr lang="en-IN" sz="2300" u="none" strike="noStrike" dirty="0">
                          <a:effectLst/>
                        </a:rPr>
                        <a:t> key)</a:t>
                      </a:r>
                      <a:endParaRPr lang="en-IN" sz="23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8506" marR="8506" marT="850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300" u="none" strike="noStrike">
                          <a:effectLst/>
                        </a:rPr>
                        <a:t>Presses key on element</a:t>
                      </a:r>
                      <a:endParaRPr lang="en-IN" sz="2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06" marR="8506" marT="850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300" u="none" strike="noStrike">
                          <a:effectLst/>
                        </a:rPr>
                        <a:t>actions.keyDown(inputField, Keys.CONTROL).build().perform();</a:t>
                      </a:r>
                      <a:endParaRPr lang="en-GB" sz="23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8506" marR="8506" marT="8506" marB="0" anchor="ctr"/>
                </a:tc>
                <a:extLst>
                  <a:ext uri="{0D108BD9-81ED-4DB2-BD59-A6C34878D82A}">
                    <a16:rowId xmlns:a16="http://schemas.microsoft.com/office/drawing/2014/main" val="1784722188"/>
                  </a:ext>
                </a:extLst>
              </a:tr>
              <a:tr h="343321">
                <a:tc>
                  <a:txBody>
                    <a:bodyPr/>
                    <a:lstStyle/>
                    <a:p>
                      <a:pPr algn="l" fontAlgn="ctr"/>
                      <a:r>
                        <a:rPr lang="en-IN" sz="2300" u="none" strike="noStrike">
                          <a:effectLst/>
                        </a:rPr>
                        <a:t>keyUp(CharSequence key)</a:t>
                      </a:r>
                      <a:endParaRPr lang="en-IN" sz="23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8506" marR="8506" marT="850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300" u="none" strike="noStrike">
                          <a:effectLst/>
                        </a:rPr>
                        <a:t>Releases modifier key</a:t>
                      </a:r>
                      <a:endParaRPr lang="en-IN" sz="2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06" marR="8506" marT="850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300" u="none" strike="noStrike">
                          <a:effectLst/>
                        </a:rPr>
                        <a:t>actions.keyUp(Keys.SHIFT).build().perform();</a:t>
                      </a:r>
                      <a:endParaRPr lang="en-GB" sz="23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8506" marR="8506" marT="8506" marB="0" anchor="ctr"/>
                </a:tc>
                <a:extLst>
                  <a:ext uri="{0D108BD9-81ED-4DB2-BD59-A6C34878D82A}">
                    <a16:rowId xmlns:a16="http://schemas.microsoft.com/office/drawing/2014/main" val="1429656102"/>
                  </a:ext>
                </a:extLst>
              </a:tr>
              <a:tr h="629139">
                <a:tc>
                  <a:txBody>
                    <a:bodyPr/>
                    <a:lstStyle/>
                    <a:p>
                      <a:pPr algn="l" fontAlgn="ctr"/>
                      <a:r>
                        <a:rPr lang="en-IN" sz="2300" u="none" strike="noStrike" dirty="0" err="1">
                          <a:effectLst/>
                        </a:rPr>
                        <a:t>keyUp</a:t>
                      </a:r>
                      <a:r>
                        <a:rPr lang="en-IN" sz="2300" u="none" strike="noStrike" dirty="0">
                          <a:effectLst/>
                        </a:rPr>
                        <a:t>(WebElement, </a:t>
                      </a:r>
                      <a:r>
                        <a:rPr lang="en-IN" sz="2300" u="none" strike="noStrike" dirty="0" err="1">
                          <a:effectLst/>
                        </a:rPr>
                        <a:t>CharSequence</a:t>
                      </a:r>
                      <a:r>
                        <a:rPr lang="en-IN" sz="2300" u="none" strike="noStrike" dirty="0">
                          <a:effectLst/>
                        </a:rPr>
                        <a:t> key)</a:t>
                      </a:r>
                      <a:endParaRPr lang="en-IN" sz="23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8506" marR="8506" marT="850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300" u="none" strike="noStrike">
                          <a:effectLst/>
                        </a:rPr>
                        <a:t>Releases key on element</a:t>
                      </a:r>
                      <a:endParaRPr lang="en-IN" sz="2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506" marR="8506" marT="850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300" u="none" strike="noStrike" dirty="0" err="1">
                          <a:effectLst/>
                        </a:rPr>
                        <a:t>actions.keyUp</a:t>
                      </a:r>
                      <a:r>
                        <a:rPr lang="en-GB" sz="2300" u="none" strike="noStrike" dirty="0">
                          <a:effectLst/>
                        </a:rPr>
                        <a:t>(</a:t>
                      </a:r>
                      <a:r>
                        <a:rPr lang="en-GB" sz="2300" u="none" strike="noStrike" dirty="0" err="1">
                          <a:effectLst/>
                        </a:rPr>
                        <a:t>inputField</a:t>
                      </a:r>
                      <a:r>
                        <a:rPr lang="en-GB" sz="2300" u="none" strike="noStrike" dirty="0">
                          <a:effectLst/>
                        </a:rPr>
                        <a:t>, </a:t>
                      </a:r>
                      <a:r>
                        <a:rPr lang="en-GB" sz="2300" u="none" strike="noStrike" dirty="0" err="1">
                          <a:effectLst/>
                        </a:rPr>
                        <a:t>Keys.CONTROL</a:t>
                      </a:r>
                      <a:r>
                        <a:rPr lang="en-GB" sz="2300" u="none" strike="noStrike" dirty="0">
                          <a:effectLst/>
                        </a:rPr>
                        <a:t>).build().perform();</a:t>
                      </a:r>
                      <a:endParaRPr lang="en-GB" sz="23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8506" marR="8506" marT="8506" marB="0" anchor="ctr"/>
                </a:tc>
                <a:extLst>
                  <a:ext uri="{0D108BD9-81ED-4DB2-BD59-A6C34878D82A}">
                    <a16:rowId xmlns:a16="http://schemas.microsoft.com/office/drawing/2014/main" val="5228521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345871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1EC6B-9248-32F4-8D4A-DEC654F42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Drag and Drop Actions in Selenium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1B7F2-DE41-ABE7-ACD0-12F9983EC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Two ways to perform this operation:</a:t>
            </a:r>
          </a:p>
          <a:p>
            <a:pPr marL="0" indent="0">
              <a:buNone/>
            </a:pPr>
            <a:r>
              <a:rPr lang="en-GB" dirty="0"/>
              <a:t>1. </a:t>
            </a:r>
            <a:r>
              <a:rPr lang="en-GB" b="1" dirty="0"/>
              <a:t>Actions Method</a:t>
            </a:r>
          </a:p>
          <a:p>
            <a:pPr algn="l" rtl="0" fontAlgn="base">
              <a:lnSpc>
                <a:spcPts val="1200"/>
              </a:lnSpc>
              <a:buNone/>
            </a:pPr>
            <a:endParaRPr lang="en-IN" dirty="0"/>
          </a:p>
          <a:p>
            <a:pPr algn="l" rtl="0" fontAlgn="base">
              <a:lnSpc>
                <a:spcPts val="1200"/>
              </a:lnSpc>
              <a:buNone/>
            </a:pPr>
            <a:r>
              <a:rPr lang="en-IN" dirty="0"/>
              <a:t>// Locate the source and target elements</a:t>
            </a:r>
            <a:r>
              <a:rPr lang="en-US" dirty="0"/>
              <a:t>​</a:t>
            </a:r>
          </a:p>
          <a:p>
            <a:pPr algn="l" rtl="0" fontAlgn="base">
              <a:lnSpc>
                <a:spcPts val="1200"/>
              </a:lnSpc>
              <a:buNone/>
            </a:pPr>
            <a:r>
              <a:rPr lang="en-IN" dirty="0"/>
              <a:t>WebElement source = driver.findElement(</a:t>
            </a:r>
            <a:r>
              <a:rPr lang="en-IN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By.id</a:t>
            </a:r>
            <a:r>
              <a:rPr lang="en-IN" dirty="0"/>
              <a:t>("draggable"));</a:t>
            </a:r>
            <a:r>
              <a:rPr lang="en-US" dirty="0"/>
              <a:t>​</a:t>
            </a:r>
          </a:p>
          <a:p>
            <a:pPr algn="l" rtl="0" fontAlgn="base">
              <a:lnSpc>
                <a:spcPts val="1200"/>
              </a:lnSpc>
              <a:buNone/>
            </a:pPr>
            <a:r>
              <a:rPr lang="en-IN" dirty="0"/>
              <a:t>WebElement target = driver.findElement(</a:t>
            </a:r>
            <a:r>
              <a:rPr lang="en-IN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By.id</a:t>
            </a:r>
            <a:r>
              <a:rPr lang="en-IN" dirty="0"/>
              <a:t>("droppable"));</a:t>
            </a:r>
            <a:r>
              <a:rPr lang="en-US" dirty="0"/>
              <a:t>​</a:t>
            </a:r>
          </a:p>
          <a:p>
            <a:pPr algn="l" rtl="0" fontAlgn="base">
              <a:lnSpc>
                <a:spcPts val="1200"/>
              </a:lnSpc>
              <a:buNone/>
            </a:pPr>
            <a:r>
              <a:rPr lang="en-IN" dirty="0"/>
              <a:t> </a:t>
            </a:r>
            <a:r>
              <a:rPr lang="en-US" dirty="0"/>
              <a:t>​</a:t>
            </a:r>
          </a:p>
          <a:p>
            <a:pPr algn="l" rtl="0" fontAlgn="base">
              <a:lnSpc>
                <a:spcPts val="1200"/>
              </a:lnSpc>
              <a:buNone/>
            </a:pPr>
            <a:r>
              <a:rPr lang="en-IN" dirty="0"/>
              <a:t>// Create Actions instance</a:t>
            </a:r>
            <a:r>
              <a:rPr lang="en-US" dirty="0"/>
              <a:t>​</a:t>
            </a:r>
          </a:p>
          <a:p>
            <a:pPr algn="l" rtl="0" fontAlgn="base">
              <a:lnSpc>
                <a:spcPts val="1200"/>
              </a:lnSpc>
              <a:buNone/>
            </a:pPr>
            <a:r>
              <a:rPr lang="en-IN" dirty="0"/>
              <a:t>Actions actions = new Actions(driver);</a:t>
            </a:r>
            <a:r>
              <a:rPr lang="en-US" dirty="0"/>
              <a:t>​</a:t>
            </a:r>
          </a:p>
          <a:p>
            <a:pPr algn="l" rtl="0" fontAlgn="base">
              <a:lnSpc>
                <a:spcPts val="1200"/>
              </a:lnSpc>
              <a:buNone/>
            </a:pPr>
            <a:r>
              <a:rPr lang="en-IN" dirty="0"/>
              <a:t> </a:t>
            </a:r>
            <a:r>
              <a:rPr lang="en-US" dirty="0"/>
              <a:t>​</a:t>
            </a:r>
          </a:p>
          <a:p>
            <a:pPr algn="l" rtl="0" fontAlgn="base">
              <a:lnSpc>
                <a:spcPts val="1200"/>
              </a:lnSpc>
              <a:buNone/>
            </a:pPr>
            <a:r>
              <a:rPr lang="en-IN" dirty="0"/>
              <a:t>// Perform drag and drop</a:t>
            </a:r>
            <a:r>
              <a:rPr lang="en-US" dirty="0"/>
              <a:t>​</a:t>
            </a:r>
          </a:p>
          <a:p>
            <a:pPr marL="0" indent="0" algn="l" rtl="0" fontAlgn="base">
              <a:lnSpc>
                <a:spcPts val="1200"/>
              </a:lnSpc>
              <a:buNone/>
            </a:pPr>
            <a:r>
              <a:rPr lang="en-IN" dirty="0"/>
              <a:t>actions.dragAndDrop(source, target).perform();</a:t>
            </a:r>
            <a:r>
              <a:rPr lang="en-US" dirty="0"/>
              <a:t>​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575447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44552-3D8B-AEA0-6978-0B41C52B8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Drag and Drop Actions in Selenium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7B00E-47AB-EFCB-AB06-2A015E57CDD2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r>
              <a:rPr lang="en-GB" b="1" dirty="0"/>
              <a:t>2. Perform Actions manually with click, hold and release</a:t>
            </a:r>
          </a:p>
          <a:p>
            <a:pPr algn="l" rtl="0" fontAlgn="base">
              <a:buNone/>
            </a:pPr>
            <a:endParaRPr lang="en-US" dirty="0"/>
          </a:p>
          <a:p>
            <a:pPr algn="l" rtl="0" fontAlgn="base">
              <a:buNone/>
            </a:pPr>
            <a:r>
              <a:rPr lang="en-US" dirty="0"/>
              <a:t>Actions actions = new Actions(driver);​</a:t>
            </a:r>
          </a:p>
          <a:p>
            <a:pPr algn="l" rtl="0" fontAlgn="base">
              <a:buNone/>
            </a:pPr>
            <a:r>
              <a:rPr lang="en-US" dirty="0"/>
              <a:t>actions.clickAndHold(source)​</a:t>
            </a:r>
          </a:p>
          <a:p>
            <a:pPr algn="l" rtl="0" fontAlgn="base">
              <a:buNone/>
            </a:pPr>
            <a:r>
              <a:rPr lang="en-US" dirty="0"/>
              <a:t>       .moveToElement(target)​</a:t>
            </a:r>
          </a:p>
          <a:p>
            <a:pPr algn="l" rtl="0" fontAlgn="base">
              <a:buNone/>
            </a:pPr>
            <a:r>
              <a:rPr lang="en-US" dirty="0"/>
              <a:t>       .release()​</a:t>
            </a:r>
          </a:p>
          <a:p>
            <a:pPr algn="l" rtl="0" fontAlgn="base">
              <a:buNone/>
            </a:pPr>
            <a:r>
              <a:rPr lang="en-US" dirty="0"/>
              <a:t>       .build()​</a:t>
            </a:r>
          </a:p>
          <a:p>
            <a:pPr algn="l" rtl="0" fontAlgn="base">
              <a:buNone/>
            </a:pPr>
            <a:r>
              <a:rPr lang="en-US" dirty="0"/>
              <a:t>       .perform();​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319639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68EA1-92B6-B39E-7274-918C6479E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Handling Checkboxes in Selenium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5F712-0825-3800-0C1B-6FC2940C3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315" y="1690688"/>
            <a:ext cx="11495314" cy="4927826"/>
          </a:xfrm>
        </p:spPr>
        <p:txBody>
          <a:bodyPr/>
          <a:lstStyle/>
          <a:p>
            <a:pPr algn="l" rtl="0" fontAlgn="base">
              <a:lnSpc>
                <a:spcPts val="1200"/>
              </a:lnSpc>
              <a:buNone/>
            </a:pPr>
            <a:endParaRPr lang="en-IN" dirty="0"/>
          </a:p>
          <a:p>
            <a:pPr fontAlgn="base">
              <a:lnSpc>
                <a:spcPts val="1200"/>
              </a:lnSpc>
            </a:pPr>
            <a:r>
              <a:rPr lang="en-IN" b="1" dirty="0"/>
              <a:t>Use Click and isSelected() Methods</a:t>
            </a:r>
          </a:p>
          <a:p>
            <a:pPr algn="l" rtl="0" fontAlgn="base">
              <a:lnSpc>
                <a:spcPts val="1200"/>
              </a:lnSpc>
              <a:buNone/>
            </a:pPr>
            <a:endParaRPr lang="en-IN" dirty="0"/>
          </a:p>
          <a:p>
            <a:pPr algn="l" rtl="0" fontAlgn="base">
              <a:lnSpc>
                <a:spcPts val="1200"/>
              </a:lnSpc>
              <a:buNone/>
            </a:pPr>
            <a:r>
              <a:rPr lang="en-IN" i="1" dirty="0"/>
              <a:t>WebElement checkbox = driver.findElement(</a:t>
            </a:r>
            <a:r>
              <a:rPr lang="en-IN" i="1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By.id</a:t>
            </a:r>
            <a:r>
              <a:rPr lang="en-IN" i="1" dirty="0"/>
              <a:t>("subscribeCheckbox"));</a:t>
            </a:r>
            <a:r>
              <a:rPr lang="en-US" i="1" dirty="0"/>
              <a:t>​</a:t>
            </a:r>
          </a:p>
          <a:p>
            <a:pPr algn="l" rtl="0" fontAlgn="base">
              <a:lnSpc>
                <a:spcPts val="1200"/>
              </a:lnSpc>
              <a:buNone/>
            </a:pPr>
            <a:r>
              <a:rPr lang="en-IN" dirty="0"/>
              <a:t>​</a:t>
            </a:r>
          </a:p>
          <a:p>
            <a:pPr algn="l" rtl="0" fontAlgn="base">
              <a:lnSpc>
                <a:spcPts val="1200"/>
              </a:lnSpc>
              <a:buNone/>
            </a:pPr>
            <a:r>
              <a:rPr lang="en-IN" i="1" dirty="0"/>
              <a:t>if (!checkbox.isSelected()) {</a:t>
            </a:r>
            <a:r>
              <a:rPr lang="en-US" i="1" dirty="0"/>
              <a:t>​</a:t>
            </a:r>
          </a:p>
          <a:p>
            <a:pPr algn="l" rtl="0" fontAlgn="base">
              <a:lnSpc>
                <a:spcPts val="1200"/>
              </a:lnSpc>
              <a:buNone/>
            </a:pPr>
            <a:r>
              <a:rPr lang="en-IN" i="1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checkbox.click</a:t>
            </a:r>
            <a:r>
              <a:rPr lang="en-IN" i="1" dirty="0"/>
              <a:t>();</a:t>
            </a:r>
            <a:r>
              <a:rPr lang="en-US" i="1" dirty="0"/>
              <a:t>​</a:t>
            </a:r>
          </a:p>
          <a:p>
            <a:pPr algn="l" rtl="0" fontAlgn="base">
              <a:lnSpc>
                <a:spcPts val="1200"/>
              </a:lnSpc>
              <a:buNone/>
            </a:pPr>
            <a:r>
              <a:rPr lang="en-IN" i="1" dirty="0"/>
              <a:t>}</a:t>
            </a:r>
            <a:r>
              <a:rPr lang="en-US" i="1" dirty="0"/>
              <a:t>​</a:t>
            </a:r>
          </a:p>
          <a:p>
            <a:pPr algn="l" rtl="0" fontAlgn="base">
              <a:lnSpc>
                <a:spcPts val="1200"/>
              </a:lnSpc>
              <a:buNone/>
            </a:pPr>
            <a:endParaRPr lang="en-US" i="1" dirty="0"/>
          </a:p>
          <a:p>
            <a:pPr algn="l" rtl="0" fontAlgn="base">
              <a:lnSpc>
                <a:spcPts val="1200"/>
              </a:lnSpc>
              <a:buNone/>
            </a:pPr>
            <a:r>
              <a:rPr lang="en-IN" i="1" dirty="0"/>
              <a:t>if (checkbox.isSelected()) {</a:t>
            </a:r>
            <a:r>
              <a:rPr lang="en-US" i="1" dirty="0"/>
              <a:t>​</a:t>
            </a:r>
          </a:p>
          <a:p>
            <a:pPr algn="l" rtl="0" fontAlgn="base">
              <a:lnSpc>
                <a:spcPts val="1200"/>
              </a:lnSpc>
              <a:buNone/>
            </a:pPr>
            <a:r>
              <a:rPr lang="en-IN" i="1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checkbox.click</a:t>
            </a:r>
            <a:r>
              <a:rPr lang="en-IN" i="1" dirty="0"/>
              <a:t>();</a:t>
            </a:r>
            <a:r>
              <a:rPr lang="en-US" i="1" dirty="0"/>
              <a:t>​</a:t>
            </a:r>
          </a:p>
          <a:p>
            <a:pPr algn="l" rtl="0" fontAlgn="base">
              <a:lnSpc>
                <a:spcPts val="1200"/>
              </a:lnSpc>
              <a:buNone/>
            </a:pPr>
            <a:r>
              <a:rPr lang="en-IN" i="1" dirty="0"/>
              <a:t>}</a:t>
            </a:r>
            <a:r>
              <a:rPr lang="en-US" i="1" dirty="0"/>
              <a:t>​</a:t>
            </a:r>
          </a:p>
          <a:p>
            <a:pPr algn="l" rtl="0" fontAlgn="base">
              <a:lnSpc>
                <a:spcPts val="1200"/>
              </a:lnSpc>
              <a:buNone/>
            </a:pPr>
            <a:r>
              <a:rPr lang="en-IN" i="1" dirty="0"/>
              <a:t>​</a:t>
            </a:r>
          </a:p>
          <a:p>
            <a:pPr algn="l" rtl="0" fontAlgn="base">
              <a:lnSpc>
                <a:spcPts val="1200"/>
              </a:lnSpc>
              <a:buNone/>
            </a:pPr>
            <a:r>
              <a:rPr lang="en-IN" i="1" dirty="0"/>
              <a:t>boolean isChecked = checkbox.isSelected();</a:t>
            </a:r>
            <a:r>
              <a:rPr lang="en-US" i="1" dirty="0"/>
              <a:t>​</a:t>
            </a:r>
          </a:p>
          <a:p>
            <a:pPr marL="0" indent="0" algn="l" rtl="0" fontAlgn="base">
              <a:lnSpc>
                <a:spcPts val="1200"/>
              </a:lnSpc>
              <a:buNone/>
            </a:pPr>
            <a:r>
              <a:rPr lang="en-IN" i="1" dirty="0"/>
              <a:t>System.out.println("Checkbox selected: " + isChecked)</a:t>
            </a:r>
            <a:endParaRPr lang="en-US" i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165699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CD5AF-75E6-604A-1CF0-2B8BC3B27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Handling Multiple Checkboxes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D533C-AF97-B7AE-628E-BF78B5661E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029" y="1690688"/>
            <a:ext cx="10515600" cy="4351338"/>
          </a:xfrm>
        </p:spPr>
        <p:txBody>
          <a:bodyPr/>
          <a:lstStyle/>
          <a:p>
            <a:pPr fontAlgn="base">
              <a:lnSpc>
                <a:spcPts val="1200"/>
              </a:lnSpc>
            </a:pPr>
            <a:endParaRPr lang="en-IN" i="1" dirty="0"/>
          </a:p>
          <a:p>
            <a:pPr fontAlgn="base">
              <a:lnSpc>
                <a:spcPts val="1200"/>
              </a:lnSpc>
            </a:pPr>
            <a:r>
              <a:rPr lang="en-IN" b="1" i="1" dirty="0"/>
              <a:t>If checkboxes have a common attribute (e.g., name='skills’):</a:t>
            </a:r>
            <a:r>
              <a:rPr lang="en-US" b="1" i="1" dirty="0"/>
              <a:t>​</a:t>
            </a:r>
          </a:p>
          <a:p>
            <a:pPr fontAlgn="base">
              <a:lnSpc>
                <a:spcPts val="1200"/>
              </a:lnSpc>
            </a:pPr>
            <a:endParaRPr lang="en-US" b="1" i="1" dirty="0"/>
          </a:p>
          <a:p>
            <a:pPr marL="0" indent="0" fontAlgn="base">
              <a:lnSpc>
                <a:spcPts val="1200"/>
              </a:lnSpc>
              <a:buNone/>
            </a:pPr>
            <a:endParaRPr lang="en-US" i="1" dirty="0"/>
          </a:p>
          <a:p>
            <a:pPr algn="l" rtl="0" fontAlgn="base">
              <a:lnSpc>
                <a:spcPts val="1200"/>
              </a:lnSpc>
              <a:buNone/>
            </a:pPr>
            <a:r>
              <a:rPr lang="en-IN" i="1" dirty="0"/>
              <a:t>List checkboxes = driver.findElements(</a:t>
            </a:r>
            <a:r>
              <a:rPr lang="en-IN" i="1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By.name</a:t>
            </a:r>
            <a:r>
              <a:rPr lang="en-IN" i="1" dirty="0"/>
              <a:t>("skills"));</a:t>
            </a:r>
            <a:r>
              <a:rPr lang="en-US" i="1" dirty="0"/>
              <a:t>​</a:t>
            </a:r>
          </a:p>
          <a:p>
            <a:pPr algn="l" rtl="0" fontAlgn="base">
              <a:lnSpc>
                <a:spcPts val="1200"/>
              </a:lnSpc>
              <a:buNone/>
            </a:pPr>
            <a:r>
              <a:rPr lang="en-IN" i="1" dirty="0"/>
              <a:t> </a:t>
            </a:r>
            <a:r>
              <a:rPr lang="en-US" i="1" dirty="0"/>
              <a:t>​</a:t>
            </a:r>
          </a:p>
          <a:p>
            <a:pPr algn="l" rtl="0" fontAlgn="base">
              <a:lnSpc>
                <a:spcPts val="1200"/>
              </a:lnSpc>
              <a:buNone/>
            </a:pPr>
            <a:r>
              <a:rPr lang="en-IN" i="1" dirty="0"/>
              <a:t>for (WebElement box : checkboxes) {</a:t>
            </a:r>
            <a:r>
              <a:rPr lang="en-US" i="1" dirty="0"/>
              <a:t>​</a:t>
            </a:r>
          </a:p>
          <a:p>
            <a:pPr algn="l" rtl="0" fontAlgn="base">
              <a:lnSpc>
                <a:spcPts val="1200"/>
              </a:lnSpc>
              <a:buNone/>
            </a:pPr>
            <a:endParaRPr lang="en-US" i="1" dirty="0"/>
          </a:p>
          <a:p>
            <a:pPr algn="l" rtl="0" fontAlgn="base">
              <a:lnSpc>
                <a:spcPts val="1200"/>
              </a:lnSpc>
              <a:buNone/>
            </a:pPr>
            <a:r>
              <a:rPr lang="en-IN" i="1" dirty="0"/>
              <a:t>    if (box.getAttribute("value").equals("Java")) {</a:t>
            </a:r>
            <a:r>
              <a:rPr lang="en-US" i="1" dirty="0"/>
              <a:t>​</a:t>
            </a:r>
          </a:p>
          <a:p>
            <a:pPr algn="l" rtl="0" fontAlgn="base">
              <a:lnSpc>
                <a:spcPts val="1200"/>
              </a:lnSpc>
              <a:buNone/>
            </a:pPr>
            <a:endParaRPr lang="en-US" i="1" dirty="0"/>
          </a:p>
          <a:p>
            <a:pPr algn="l" rtl="0" fontAlgn="base">
              <a:lnSpc>
                <a:spcPts val="1200"/>
              </a:lnSpc>
              <a:buNone/>
            </a:pPr>
            <a:r>
              <a:rPr lang="en-IN" i="1" dirty="0"/>
              <a:t>        if (!box.isSelected()) {</a:t>
            </a:r>
            <a:r>
              <a:rPr lang="en-US" i="1" dirty="0"/>
              <a:t>​</a:t>
            </a:r>
          </a:p>
          <a:p>
            <a:pPr algn="l" rtl="0" fontAlgn="base">
              <a:lnSpc>
                <a:spcPts val="1200"/>
              </a:lnSpc>
              <a:buNone/>
            </a:pPr>
            <a:r>
              <a:rPr lang="en-IN" i="1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box.click</a:t>
            </a:r>
            <a:r>
              <a:rPr lang="en-IN" i="1" dirty="0"/>
              <a:t>();</a:t>
            </a:r>
            <a:r>
              <a:rPr lang="en-US" i="1" dirty="0"/>
              <a:t>​</a:t>
            </a:r>
          </a:p>
          <a:p>
            <a:pPr algn="l" rtl="0" fontAlgn="base">
              <a:lnSpc>
                <a:spcPts val="1200"/>
              </a:lnSpc>
              <a:buNone/>
            </a:pPr>
            <a:r>
              <a:rPr lang="en-IN" i="1" dirty="0"/>
              <a:t>        }</a:t>
            </a:r>
            <a:r>
              <a:rPr lang="en-US" i="1" dirty="0"/>
              <a:t>​</a:t>
            </a:r>
          </a:p>
          <a:p>
            <a:pPr algn="l" rtl="0" fontAlgn="base">
              <a:lnSpc>
                <a:spcPts val="1200"/>
              </a:lnSpc>
              <a:buNone/>
            </a:pPr>
            <a:r>
              <a:rPr lang="en-IN" i="1" dirty="0"/>
              <a:t>    }</a:t>
            </a:r>
            <a:r>
              <a:rPr lang="en-US" i="1" dirty="0"/>
              <a:t>​</a:t>
            </a:r>
          </a:p>
          <a:p>
            <a:pPr marL="0" indent="0" algn="l" rtl="0" fontAlgn="base">
              <a:lnSpc>
                <a:spcPts val="1200"/>
              </a:lnSpc>
              <a:buNone/>
            </a:pPr>
            <a:r>
              <a:rPr lang="en-IN" i="1" dirty="0"/>
              <a:t>}</a:t>
            </a:r>
            <a:r>
              <a:rPr lang="en-US" i="1" dirty="0"/>
              <a:t>​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566027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D3EA70-08B4-5486-46DB-7E0F0F870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777739"/>
            <a:ext cx="3418990" cy="1412119"/>
          </a:xfrm>
        </p:spPr>
        <p:txBody>
          <a:bodyPr>
            <a:normAutofit/>
          </a:bodyPr>
          <a:lstStyle/>
          <a:p>
            <a:r>
              <a:rPr lang="en-GB" sz="3700"/>
              <a:t>Handling Frames in Selenium</a:t>
            </a:r>
            <a:endParaRPr lang="en-IN" sz="3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4760DF-7286-9361-75B3-B369A9722C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465" b="7619"/>
          <a:stretch>
            <a:fillRect/>
          </a:stretch>
        </p:blipFill>
        <p:spPr>
          <a:xfrm>
            <a:off x="20" y="10"/>
            <a:ext cx="12191980" cy="4558420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15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61305" y="5468206"/>
            <a:ext cx="1371600" cy="18288"/>
          </a:xfrm>
          <a:custGeom>
            <a:avLst/>
            <a:gdLst>
              <a:gd name="connsiteX0" fmla="*/ 0 w 1371600"/>
              <a:gd name="connsiteY0" fmla="*/ 0 h 18288"/>
              <a:gd name="connsiteX1" fmla="*/ 685800 w 1371600"/>
              <a:gd name="connsiteY1" fmla="*/ 0 h 18288"/>
              <a:gd name="connsiteX2" fmla="*/ 1371600 w 1371600"/>
              <a:gd name="connsiteY2" fmla="*/ 0 h 18288"/>
              <a:gd name="connsiteX3" fmla="*/ 1371600 w 1371600"/>
              <a:gd name="connsiteY3" fmla="*/ 18288 h 18288"/>
              <a:gd name="connsiteX4" fmla="*/ 713232 w 1371600"/>
              <a:gd name="connsiteY4" fmla="*/ 18288 h 18288"/>
              <a:gd name="connsiteX5" fmla="*/ 0 w 1371600"/>
              <a:gd name="connsiteY5" fmla="*/ 18288 h 18288"/>
              <a:gd name="connsiteX6" fmla="*/ 0 w 1371600"/>
              <a:gd name="connsiteY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1600" h="18288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355" y="6649"/>
                  <a:pt x="1371915" y="11310"/>
                  <a:pt x="1371600" y="18288"/>
                </a:cubicBezTo>
                <a:cubicBezTo>
                  <a:pt x="1107995" y="26464"/>
                  <a:pt x="1033361" y="32942"/>
                  <a:pt x="713232" y="18288"/>
                </a:cubicBezTo>
                <a:cubicBezTo>
                  <a:pt x="393103" y="3634"/>
                  <a:pt x="289343" y="43221"/>
                  <a:pt x="0" y="18288"/>
                </a:cubicBezTo>
                <a:cubicBezTo>
                  <a:pt x="-459" y="11562"/>
                  <a:pt x="-31" y="5093"/>
                  <a:pt x="0" y="0"/>
                </a:cubicBezTo>
                <a:close/>
              </a:path>
              <a:path w="1371600" h="18288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456" y="3662"/>
                  <a:pt x="1371030" y="13946"/>
                  <a:pt x="1371600" y="18288"/>
                </a:cubicBezTo>
                <a:cubicBezTo>
                  <a:pt x="1176823" y="-1409"/>
                  <a:pt x="900830" y="9989"/>
                  <a:pt x="713232" y="18288"/>
                </a:cubicBezTo>
                <a:cubicBezTo>
                  <a:pt x="525634" y="26587"/>
                  <a:pt x="282837" y="5724"/>
                  <a:pt x="0" y="18288"/>
                </a:cubicBezTo>
                <a:cubicBezTo>
                  <a:pt x="367" y="13143"/>
                  <a:pt x="-823" y="58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078F8-D81F-0C35-1AC1-0876E7876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5977" y="4777739"/>
            <a:ext cx="7085943" cy="1797232"/>
          </a:xfrm>
        </p:spPr>
        <p:txBody>
          <a:bodyPr anchor="ctr">
            <a:noAutofit/>
          </a:bodyPr>
          <a:lstStyle/>
          <a:p>
            <a:r>
              <a:rPr lang="en-IN" sz="2400" dirty="0"/>
              <a:t>Frame: An HTML element that divides a page into sections, each loading a separate document</a:t>
            </a:r>
          </a:p>
          <a:p>
            <a:r>
              <a:rPr lang="en-IN" sz="2400" dirty="0"/>
              <a:t>iFrame (Inline Frame): Embeds another HTML document within the current one.</a:t>
            </a:r>
          </a:p>
          <a:p>
            <a:r>
              <a:rPr lang="en-IN" sz="2400" dirty="0"/>
              <a:t>Use Cases: Embedded videos, ads, login forms, widgets.</a:t>
            </a:r>
          </a:p>
        </p:txBody>
      </p:sp>
    </p:spTree>
    <p:extLst>
      <p:ext uri="{BB962C8B-B14F-4D97-AF65-F5344CB8AC3E}">
        <p14:creationId xmlns:p14="http://schemas.microsoft.com/office/powerpoint/2010/main" val="355816829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1A58D0F-B14F-0B36-966E-7C49704BAB0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9557" r="9091" b="1116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259D6-7199-0A2B-8A39-C10AC2C58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dirty="0"/>
              <a:t>Why handle frames</a:t>
            </a:r>
            <a:endParaRPr lang="en-IN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1511550-85C1-C8EF-A49D-D3E82C983D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02277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374666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5C147F-808D-B488-1FA3-5407A654B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 dirty="0"/>
              <a:t>Switching to Frame in Selenium</a:t>
            </a:r>
            <a:endParaRPr lang="en-IN" sz="5400" dirty="0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BD8F1E6-C05B-C404-B502-B76579A845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169341"/>
              </p:ext>
            </p:extLst>
          </p:nvPr>
        </p:nvGraphicFramePr>
        <p:xfrm>
          <a:off x="370115" y="2171244"/>
          <a:ext cx="11495313" cy="40132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1242">
                  <a:extLst>
                    <a:ext uri="{9D8B030D-6E8A-4147-A177-3AD203B41FA5}">
                      <a16:colId xmlns:a16="http://schemas.microsoft.com/office/drawing/2014/main" val="212828455"/>
                    </a:ext>
                  </a:extLst>
                </a:gridCol>
                <a:gridCol w="3289408">
                  <a:extLst>
                    <a:ext uri="{9D8B030D-6E8A-4147-A177-3AD203B41FA5}">
                      <a16:colId xmlns:a16="http://schemas.microsoft.com/office/drawing/2014/main" val="1908053718"/>
                    </a:ext>
                  </a:extLst>
                </a:gridCol>
                <a:gridCol w="6084663">
                  <a:extLst>
                    <a:ext uri="{9D8B030D-6E8A-4147-A177-3AD203B41FA5}">
                      <a16:colId xmlns:a16="http://schemas.microsoft.com/office/drawing/2014/main" val="3575093875"/>
                    </a:ext>
                  </a:extLst>
                </a:gridCol>
              </a:tblGrid>
              <a:tr h="28123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Method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81" marR="8481" marT="848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 dirty="0">
                          <a:effectLst/>
                        </a:rPr>
                        <a:t> Description</a:t>
                      </a:r>
                      <a:endParaRPr lang="en-IN" sz="2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81" marR="8481" marT="8481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 Example Code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81" marR="8481" marT="8481" marB="0" anchor="ctr"/>
                </a:tc>
                <a:extLst>
                  <a:ext uri="{0D108BD9-81ED-4DB2-BD59-A6C34878D82A}">
                    <a16:rowId xmlns:a16="http://schemas.microsoft.com/office/drawing/2014/main" val="2919207326"/>
                  </a:ext>
                </a:extLst>
              </a:tr>
              <a:tr h="729028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frame(int index)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8481" marR="8481" marT="848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000" u="none" strike="noStrike">
                          <a:effectLst/>
                        </a:rPr>
                        <a:t>Switches to a frame by its zero-based index. Useful when no ID or name exists.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81" marR="8481" marT="848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>
                          <a:effectLst/>
                        </a:rPr>
                        <a:t>driver.switchTo().frame(0);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8481" marR="8481" marT="8481" marB="0" anchor="ctr"/>
                </a:tc>
                <a:extLst>
                  <a:ext uri="{0D108BD9-81ED-4DB2-BD59-A6C34878D82A}">
                    <a16:rowId xmlns:a16="http://schemas.microsoft.com/office/drawing/2014/main" val="4006903552"/>
                  </a:ext>
                </a:extLst>
              </a:tr>
              <a:tr h="505129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frame(String nameOrId)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8481" marR="8481" marT="848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000" u="none" strike="noStrike">
                          <a:effectLst/>
                        </a:rPr>
                        <a:t>Switches to a frame using its name or ID attribute.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81" marR="8481" marT="848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driver.switchTo().frame("loginFrame");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8481" marR="8481" marT="8481" marB="0" anchor="ctr"/>
                </a:tc>
                <a:extLst>
                  <a:ext uri="{0D108BD9-81ED-4DB2-BD59-A6C34878D82A}">
                    <a16:rowId xmlns:a16="http://schemas.microsoft.com/office/drawing/2014/main" val="330906324"/>
                  </a:ext>
                </a:extLst>
              </a:tr>
              <a:tr h="505129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>
                          <a:effectLst/>
                        </a:rPr>
                        <a:t>frame(WebElement </a:t>
                      </a:r>
                      <a:r>
                        <a:rPr lang="en-IN" sz="2000" u="none" strike="noStrike" dirty="0" err="1">
                          <a:effectLst/>
                        </a:rPr>
                        <a:t>frameElement</a:t>
                      </a:r>
                      <a:r>
                        <a:rPr lang="en-IN" sz="2000" u="none" strike="noStrike" dirty="0">
                          <a:effectLst/>
                        </a:rPr>
                        <a:t>)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8481" marR="8481" marT="848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000" u="none" strike="noStrike">
                          <a:effectLst/>
                        </a:rPr>
                        <a:t>Switches to a frame using a WebElement reference.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81" marR="8481" marT="848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>
                          <a:effectLst/>
                        </a:rPr>
                        <a:t>WebElement frame = driver.findElement(By.id("frameId"));driver.switchTo().frame(frame);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8481" marR="8481" marT="8481" marB="0" anchor="ctr"/>
                </a:tc>
                <a:extLst>
                  <a:ext uri="{0D108BD9-81ED-4DB2-BD59-A6C34878D82A}">
                    <a16:rowId xmlns:a16="http://schemas.microsoft.com/office/drawing/2014/main" val="1922767216"/>
                  </a:ext>
                </a:extLst>
              </a:tr>
              <a:tr h="505129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parentFrame()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8481" marR="8481" marT="848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000" u="none" strike="noStrike">
                          <a:effectLst/>
                        </a:rPr>
                        <a:t>Switches to the parent frame of the current frame.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81" marR="8481" marT="848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driver.switchTo().parentFrame();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8481" marR="8481" marT="8481" marB="0" anchor="ctr"/>
                </a:tc>
                <a:extLst>
                  <a:ext uri="{0D108BD9-81ED-4DB2-BD59-A6C34878D82A}">
                    <a16:rowId xmlns:a16="http://schemas.microsoft.com/office/drawing/2014/main" val="396301477"/>
                  </a:ext>
                </a:extLst>
              </a:tr>
              <a:tr h="505129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defaultContent()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8481" marR="8481" marT="848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000" u="none" strike="noStrike">
                          <a:effectLst/>
                        </a:rPr>
                        <a:t>Switches back to the main document (top-level page).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481" marR="8481" marT="8481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>
                          <a:effectLst/>
                        </a:rPr>
                        <a:t>driver.switchTo().</a:t>
                      </a:r>
                      <a:r>
                        <a:rPr lang="en-IN" sz="2000" u="none" strike="noStrike" dirty="0" err="1">
                          <a:effectLst/>
                        </a:rPr>
                        <a:t>defaultContent</a:t>
                      </a:r>
                      <a:r>
                        <a:rPr lang="en-IN" sz="2000" u="none" strike="noStrike" dirty="0">
                          <a:effectLst/>
                        </a:rPr>
                        <a:t>();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8481" marR="8481" marT="8481" marB="0" anchor="ctr"/>
                </a:tc>
                <a:extLst>
                  <a:ext uri="{0D108BD9-81ED-4DB2-BD59-A6C34878D82A}">
                    <a16:rowId xmlns:a16="http://schemas.microsoft.com/office/drawing/2014/main" val="2743611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036409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205ED-3B16-F192-D299-415D4E9D0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09790"/>
            <a:ext cx="10515600" cy="1325563"/>
          </a:xfrm>
        </p:spPr>
        <p:txBody>
          <a:bodyPr/>
          <a:lstStyle/>
          <a:p>
            <a:r>
              <a:rPr lang="en-GB" dirty="0"/>
              <a:t>Examples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E71F4-F250-874F-D6F6-F66B2E9C8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20486"/>
            <a:ext cx="11353800" cy="55564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Switching  frame by </a:t>
            </a:r>
            <a:r>
              <a:rPr lang="en-GB" b="1" dirty="0" err="1"/>
              <a:t>WebElement</a:t>
            </a:r>
            <a:endParaRPr lang="en-GB" b="1" dirty="0"/>
          </a:p>
          <a:p>
            <a:pPr marL="0" indent="0">
              <a:buNone/>
            </a:pPr>
            <a:r>
              <a:rPr lang="en-GB" sz="2400" b="0" i="1" u="none" strike="noStrike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WebElement</a:t>
            </a:r>
            <a:r>
              <a:rPr lang="en-GB" sz="2400" b="0" i="1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</a:t>
            </a:r>
            <a:r>
              <a:rPr lang="en-GB" sz="2400" b="0" i="1" u="none" strike="noStrike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iframe</a:t>
            </a:r>
            <a:r>
              <a:rPr lang="en-GB" sz="2400" b="0" i="1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= driver.findElement(</a:t>
            </a:r>
            <a:r>
              <a:rPr lang="en-GB" sz="2400" b="0" i="1" u="none" strike="noStrike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By.xpath</a:t>
            </a:r>
            <a:r>
              <a:rPr lang="en-GB" sz="2400" b="0" i="1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("//</a:t>
            </a:r>
            <a:r>
              <a:rPr lang="en-GB" sz="2400" b="0" i="1" u="none" strike="noStrike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iframe</a:t>
            </a:r>
            <a:r>
              <a:rPr lang="en-GB" sz="2400" b="0" i="1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[@id='gfgiframe']"));</a:t>
            </a:r>
            <a:br>
              <a:rPr lang="en-GB" sz="2400" b="0" i="1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</a:br>
            <a:r>
              <a:rPr lang="en-GB" sz="2400" b="0" i="1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driver.switchTo().frame(</a:t>
            </a:r>
            <a:r>
              <a:rPr lang="en-GB" sz="2400" b="0" i="1" u="none" strike="noStrike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iframe</a:t>
            </a:r>
            <a:r>
              <a:rPr lang="en-GB" sz="2400" b="0" i="1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);</a:t>
            </a:r>
            <a:br>
              <a:rPr lang="en-GB" sz="2400" b="0" i="1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</a:br>
            <a:r>
              <a:rPr lang="en-GB" sz="2400" b="0" i="1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driver.findElement(By.id("</a:t>
            </a:r>
            <a:r>
              <a:rPr lang="en-GB" sz="2400" b="0" i="1" u="none" strike="noStrike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Textmessage</a:t>
            </a:r>
            <a:r>
              <a:rPr lang="en-GB" sz="2400" b="0" i="1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")).sendKeys("Thanks for the tutorial!");</a:t>
            </a:r>
            <a:br>
              <a:rPr lang="en-GB" sz="2400" b="0" i="1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</a:br>
            <a:r>
              <a:rPr lang="en-GB" sz="2400" b="0" i="1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driver.switchTo().</a:t>
            </a:r>
            <a:r>
              <a:rPr lang="en-GB" sz="2400" b="0" i="1" u="none" strike="noStrike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parentFrame</a:t>
            </a:r>
            <a:r>
              <a:rPr lang="en-GB" sz="2400" b="0" i="1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();</a:t>
            </a:r>
            <a:r>
              <a:rPr lang="en-GB" sz="2400" i="1" dirty="0"/>
              <a:t> 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GB" b="1" dirty="0"/>
              <a:t>Switching frame by Index</a:t>
            </a:r>
          </a:p>
          <a:p>
            <a:pPr marL="0" indent="0">
              <a:buNone/>
            </a:pPr>
            <a:br>
              <a:rPr lang="en-IN" sz="18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</a:br>
            <a:r>
              <a:rPr lang="en-IN" sz="2400" b="0" i="1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driver.findElement(By.id("name")).</a:t>
            </a:r>
            <a:r>
              <a:rPr lang="en-IN" sz="2400" b="0" i="1" u="none" strike="noStrike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sendKeys</a:t>
            </a:r>
            <a:r>
              <a:rPr lang="en-IN" sz="2400" b="0" i="1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("Alice");</a:t>
            </a:r>
            <a:br>
              <a:rPr lang="en-IN" sz="2400" b="0" i="1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</a:br>
            <a:r>
              <a:rPr lang="en-IN" sz="2400" b="0" i="1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driver.switchTo().frame(0); // Switch to first frame</a:t>
            </a:r>
            <a:br>
              <a:rPr lang="en-IN" sz="2400" b="0" i="1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</a:br>
            <a:r>
              <a:rPr lang="en-IN" sz="2400" b="0" i="1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driver.findElement(By.id("message")).</a:t>
            </a:r>
            <a:r>
              <a:rPr lang="en-IN" sz="2400" b="0" i="1" u="none" strike="noStrike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sendKeys</a:t>
            </a:r>
            <a:r>
              <a:rPr lang="en-IN" sz="2400" b="0" i="1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("Hello from inside the frame!");</a:t>
            </a:r>
            <a:br>
              <a:rPr lang="en-IN" sz="2400" b="0" i="1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</a:br>
            <a:r>
              <a:rPr lang="en-IN" sz="2400" b="0" i="1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driver.switchTo().</a:t>
            </a:r>
            <a:r>
              <a:rPr lang="en-IN" sz="2400" b="0" i="1" u="none" strike="noStrike" dirty="0" err="1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defaultContent</a:t>
            </a:r>
            <a:r>
              <a:rPr lang="en-IN" sz="2400" b="0" i="1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(); // Back to main page</a:t>
            </a:r>
            <a:br>
              <a:rPr lang="en-IN" sz="2400" b="0" i="1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</a:br>
            <a:r>
              <a:rPr lang="en-IN" sz="2400" b="0" i="1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driver.findElement(By.id("submit")).click();</a:t>
            </a:r>
            <a:br>
              <a:rPr lang="en-IN" sz="24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</a:br>
            <a:r>
              <a:rPr lang="en-IN" sz="2400" b="0" i="0" u="none" strike="noStrike" dirty="0">
                <a:solidFill>
                  <a:srgbClr val="000000"/>
                </a:solidFill>
                <a:effectLst/>
                <a:latin typeface="Aptos Narrow" panose="020B0004020202020204" pitchFamily="34" charset="0"/>
              </a:rPr>
              <a:t>   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04319344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6F53C1-F73B-02E4-7FBB-4C10C38A6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GB" sz="4800"/>
              <a:t>Handling windows in Selenium</a:t>
            </a:r>
            <a:endParaRPr lang="en-IN" sz="48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C125C03-010C-4734-F978-2AFE53CAB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3374" y="831667"/>
            <a:ext cx="6295632" cy="5318762"/>
          </a:xfrm>
        </p:spPr>
        <p:txBody>
          <a:bodyPr anchor="t">
            <a:noAutofit/>
          </a:bodyPr>
          <a:lstStyle/>
          <a:p>
            <a:r>
              <a:rPr lang="en-GB" sz="2400" dirty="0"/>
              <a:t>Refers to switching between multiple browser windows or tabs during automation</a:t>
            </a:r>
          </a:p>
          <a:p>
            <a:r>
              <a:rPr lang="en-GB" sz="2400" dirty="0"/>
              <a:t>Common in apps with pop-ups, external links, or modal dialogs</a:t>
            </a:r>
          </a:p>
          <a:p>
            <a:r>
              <a:rPr lang="en-GB" sz="2400" dirty="0"/>
              <a:t>Selenium uses window handles to identify and switch between windows.</a:t>
            </a:r>
          </a:p>
          <a:p>
            <a:r>
              <a:rPr lang="en-GB" sz="2400" b="1" dirty="0"/>
              <a:t>Window Handle: </a:t>
            </a:r>
          </a:p>
          <a:p>
            <a:pPr lvl="1"/>
            <a:r>
              <a:rPr lang="en-IN" dirty="0"/>
              <a:t>A unique string ID assigned to each browser window/tab</a:t>
            </a:r>
          </a:p>
          <a:p>
            <a:pPr lvl="1"/>
            <a:r>
              <a:rPr lang="en-IN" dirty="0"/>
              <a:t>Retrieved using:</a:t>
            </a:r>
          </a:p>
          <a:p>
            <a:pPr lvl="2"/>
            <a:r>
              <a:rPr lang="en-IN" sz="2400" dirty="0"/>
              <a:t>driver.getWindowHandle() → current window</a:t>
            </a:r>
          </a:p>
          <a:p>
            <a:pPr lvl="2"/>
            <a:r>
              <a:rPr lang="en-IN" sz="2400" dirty="0"/>
              <a:t>driver.getWindowHandles() → all open windows</a:t>
            </a:r>
          </a:p>
        </p:txBody>
      </p:sp>
    </p:spTree>
    <p:extLst>
      <p:ext uri="{BB962C8B-B14F-4D97-AF65-F5344CB8AC3E}">
        <p14:creationId xmlns:p14="http://schemas.microsoft.com/office/powerpoint/2010/main" val="155296146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1BD7E-64D8-7DDA-16C6-1CFDA6812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/>
              <a:t>switchTo().window Methods</a:t>
            </a:r>
            <a:endParaRPr lang="en-IN" sz="5400"/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1865313"/>
            <a:ext cx="10424160" cy="18288"/>
          </a:xfrm>
          <a:custGeom>
            <a:avLst/>
            <a:gdLst>
              <a:gd name="connsiteX0" fmla="*/ 0 w 10424160"/>
              <a:gd name="connsiteY0" fmla="*/ 0 h 18288"/>
              <a:gd name="connsiteX1" fmla="*/ 903427 w 10424160"/>
              <a:gd name="connsiteY1" fmla="*/ 0 h 18288"/>
              <a:gd name="connsiteX2" fmla="*/ 1389888 w 10424160"/>
              <a:gd name="connsiteY2" fmla="*/ 0 h 18288"/>
              <a:gd name="connsiteX3" fmla="*/ 2189074 w 10424160"/>
              <a:gd name="connsiteY3" fmla="*/ 0 h 18288"/>
              <a:gd name="connsiteX4" fmla="*/ 2675534 w 10424160"/>
              <a:gd name="connsiteY4" fmla="*/ 0 h 18288"/>
              <a:gd name="connsiteX5" fmla="*/ 3370478 w 10424160"/>
              <a:gd name="connsiteY5" fmla="*/ 0 h 18288"/>
              <a:gd name="connsiteX6" fmla="*/ 4169664 w 10424160"/>
              <a:gd name="connsiteY6" fmla="*/ 0 h 18288"/>
              <a:gd name="connsiteX7" fmla="*/ 4551883 w 10424160"/>
              <a:gd name="connsiteY7" fmla="*/ 0 h 18288"/>
              <a:gd name="connsiteX8" fmla="*/ 4934102 w 10424160"/>
              <a:gd name="connsiteY8" fmla="*/ 0 h 18288"/>
              <a:gd name="connsiteX9" fmla="*/ 5837530 w 10424160"/>
              <a:gd name="connsiteY9" fmla="*/ 0 h 18288"/>
              <a:gd name="connsiteX10" fmla="*/ 6532474 w 10424160"/>
              <a:gd name="connsiteY10" fmla="*/ 0 h 18288"/>
              <a:gd name="connsiteX11" fmla="*/ 6914693 w 10424160"/>
              <a:gd name="connsiteY11" fmla="*/ 0 h 18288"/>
              <a:gd name="connsiteX12" fmla="*/ 7609637 w 10424160"/>
              <a:gd name="connsiteY12" fmla="*/ 0 h 18288"/>
              <a:gd name="connsiteX13" fmla="*/ 8513064 w 10424160"/>
              <a:gd name="connsiteY13" fmla="*/ 0 h 18288"/>
              <a:gd name="connsiteX14" fmla="*/ 9103766 w 10424160"/>
              <a:gd name="connsiteY14" fmla="*/ 0 h 18288"/>
              <a:gd name="connsiteX15" fmla="*/ 9694469 w 10424160"/>
              <a:gd name="connsiteY15" fmla="*/ 0 h 18288"/>
              <a:gd name="connsiteX16" fmla="*/ 10424160 w 10424160"/>
              <a:gd name="connsiteY16" fmla="*/ 0 h 18288"/>
              <a:gd name="connsiteX17" fmla="*/ 10424160 w 10424160"/>
              <a:gd name="connsiteY17" fmla="*/ 18288 h 18288"/>
              <a:gd name="connsiteX18" fmla="*/ 9729216 w 10424160"/>
              <a:gd name="connsiteY18" fmla="*/ 18288 h 18288"/>
              <a:gd name="connsiteX19" fmla="*/ 8930030 w 10424160"/>
              <a:gd name="connsiteY19" fmla="*/ 18288 h 18288"/>
              <a:gd name="connsiteX20" fmla="*/ 8130845 w 10424160"/>
              <a:gd name="connsiteY20" fmla="*/ 18288 h 18288"/>
              <a:gd name="connsiteX21" fmla="*/ 7644384 w 10424160"/>
              <a:gd name="connsiteY21" fmla="*/ 18288 h 18288"/>
              <a:gd name="connsiteX22" fmla="*/ 6740957 w 10424160"/>
              <a:gd name="connsiteY22" fmla="*/ 18288 h 18288"/>
              <a:gd name="connsiteX23" fmla="*/ 6046013 w 10424160"/>
              <a:gd name="connsiteY23" fmla="*/ 18288 h 18288"/>
              <a:gd name="connsiteX24" fmla="*/ 5663794 w 10424160"/>
              <a:gd name="connsiteY24" fmla="*/ 18288 h 18288"/>
              <a:gd name="connsiteX25" fmla="*/ 4968850 w 10424160"/>
              <a:gd name="connsiteY25" fmla="*/ 18288 h 18288"/>
              <a:gd name="connsiteX26" fmla="*/ 4378147 w 10424160"/>
              <a:gd name="connsiteY26" fmla="*/ 18288 h 18288"/>
              <a:gd name="connsiteX27" fmla="*/ 3787445 w 10424160"/>
              <a:gd name="connsiteY27" fmla="*/ 18288 h 18288"/>
              <a:gd name="connsiteX28" fmla="*/ 3196742 w 10424160"/>
              <a:gd name="connsiteY28" fmla="*/ 18288 h 18288"/>
              <a:gd name="connsiteX29" fmla="*/ 2606040 w 10424160"/>
              <a:gd name="connsiteY29" fmla="*/ 18288 h 18288"/>
              <a:gd name="connsiteX30" fmla="*/ 1806854 w 10424160"/>
              <a:gd name="connsiteY30" fmla="*/ 18288 h 18288"/>
              <a:gd name="connsiteX31" fmla="*/ 1111910 w 10424160"/>
              <a:gd name="connsiteY31" fmla="*/ 18288 h 18288"/>
              <a:gd name="connsiteX32" fmla="*/ 729691 w 10424160"/>
              <a:gd name="connsiteY32" fmla="*/ 18288 h 18288"/>
              <a:gd name="connsiteX33" fmla="*/ 0 w 10424160"/>
              <a:gd name="connsiteY33" fmla="*/ 18288 h 18288"/>
              <a:gd name="connsiteX34" fmla="*/ 0 w 10424160"/>
              <a:gd name="connsiteY3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4160" h="18288" fill="none" extrusionOk="0">
                <a:moveTo>
                  <a:pt x="0" y="0"/>
                </a:moveTo>
                <a:cubicBezTo>
                  <a:pt x="251416" y="-3874"/>
                  <a:pt x="479411" y="-20508"/>
                  <a:pt x="903427" y="0"/>
                </a:cubicBezTo>
                <a:cubicBezTo>
                  <a:pt x="1327443" y="20508"/>
                  <a:pt x="1177990" y="-7387"/>
                  <a:pt x="1389888" y="0"/>
                </a:cubicBezTo>
                <a:cubicBezTo>
                  <a:pt x="1601786" y="7387"/>
                  <a:pt x="1928602" y="-6697"/>
                  <a:pt x="2189074" y="0"/>
                </a:cubicBezTo>
                <a:cubicBezTo>
                  <a:pt x="2449546" y="6697"/>
                  <a:pt x="2440085" y="-21144"/>
                  <a:pt x="2675534" y="0"/>
                </a:cubicBezTo>
                <a:cubicBezTo>
                  <a:pt x="2910983" y="21144"/>
                  <a:pt x="3026158" y="-11124"/>
                  <a:pt x="3370478" y="0"/>
                </a:cubicBezTo>
                <a:cubicBezTo>
                  <a:pt x="3714798" y="11124"/>
                  <a:pt x="3864539" y="-10660"/>
                  <a:pt x="4169664" y="0"/>
                </a:cubicBezTo>
                <a:cubicBezTo>
                  <a:pt x="4474789" y="10660"/>
                  <a:pt x="4471218" y="16488"/>
                  <a:pt x="4551883" y="0"/>
                </a:cubicBezTo>
                <a:cubicBezTo>
                  <a:pt x="4632548" y="-16488"/>
                  <a:pt x="4786830" y="7986"/>
                  <a:pt x="4934102" y="0"/>
                </a:cubicBezTo>
                <a:cubicBezTo>
                  <a:pt x="5081374" y="-7986"/>
                  <a:pt x="5575881" y="-33003"/>
                  <a:pt x="5837530" y="0"/>
                </a:cubicBezTo>
                <a:cubicBezTo>
                  <a:pt x="6099179" y="33003"/>
                  <a:pt x="6305895" y="14170"/>
                  <a:pt x="6532474" y="0"/>
                </a:cubicBezTo>
                <a:cubicBezTo>
                  <a:pt x="6759053" y="-14170"/>
                  <a:pt x="6726707" y="16121"/>
                  <a:pt x="6914693" y="0"/>
                </a:cubicBezTo>
                <a:cubicBezTo>
                  <a:pt x="7102679" y="-16121"/>
                  <a:pt x="7397857" y="32594"/>
                  <a:pt x="7609637" y="0"/>
                </a:cubicBezTo>
                <a:cubicBezTo>
                  <a:pt x="7821417" y="-32594"/>
                  <a:pt x="8141235" y="-3745"/>
                  <a:pt x="8513064" y="0"/>
                </a:cubicBezTo>
                <a:cubicBezTo>
                  <a:pt x="8884893" y="3745"/>
                  <a:pt x="8877548" y="3359"/>
                  <a:pt x="9103766" y="0"/>
                </a:cubicBezTo>
                <a:cubicBezTo>
                  <a:pt x="9329984" y="-3359"/>
                  <a:pt x="9545570" y="-17843"/>
                  <a:pt x="9694469" y="0"/>
                </a:cubicBezTo>
                <a:cubicBezTo>
                  <a:pt x="9843368" y="17843"/>
                  <a:pt x="10162477" y="-1217"/>
                  <a:pt x="10424160" y="0"/>
                </a:cubicBezTo>
                <a:cubicBezTo>
                  <a:pt x="10424498" y="7640"/>
                  <a:pt x="10423710" y="11289"/>
                  <a:pt x="10424160" y="18288"/>
                </a:cubicBezTo>
                <a:cubicBezTo>
                  <a:pt x="10184680" y="20716"/>
                  <a:pt x="10034768" y="-9357"/>
                  <a:pt x="9729216" y="18288"/>
                </a:cubicBezTo>
                <a:cubicBezTo>
                  <a:pt x="9423664" y="45933"/>
                  <a:pt x="9309220" y="36372"/>
                  <a:pt x="8930030" y="18288"/>
                </a:cubicBezTo>
                <a:cubicBezTo>
                  <a:pt x="8550840" y="204"/>
                  <a:pt x="8513376" y="34707"/>
                  <a:pt x="8130845" y="18288"/>
                </a:cubicBezTo>
                <a:cubicBezTo>
                  <a:pt x="7748315" y="1869"/>
                  <a:pt x="7864674" y="19659"/>
                  <a:pt x="7644384" y="18288"/>
                </a:cubicBezTo>
                <a:cubicBezTo>
                  <a:pt x="7424094" y="16917"/>
                  <a:pt x="6947001" y="55680"/>
                  <a:pt x="6740957" y="18288"/>
                </a:cubicBezTo>
                <a:cubicBezTo>
                  <a:pt x="6534913" y="-19104"/>
                  <a:pt x="6313809" y="33391"/>
                  <a:pt x="6046013" y="18288"/>
                </a:cubicBezTo>
                <a:cubicBezTo>
                  <a:pt x="5778217" y="3185"/>
                  <a:pt x="5786775" y="1439"/>
                  <a:pt x="5663794" y="18288"/>
                </a:cubicBezTo>
                <a:cubicBezTo>
                  <a:pt x="5540813" y="35137"/>
                  <a:pt x="5204724" y="25434"/>
                  <a:pt x="4968850" y="18288"/>
                </a:cubicBezTo>
                <a:cubicBezTo>
                  <a:pt x="4732976" y="11142"/>
                  <a:pt x="4559928" y="34568"/>
                  <a:pt x="4378147" y="18288"/>
                </a:cubicBezTo>
                <a:cubicBezTo>
                  <a:pt x="4196366" y="2008"/>
                  <a:pt x="3992200" y="35409"/>
                  <a:pt x="3787445" y="18288"/>
                </a:cubicBezTo>
                <a:cubicBezTo>
                  <a:pt x="3582690" y="1167"/>
                  <a:pt x="3488876" y="-7583"/>
                  <a:pt x="3196742" y="18288"/>
                </a:cubicBezTo>
                <a:cubicBezTo>
                  <a:pt x="2904608" y="44159"/>
                  <a:pt x="2729828" y="45906"/>
                  <a:pt x="2606040" y="18288"/>
                </a:cubicBezTo>
                <a:cubicBezTo>
                  <a:pt x="2482252" y="-9330"/>
                  <a:pt x="2000672" y="-5498"/>
                  <a:pt x="1806854" y="18288"/>
                </a:cubicBezTo>
                <a:cubicBezTo>
                  <a:pt x="1613036" y="42074"/>
                  <a:pt x="1310933" y="-4240"/>
                  <a:pt x="1111910" y="18288"/>
                </a:cubicBezTo>
                <a:cubicBezTo>
                  <a:pt x="912887" y="40816"/>
                  <a:pt x="891560" y="1701"/>
                  <a:pt x="729691" y="18288"/>
                </a:cubicBezTo>
                <a:cubicBezTo>
                  <a:pt x="567822" y="34875"/>
                  <a:pt x="203025" y="34462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4160" h="18288" stroke="0" extrusionOk="0">
                <a:moveTo>
                  <a:pt x="0" y="0"/>
                </a:moveTo>
                <a:cubicBezTo>
                  <a:pt x="119910" y="17195"/>
                  <a:pt x="345032" y="1652"/>
                  <a:pt x="590702" y="0"/>
                </a:cubicBezTo>
                <a:cubicBezTo>
                  <a:pt x="836372" y="-1652"/>
                  <a:pt x="830717" y="-10944"/>
                  <a:pt x="972922" y="0"/>
                </a:cubicBezTo>
                <a:cubicBezTo>
                  <a:pt x="1115127" y="10944"/>
                  <a:pt x="1638708" y="17269"/>
                  <a:pt x="1876349" y="0"/>
                </a:cubicBezTo>
                <a:cubicBezTo>
                  <a:pt x="2113990" y="-17269"/>
                  <a:pt x="2263529" y="27642"/>
                  <a:pt x="2467051" y="0"/>
                </a:cubicBezTo>
                <a:cubicBezTo>
                  <a:pt x="2670573" y="-27642"/>
                  <a:pt x="2867743" y="-1552"/>
                  <a:pt x="3057754" y="0"/>
                </a:cubicBezTo>
                <a:cubicBezTo>
                  <a:pt x="3247765" y="1552"/>
                  <a:pt x="3729099" y="45169"/>
                  <a:pt x="3961181" y="0"/>
                </a:cubicBezTo>
                <a:cubicBezTo>
                  <a:pt x="4193263" y="-45169"/>
                  <a:pt x="4313735" y="4067"/>
                  <a:pt x="4447642" y="0"/>
                </a:cubicBezTo>
                <a:cubicBezTo>
                  <a:pt x="4581549" y="-4067"/>
                  <a:pt x="5123626" y="11867"/>
                  <a:pt x="5351069" y="0"/>
                </a:cubicBezTo>
                <a:cubicBezTo>
                  <a:pt x="5578512" y="-11867"/>
                  <a:pt x="6044105" y="-19983"/>
                  <a:pt x="6254496" y="0"/>
                </a:cubicBezTo>
                <a:cubicBezTo>
                  <a:pt x="6464887" y="19983"/>
                  <a:pt x="6664731" y="4232"/>
                  <a:pt x="6949440" y="0"/>
                </a:cubicBezTo>
                <a:cubicBezTo>
                  <a:pt x="7234149" y="-4232"/>
                  <a:pt x="7497205" y="28731"/>
                  <a:pt x="7852867" y="0"/>
                </a:cubicBezTo>
                <a:cubicBezTo>
                  <a:pt x="8208529" y="-28731"/>
                  <a:pt x="8287556" y="2616"/>
                  <a:pt x="8443570" y="0"/>
                </a:cubicBezTo>
                <a:cubicBezTo>
                  <a:pt x="8599584" y="-2616"/>
                  <a:pt x="8871283" y="-14113"/>
                  <a:pt x="9034272" y="0"/>
                </a:cubicBezTo>
                <a:cubicBezTo>
                  <a:pt x="9197261" y="14113"/>
                  <a:pt x="9604978" y="-35623"/>
                  <a:pt x="9833458" y="0"/>
                </a:cubicBezTo>
                <a:cubicBezTo>
                  <a:pt x="10061938" y="35623"/>
                  <a:pt x="10231944" y="-8194"/>
                  <a:pt x="10424160" y="0"/>
                </a:cubicBezTo>
                <a:cubicBezTo>
                  <a:pt x="10424285" y="4395"/>
                  <a:pt x="10424085" y="9776"/>
                  <a:pt x="10424160" y="18288"/>
                </a:cubicBezTo>
                <a:cubicBezTo>
                  <a:pt x="10058736" y="-5772"/>
                  <a:pt x="9942989" y="-18764"/>
                  <a:pt x="9624974" y="18288"/>
                </a:cubicBezTo>
                <a:cubicBezTo>
                  <a:pt x="9306959" y="55340"/>
                  <a:pt x="9229263" y="24995"/>
                  <a:pt x="8930030" y="18288"/>
                </a:cubicBezTo>
                <a:cubicBezTo>
                  <a:pt x="8630797" y="11581"/>
                  <a:pt x="8647263" y="10931"/>
                  <a:pt x="8547811" y="18288"/>
                </a:cubicBezTo>
                <a:cubicBezTo>
                  <a:pt x="8448359" y="25645"/>
                  <a:pt x="8173221" y="219"/>
                  <a:pt x="8061350" y="18288"/>
                </a:cubicBezTo>
                <a:cubicBezTo>
                  <a:pt x="7949479" y="36357"/>
                  <a:pt x="7437002" y="17516"/>
                  <a:pt x="7157923" y="18288"/>
                </a:cubicBezTo>
                <a:cubicBezTo>
                  <a:pt x="6878844" y="19060"/>
                  <a:pt x="6610241" y="8864"/>
                  <a:pt x="6462979" y="18288"/>
                </a:cubicBezTo>
                <a:cubicBezTo>
                  <a:pt x="6315717" y="27712"/>
                  <a:pt x="6124879" y="4989"/>
                  <a:pt x="5976518" y="18288"/>
                </a:cubicBezTo>
                <a:cubicBezTo>
                  <a:pt x="5828157" y="31587"/>
                  <a:pt x="5566880" y="7112"/>
                  <a:pt x="5281574" y="18288"/>
                </a:cubicBezTo>
                <a:cubicBezTo>
                  <a:pt x="4996268" y="29464"/>
                  <a:pt x="5085614" y="20493"/>
                  <a:pt x="4899355" y="18288"/>
                </a:cubicBezTo>
                <a:cubicBezTo>
                  <a:pt x="4713096" y="16083"/>
                  <a:pt x="4606138" y="34359"/>
                  <a:pt x="4517136" y="18288"/>
                </a:cubicBezTo>
                <a:cubicBezTo>
                  <a:pt x="4428134" y="2217"/>
                  <a:pt x="4125335" y="52414"/>
                  <a:pt x="3822192" y="18288"/>
                </a:cubicBezTo>
                <a:cubicBezTo>
                  <a:pt x="3519049" y="-15838"/>
                  <a:pt x="3453132" y="3859"/>
                  <a:pt x="3335731" y="18288"/>
                </a:cubicBezTo>
                <a:cubicBezTo>
                  <a:pt x="3218330" y="32717"/>
                  <a:pt x="2718749" y="-13936"/>
                  <a:pt x="2536546" y="18288"/>
                </a:cubicBezTo>
                <a:cubicBezTo>
                  <a:pt x="2354343" y="50512"/>
                  <a:pt x="2190669" y="3238"/>
                  <a:pt x="2050085" y="18288"/>
                </a:cubicBezTo>
                <a:cubicBezTo>
                  <a:pt x="1909501" y="33338"/>
                  <a:pt x="1520975" y="3062"/>
                  <a:pt x="1250899" y="18288"/>
                </a:cubicBezTo>
                <a:cubicBezTo>
                  <a:pt x="980823" y="33514"/>
                  <a:pt x="992936" y="28036"/>
                  <a:pt x="868680" y="18288"/>
                </a:cubicBezTo>
                <a:cubicBezTo>
                  <a:pt x="744424" y="8540"/>
                  <a:pt x="230364" y="33365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C422AD1-B606-CE5F-CFBF-4ABF49F2FC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4954969"/>
              </p:ext>
            </p:extLst>
          </p:nvPr>
        </p:nvGraphicFramePr>
        <p:xfrm>
          <a:off x="838200" y="2452184"/>
          <a:ext cx="10515601" cy="3500683"/>
        </p:xfrm>
        <a:graphic>
          <a:graphicData uri="http://schemas.openxmlformats.org/drawingml/2006/table">
            <a:tbl>
              <a:tblPr/>
              <a:tblGrid>
                <a:gridCol w="2795587">
                  <a:extLst>
                    <a:ext uri="{9D8B030D-6E8A-4147-A177-3AD203B41FA5}">
                      <a16:colId xmlns:a16="http://schemas.microsoft.com/office/drawing/2014/main" val="2796949676"/>
                    </a:ext>
                  </a:extLst>
                </a:gridCol>
                <a:gridCol w="3537060">
                  <a:extLst>
                    <a:ext uri="{9D8B030D-6E8A-4147-A177-3AD203B41FA5}">
                      <a16:colId xmlns:a16="http://schemas.microsoft.com/office/drawing/2014/main" val="3252718901"/>
                    </a:ext>
                  </a:extLst>
                </a:gridCol>
                <a:gridCol w="4182954">
                  <a:extLst>
                    <a:ext uri="{9D8B030D-6E8A-4147-A177-3AD203B41FA5}">
                      <a16:colId xmlns:a16="http://schemas.microsoft.com/office/drawing/2014/main" val="245720118"/>
                    </a:ext>
                  </a:extLst>
                </a:gridCol>
              </a:tblGrid>
              <a:tr h="38417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Method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6" marR="11586" marT="115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Description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6" marR="11586" marT="115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Example Code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6" marR="11586" marT="115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674756"/>
                  </a:ext>
                </a:extLst>
              </a:tr>
              <a:tr h="6900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getWindowHandle()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6" marR="11586" marT="115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Gets the </a:t>
                      </a:r>
                      <a:r>
                        <a:rPr lang="en-GB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current window's unique ID</a:t>
                      </a:r>
                      <a:endParaRPr lang="en-GB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6" marR="11586" marT="115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String parent = driver.getWindowHandle();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6" marR="11586" marT="115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496527"/>
                  </a:ext>
                </a:extLst>
              </a:tr>
              <a:tr h="6622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getWindowHandles()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6" marR="11586" marT="115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Gets </a:t>
                      </a:r>
                      <a:r>
                        <a:rPr lang="en-GB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all open window IDs</a:t>
                      </a:r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as a </a:t>
                      </a:r>
                      <a:r>
                        <a:rPr lang="en-GB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Set&lt;String&gt;</a:t>
                      </a:r>
                      <a:endParaRPr lang="en-GB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6" marR="11586" marT="115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da-DK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Set&lt;String&gt; handles = driver.getWindowHandles();</a:t>
                      </a:r>
                      <a:endParaRPr lang="da-DK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6" marR="11586" marT="115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238423"/>
                  </a:ext>
                </a:extLst>
              </a:tr>
              <a:tr h="6900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switchTo().window(String handle)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6" marR="11586" marT="115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Switches to a </a:t>
                      </a:r>
                      <a:r>
                        <a:rPr lang="en-GB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specific window/tab</a:t>
                      </a:r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using its handle</a:t>
                      </a:r>
                      <a:endParaRPr lang="en-GB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6" marR="11586" marT="115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driver.switchTo().window(childHandle);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6" marR="11586" marT="115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092793"/>
                  </a:ext>
                </a:extLst>
              </a:tr>
              <a:tr h="38417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close()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6" marR="11586" marT="115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Closes the </a:t>
                      </a:r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current window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6" marR="11586" marT="115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driver.close();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6" marR="11586" marT="115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8683845"/>
                  </a:ext>
                </a:extLst>
              </a:tr>
              <a:tr h="69003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quit()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6" marR="11586" marT="115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Closes </a:t>
                      </a:r>
                      <a:r>
                        <a:rPr lang="en-GB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all windows</a:t>
                      </a:r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and ends the WebDriver session</a:t>
                      </a:r>
                      <a:endParaRPr lang="en-GB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6" marR="11586" marT="115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driver.quit();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586" marR="11586" marT="1158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6692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083282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0D216F-8B18-70E0-DAEC-317E59047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Switching between Windows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11E82A4-72BB-6121-9721-3466FF5055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18019" y="727840"/>
            <a:ext cx="7856267" cy="585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36558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89B438-A269-417B-8A20-C0033A01D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Handling Tabs in Selenium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416E7C-5BDE-CF83-B7B4-F679E1791E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15158" y="640080"/>
            <a:ext cx="5492891" cy="555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10320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908DB7-C3A6-4FCB-9820-CEE02B398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5718DC-251D-43D3-6D55-4453A40F3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823"/>
            <a:ext cx="3419856" cy="5583148"/>
          </a:xfrm>
        </p:spPr>
        <p:txBody>
          <a:bodyPr anchor="ctr">
            <a:normAutofit/>
          </a:bodyPr>
          <a:lstStyle/>
          <a:p>
            <a:r>
              <a:rPr lang="en-GB" sz="5400"/>
              <a:t>Handling Alerts in Selenium</a:t>
            </a:r>
            <a:endParaRPr lang="en-IN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67200" y="630936"/>
            <a:ext cx="18288" cy="5590381"/>
          </a:xfrm>
          <a:custGeom>
            <a:avLst/>
            <a:gdLst>
              <a:gd name="connsiteX0" fmla="*/ 0 w 18288"/>
              <a:gd name="connsiteY0" fmla="*/ 0 h 5590381"/>
              <a:gd name="connsiteX1" fmla="*/ 18288 w 18288"/>
              <a:gd name="connsiteY1" fmla="*/ 0 h 5590381"/>
              <a:gd name="connsiteX2" fmla="*/ 18288 w 18288"/>
              <a:gd name="connsiteY2" fmla="*/ 754701 h 5590381"/>
              <a:gd name="connsiteX3" fmla="*/ 18288 w 18288"/>
              <a:gd name="connsiteY3" fmla="*/ 1565307 h 5590381"/>
              <a:gd name="connsiteX4" fmla="*/ 18288 w 18288"/>
              <a:gd name="connsiteY4" fmla="*/ 2152297 h 5590381"/>
              <a:gd name="connsiteX5" fmla="*/ 18288 w 18288"/>
              <a:gd name="connsiteY5" fmla="*/ 2906998 h 5590381"/>
              <a:gd name="connsiteX6" fmla="*/ 18288 w 18288"/>
              <a:gd name="connsiteY6" fmla="*/ 3549892 h 5590381"/>
              <a:gd name="connsiteX7" fmla="*/ 18288 w 18288"/>
              <a:gd name="connsiteY7" fmla="*/ 4080978 h 5590381"/>
              <a:gd name="connsiteX8" fmla="*/ 18288 w 18288"/>
              <a:gd name="connsiteY8" fmla="*/ 4835680 h 5590381"/>
              <a:gd name="connsiteX9" fmla="*/ 18288 w 18288"/>
              <a:gd name="connsiteY9" fmla="*/ 5590381 h 5590381"/>
              <a:gd name="connsiteX10" fmla="*/ 0 w 18288"/>
              <a:gd name="connsiteY10" fmla="*/ 5590381 h 5590381"/>
              <a:gd name="connsiteX11" fmla="*/ 0 w 18288"/>
              <a:gd name="connsiteY11" fmla="*/ 4835680 h 5590381"/>
              <a:gd name="connsiteX12" fmla="*/ 0 w 18288"/>
              <a:gd name="connsiteY12" fmla="*/ 4304593 h 5590381"/>
              <a:gd name="connsiteX13" fmla="*/ 0 w 18288"/>
              <a:gd name="connsiteY13" fmla="*/ 3773507 h 5590381"/>
              <a:gd name="connsiteX14" fmla="*/ 0 w 18288"/>
              <a:gd name="connsiteY14" fmla="*/ 3186517 h 5590381"/>
              <a:gd name="connsiteX15" fmla="*/ 0 w 18288"/>
              <a:gd name="connsiteY15" fmla="*/ 2487720 h 5590381"/>
              <a:gd name="connsiteX16" fmla="*/ 0 w 18288"/>
              <a:gd name="connsiteY16" fmla="*/ 1956633 h 5590381"/>
              <a:gd name="connsiteX17" fmla="*/ 0 w 18288"/>
              <a:gd name="connsiteY17" fmla="*/ 1425547 h 5590381"/>
              <a:gd name="connsiteX18" fmla="*/ 0 w 18288"/>
              <a:gd name="connsiteY18" fmla="*/ 614942 h 5590381"/>
              <a:gd name="connsiteX19" fmla="*/ 0 w 18288"/>
              <a:gd name="connsiteY19" fmla="*/ 0 h 5590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8288" h="5590381" fill="none" extrusionOk="0">
                <a:moveTo>
                  <a:pt x="0" y="0"/>
                </a:moveTo>
                <a:cubicBezTo>
                  <a:pt x="7726" y="-435"/>
                  <a:pt x="14198" y="437"/>
                  <a:pt x="18288" y="0"/>
                </a:cubicBezTo>
                <a:cubicBezTo>
                  <a:pt x="-5226" y="225076"/>
                  <a:pt x="46275" y="562283"/>
                  <a:pt x="18288" y="754701"/>
                </a:cubicBezTo>
                <a:cubicBezTo>
                  <a:pt x="-9699" y="947119"/>
                  <a:pt x="30081" y="1239251"/>
                  <a:pt x="18288" y="1565307"/>
                </a:cubicBezTo>
                <a:cubicBezTo>
                  <a:pt x="6495" y="1891363"/>
                  <a:pt x="7160" y="1999140"/>
                  <a:pt x="18288" y="2152297"/>
                </a:cubicBezTo>
                <a:cubicBezTo>
                  <a:pt x="29417" y="2305454"/>
                  <a:pt x="28705" y="2598333"/>
                  <a:pt x="18288" y="2906998"/>
                </a:cubicBezTo>
                <a:cubicBezTo>
                  <a:pt x="7871" y="3215663"/>
                  <a:pt x="35263" y="3327412"/>
                  <a:pt x="18288" y="3549892"/>
                </a:cubicBezTo>
                <a:cubicBezTo>
                  <a:pt x="1313" y="3772372"/>
                  <a:pt x="38561" y="3843836"/>
                  <a:pt x="18288" y="4080978"/>
                </a:cubicBezTo>
                <a:cubicBezTo>
                  <a:pt x="-1985" y="4318120"/>
                  <a:pt x="-3806" y="4511166"/>
                  <a:pt x="18288" y="4835680"/>
                </a:cubicBezTo>
                <a:cubicBezTo>
                  <a:pt x="40382" y="5160194"/>
                  <a:pt x="-13070" y="5401748"/>
                  <a:pt x="18288" y="5590381"/>
                </a:cubicBezTo>
                <a:cubicBezTo>
                  <a:pt x="12010" y="5589863"/>
                  <a:pt x="6799" y="5589982"/>
                  <a:pt x="0" y="5590381"/>
                </a:cubicBezTo>
                <a:cubicBezTo>
                  <a:pt x="-6480" y="5250523"/>
                  <a:pt x="-32148" y="5052531"/>
                  <a:pt x="0" y="4835680"/>
                </a:cubicBezTo>
                <a:cubicBezTo>
                  <a:pt x="32148" y="4618829"/>
                  <a:pt x="5352" y="4496374"/>
                  <a:pt x="0" y="4304593"/>
                </a:cubicBezTo>
                <a:cubicBezTo>
                  <a:pt x="-5352" y="4112812"/>
                  <a:pt x="9645" y="3919423"/>
                  <a:pt x="0" y="3773507"/>
                </a:cubicBezTo>
                <a:cubicBezTo>
                  <a:pt x="-9645" y="3627591"/>
                  <a:pt x="-10654" y="3330687"/>
                  <a:pt x="0" y="3186517"/>
                </a:cubicBezTo>
                <a:cubicBezTo>
                  <a:pt x="10654" y="3042347"/>
                  <a:pt x="18181" y="2635923"/>
                  <a:pt x="0" y="2487720"/>
                </a:cubicBezTo>
                <a:cubicBezTo>
                  <a:pt x="-18181" y="2339517"/>
                  <a:pt x="-7947" y="2113537"/>
                  <a:pt x="0" y="1956633"/>
                </a:cubicBezTo>
                <a:cubicBezTo>
                  <a:pt x="7947" y="1799729"/>
                  <a:pt x="-15145" y="1657735"/>
                  <a:pt x="0" y="1425547"/>
                </a:cubicBezTo>
                <a:cubicBezTo>
                  <a:pt x="15145" y="1193359"/>
                  <a:pt x="-23832" y="948054"/>
                  <a:pt x="0" y="614942"/>
                </a:cubicBezTo>
                <a:cubicBezTo>
                  <a:pt x="23832" y="281831"/>
                  <a:pt x="2816" y="129878"/>
                  <a:pt x="0" y="0"/>
                </a:cubicBezTo>
                <a:close/>
              </a:path>
              <a:path w="18288" h="5590381" stroke="0" extrusionOk="0">
                <a:moveTo>
                  <a:pt x="0" y="0"/>
                </a:moveTo>
                <a:cubicBezTo>
                  <a:pt x="5871" y="848"/>
                  <a:pt x="11713" y="-200"/>
                  <a:pt x="18288" y="0"/>
                </a:cubicBezTo>
                <a:cubicBezTo>
                  <a:pt x="41141" y="165299"/>
                  <a:pt x="3613" y="427555"/>
                  <a:pt x="18288" y="698798"/>
                </a:cubicBezTo>
                <a:cubicBezTo>
                  <a:pt x="32963" y="970041"/>
                  <a:pt x="19680" y="1226199"/>
                  <a:pt x="18288" y="1397595"/>
                </a:cubicBezTo>
                <a:cubicBezTo>
                  <a:pt x="16896" y="1568991"/>
                  <a:pt x="38798" y="1794517"/>
                  <a:pt x="18288" y="2152297"/>
                </a:cubicBezTo>
                <a:cubicBezTo>
                  <a:pt x="-2222" y="2510077"/>
                  <a:pt x="40846" y="2594424"/>
                  <a:pt x="18288" y="2739287"/>
                </a:cubicBezTo>
                <a:cubicBezTo>
                  <a:pt x="-4270" y="2884150"/>
                  <a:pt x="27117" y="3129706"/>
                  <a:pt x="18288" y="3493988"/>
                </a:cubicBezTo>
                <a:cubicBezTo>
                  <a:pt x="9459" y="3858270"/>
                  <a:pt x="54201" y="4041447"/>
                  <a:pt x="18288" y="4304593"/>
                </a:cubicBezTo>
                <a:cubicBezTo>
                  <a:pt x="-17625" y="4567740"/>
                  <a:pt x="49627" y="5149125"/>
                  <a:pt x="18288" y="5590381"/>
                </a:cubicBezTo>
                <a:cubicBezTo>
                  <a:pt x="10860" y="5590744"/>
                  <a:pt x="7568" y="5590157"/>
                  <a:pt x="0" y="5590381"/>
                </a:cubicBezTo>
                <a:cubicBezTo>
                  <a:pt x="36767" y="5266821"/>
                  <a:pt x="-16223" y="5116146"/>
                  <a:pt x="0" y="4835680"/>
                </a:cubicBezTo>
                <a:cubicBezTo>
                  <a:pt x="16223" y="4555214"/>
                  <a:pt x="-16316" y="4356490"/>
                  <a:pt x="0" y="4136882"/>
                </a:cubicBezTo>
                <a:cubicBezTo>
                  <a:pt x="16316" y="3917274"/>
                  <a:pt x="8005" y="3773465"/>
                  <a:pt x="0" y="3549892"/>
                </a:cubicBezTo>
                <a:cubicBezTo>
                  <a:pt x="-8005" y="3326319"/>
                  <a:pt x="27623" y="3052456"/>
                  <a:pt x="0" y="2851094"/>
                </a:cubicBezTo>
                <a:cubicBezTo>
                  <a:pt x="-27623" y="2649732"/>
                  <a:pt x="5614" y="2455815"/>
                  <a:pt x="0" y="2264104"/>
                </a:cubicBezTo>
                <a:cubicBezTo>
                  <a:pt x="-5614" y="2072393"/>
                  <a:pt x="22598" y="1990723"/>
                  <a:pt x="0" y="1733018"/>
                </a:cubicBezTo>
                <a:cubicBezTo>
                  <a:pt x="-22598" y="1475313"/>
                  <a:pt x="-6965" y="1369123"/>
                  <a:pt x="0" y="1090124"/>
                </a:cubicBezTo>
                <a:cubicBezTo>
                  <a:pt x="6965" y="811125"/>
                  <a:pt x="-19273" y="507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3114097614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74B75-2164-A291-5DB7-15957454C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4798577"/>
            <a:ext cx="6894576" cy="1428487"/>
          </a:xfrm>
        </p:spPr>
        <p:txBody>
          <a:bodyPr anchor="t">
            <a:normAutofit/>
          </a:bodyPr>
          <a:lstStyle/>
          <a:p>
            <a:r>
              <a:rPr lang="en-GB" sz="2000" dirty="0"/>
              <a:t>Alerts are JavaScript popups triggered by web pages</a:t>
            </a:r>
          </a:p>
          <a:p>
            <a:r>
              <a:rPr lang="en-GB" sz="2000" dirty="0"/>
              <a:t>They interrupt normal flow and require user interaction</a:t>
            </a:r>
          </a:p>
          <a:p>
            <a:r>
              <a:rPr lang="en-GB" sz="2000" dirty="0"/>
              <a:t>Selenium must switch context to interact with them</a:t>
            </a:r>
          </a:p>
          <a:p>
            <a:pPr marL="0" indent="0">
              <a:buNone/>
            </a:pPr>
            <a:endParaRPr lang="en-IN" sz="20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BCC355-5314-970C-DD2C-84F41A6167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598725"/>
              </p:ext>
            </p:extLst>
          </p:nvPr>
        </p:nvGraphicFramePr>
        <p:xfrm>
          <a:off x="4654296" y="909349"/>
          <a:ext cx="6894577" cy="33568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4688">
                  <a:extLst>
                    <a:ext uri="{9D8B030D-6E8A-4147-A177-3AD203B41FA5}">
                      <a16:colId xmlns:a16="http://schemas.microsoft.com/office/drawing/2014/main" val="1819336417"/>
                    </a:ext>
                  </a:extLst>
                </a:gridCol>
                <a:gridCol w="4619889">
                  <a:extLst>
                    <a:ext uri="{9D8B030D-6E8A-4147-A177-3AD203B41FA5}">
                      <a16:colId xmlns:a16="http://schemas.microsoft.com/office/drawing/2014/main" val="1909384505"/>
                    </a:ext>
                  </a:extLst>
                </a:gridCol>
              </a:tblGrid>
              <a:tr h="52545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700" u="none" strike="noStrike">
                          <a:effectLst/>
                        </a:rPr>
                        <a:t> Alert Type</a:t>
                      </a:r>
                      <a:endParaRPr lang="en-IN" sz="2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46" marR="15846" marT="1584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700" u="none" strike="noStrike">
                          <a:effectLst/>
                        </a:rPr>
                        <a:t> Description</a:t>
                      </a:r>
                      <a:endParaRPr lang="en-IN" sz="27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46" marR="15846" marT="15846" marB="0" anchor="ctr"/>
                </a:tc>
                <a:extLst>
                  <a:ext uri="{0D108BD9-81ED-4DB2-BD59-A6C34878D82A}">
                    <a16:rowId xmlns:a16="http://schemas.microsoft.com/office/drawing/2014/main" val="1203303594"/>
                  </a:ext>
                </a:extLst>
              </a:tr>
              <a:tr h="943785">
                <a:tc>
                  <a:txBody>
                    <a:bodyPr/>
                    <a:lstStyle/>
                    <a:p>
                      <a:pPr algn="l" fontAlgn="ctr"/>
                      <a:r>
                        <a:rPr lang="en-IN" sz="2700" u="none" strike="noStrike">
                          <a:effectLst/>
                        </a:rPr>
                        <a:t>Simple Alert</a:t>
                      </a:r>
                      <a:endParaRPr lang="en-IN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46" marR="15846" marT="1584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700" u="none" strike="noStrike">
                          <a:effectLst/>
                        </a:rPr>
                        <a:t>Displays a message with an OK button</a:t>
                      </a:r>
                      <a:endParaRPr lang="en-GB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46" marR="15846" marT="15846" marB="0" anchor="ctr"/>
                </a:tc>
                <a:extLst>
                  <a:ext uri="{0D108BD9-81ED-4DB2-BD59-A6C34878D82A}">
                    <a16:rowId xmlns:a16="http://schemas.microsoft.com/office/drawing/2014/main" val="2033990237"/>
                  </a:ext>
                </a:extLst>
              </a:tr>
              <a:tr h="943785">
                <a:tc>
                  <a:txBody>
                    <a:bodyPr/>
                    <a:lstStyle/>
                    <a:p>
                      <a:pPr algn="l" fontAlgn="ctr"/>
                      <a:r>
                        <a:rPr lang="en-IN" sz="2700" u="none" strike="noStrike">
                          <a:effectLst/>
                        </a:rPr>
                        <a:t>Confirmation Alert</a:t>
                      </a:r>
                      <a:endParaRPr lang="en-IN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46" marR="15846" marT="1584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700" u="none" strike="noStrike">
                          <a:effectLst/>
                        </a:rPr>
                        <a:t>Asks for confirmation with OK and Cancel</a:t>
                      </a:r>
                      <a:endParaRPr lang="en-GB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46" marR="15846" marT="15846" marB="0" anchor="ctr"/>
                </a:tc>
                <a:extLst>
                  <a:ext uri="{0D108BD9-81ED-4DB2-BD59-A6C34878D82A}">
                    <a16:rowId xmlns:a16="http://schemas.microsoft.com/office/drawing/2014/main" val="2006549001"/>
                  </a:ext>
                </a:extLst>
              </a:tr>
              <a:tr h="943785">
                <a:tc>
                  <a:txBody>
                    <a:bodyPr/>
                    <a:lstStyle/>
                    <a:p>
                      <a:pPr algn="l" fontAlgn="ctr"/>
                      <a:r>
                        <a:rPr lang="en-IN" sz="2700" u="none" strike="noStrike">
                          <a:effectLst/>
                        </a:rPr>
                        <a:t>Prompt Alert</a:t>
                      </a:r>
                      <a:endParaRPr lang="en-IN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46" marR="15846" marT="1584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700" u="none" strike="noStrike">
                          <a:effectLst/>
                        </a:rPr>
                        <a:t>Requests user input with a text field and buttons</a:t>
                      </a:r>
                      <a:endParaRPr lang="en-GB" sz="27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5846" marR="15846" marT="15846" marB="0" anchor="ctr"/>
                </a:tc>
                <a:extLst>
                  <a:ext uri="{0D108BD9-81ED-4DB2-BD59-A6C34878D82A}">
                    <a16:rowId xmlns:a16="http://schemas.microsoft.com/office/drawing/2014/main" val="4058127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226392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3F4D7E-A26E-02EF-2654-3576A85A6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switchTo().alert() methods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7" name="Content Placeholder 3">
            <a:extLst>
              <a:ext uri="{FF2B5EF4-FFF2-40B4-BE49-F238E27FC236}">
                <a16:creationId xmlns:a16="http://schemas.microsoft.com/office/drawing/2014/main" id="{A269C027-CB44-94BC-381F-F21D7C5434B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64608" y="1812402"/>
          <a:ext cx="6846364" cy="3081944"/>
        </p:xfrm>
        <a:graphic>
          <a:graphicData uri="http://schemas.openxmlformats.org/drawingml/2006/table">
            <a:tbl>
              <a:tblPr/>
              <a:tblGrid>
                <a:gridCol w="2368236">
                  <a:extLst>
                    <a:ext uri="{9D8B030D-6E8A-4147-A177-3AD203B41FA5}">
                      <a16:colId xmlns:a16="http://schemas.microsoft.com/office/drawing/2014/main" val="1602829621"/>
                    </a:ext>
                  </a:extLst>
                </a:gridCol>
                <a:gridCol w="1885618">
                  <a:extLst>
                    <a:ext uri="{9D8B030D-6E8A-4147-A177-3AD203B41FA5}">
                      <a16:colId xmlns:a16="http://schemas.microsoft.com/office/drawing/2014/main" val="587712062"/>
                    </a:ext>
                  </a:extLst>
                </a:gridCol>
                <a:gridCol w="2592510">
                  <a:extLst>
                    <a:ext uri="{9D8B030D-6E8A-4147-A177-3AD203B41FA5}">
                      <a16:colId xmlns:a16="http://schemas.microsoft.com/office/drawing/2014/main" val="2007164507"/>
                    </a:ext>
                  </a:extLst>
                </a:gridCol>
              </a:tblGrid>
              <a:tr h="37655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Method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56" marR="11356" marT="113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Purpose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56" marR="11356" marT="113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Example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56" marR="11356" marT="113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3747214"/>
                  </a:ext>
                </a:extLst>
              </a:tr>
              <a:tr h="6763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accept()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56" marR="11356" marT="113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Clicks </a:t>
                      </a:r>
                      <a:r>
                        <a:rPr lang="en-GB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OK</a:t>
                      </a:r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on the alert</a:t>
                      </a:r>
                      <a:endParaRPr lang="en-GB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56" marR="11356" marT="113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alert.accept();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56" marR="11356" marT="113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633565"/>
                  </a:ext>
                </a:extLst>
              </a:tr>
              <a:tr h="6763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dismiss()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56" marR="11356" marT="113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Clicks </a:t>
                      </a:r>
                      <a:r>
                        <a:rPr lang="en-GB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Cancel</a:t>
                      </a:r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on the alert</a:t>
                      </a:r>
                      <a:endParaRPr lang="en-GB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56" marR="11356" marT="113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alert.dismiss();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56" marR="11356" marT="113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525732"/>
                  </a:ext>
                </a:extLst>
              </a:tr>
              <a:tr h="6763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getText()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56" marR="11356" marT="113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Retrieves alert message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56" marR="11356" marT="113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String msg = alert.getText();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56" marR="11356" marT="113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2046598"/>
                  </a:ext>
                </a:extLst>
              </a:tr>
              <a:tr h="67634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sendKeys(String text)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56" marR="11356" marT="113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Sends input to a </a:t>
                      </a:r>
                      <a:r>
                        <a:rPr lang="en-GB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prompt alert</a:t>
                      </a:r>
                      <a:endParaRPr lang="en-GB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56" marR="11356" marT="113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alert.sendKeys("Hello");</a:t>
                      </a:r>
                      <a:endParaRPr lang="en-IN" sz="32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356" marR="11356" marT="1135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05995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564458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9B634-F3B7-45B7-D3F8-201028D3C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CA9C5-1E23-D8C1-0632-BB209BF13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GB" sz="5000" b="1" dirty="0"/>
              <a:t>Handling Simple Alerts</a:t>
            </a:r>
          </a:p>
          <a:p>
            <a:pPr marL="0" indent="0">
              <a:buNone/>
            </a:pPr>
            <a:r>
              <a:rPr lang="en-GB" sz="5000" i="1" dirty="0"/>
              <a:t>WebDriver driver = new </a:t>
            </a:r>
            <a:r>
              <a:rPr lang="en-GB" sz="5000" i="1" dirty="0" err="1"/>
              <a:t>ChromeDriver</a:t>
            </a:r>
            <a:r>
              <a:rPr lang="en-GB" sz="5000" i="1" dirty="0"/>
              <a:t>();</a:t>
            </a:r>
          </a:p>
          <a:p>
            <a:pPr marL="0" indent="0">
              <a:buNone/>
            </a:pPr>
            <a:r>
              <a:rPr lang="en-GB" sz="5000" i="1" dirty="0" err="1"/>
              <a:t>driver.get</a:t>
            </a:r>
            <a:r>
              <a:rPr lang="en-GB" sz="5000" i="1" dirty="0"/>
              <a:t>("https://demoqa.com/alerts");</a:t>
            </a:r>
          </a:p>
          <a:p>
            <a:pPr marL="0" indent="0">
              <a:buNone/>
            </a:pPr>
            <a:endParaRPr lang="en-GB" sz="5000" i="1" dirty="0"/>
          </a:p>
          <a:p>
            <a:pPr marL="0" indent="0">
              <a:buNone/>
            </a:pPr>
            <a:r>
              <a:rPr lang="en-GB" sz="5000" i="1" dirty="0" err="1"/>
              <a:t>driver.findElement</a:t>
            </a:r>
            <a:r>
              <a:rPr lang="en-GB" sz="5000" i="1" dirty="0"/>
              <a:t>(By.id("</a:t>
            </a:r>
            <a:r>
              <a:rPr lang="en-GB" sz="5000" i="1" dirty="0" err="1"/>
              <a:t>alertButton</a:t>
            </a:r>
            <a:r>
              <a:rPr lang="en-GB" sz="5000" i="1" dirty="0"/>
              <a:t>")).click(); // triggers alert</a:t>
            </a:r>
          </a:p>
          <a:p>
            <a:pPr marL="0" indent="0">
              <a:buNone/>
            </a:pPr>
            <a:endParaRPr lang="en-GB" sz="5000" i="1" dirty="0"/>
          </a:p>
          <a:p>
            <a:pPr marL="0" indent="0">
              <a:buNone/>
            </a:pPr>
            <a:r>
              <a:rPr lang="en-GB" sz="5000" i="1" dirty="0"/>
              <a:t>Alert </a:t>
            </a:r>
            <a:r>
              <a:rPr lang="en-GB" sz="5000" i="1" dirty="0" err="1"/>
              <a:t>alert</a:t>
            </a:r>
            <a:r>
              <a:rPr lang="en-GB" sz="5000" i="1" dirty="0"/>
              <a:t> = driver.switchTo().alert();</a:t>
            </a:r>
          </a:p>
          <a:p>
            <a:pPr marL="0" indent="0">
              <a:buNone/>
            </a:pPr>
            <a:r>
              <a:rPr lang="en-GB" sz="5000" i="1" dirty="0" err="1"/>
              <a:t>System.out.println</a:t>
            </a:r>
            <a:r>
              <a:rPr lang="en-GB" sz="5000" i="1" dirty="0"/>
              <a:t>("Alert text: " + </a:t>
            </a:r>
            <a:r>
              <a:rPr lang="en-GB" sz="5000" i="1" dirty="0" err="1"/>
              <a:t>alert.getText</a:t>
            </a:r>
            <a:r>
              <a:rPr lang="en-GB" sz="5000" i="1" dirty="0"/>
              <a:t>());</a:t>
            </a:r>
          </a:p>
          <a:p>
            <a:pPr marL="0" indent="0">
              <a:buNone/>
            </a:pPr>
            <a:r>
              <a:rPr lang="en-GB" sz="5000" i="1" dirty="0" err="1"/>
              <a:t>alert.accept</a:t>
            </a:r>
            <a:r>
              <a:rPr lang="en-GB" sz="5000" i="1" dirty="0"/>
              <a:t>(); // clicks OK</a:t>
            </a:r>
          </a:p>
          <a:p>
            <a:pPr marL="0" indent="0">
              <a:buNone/>
            </a:pPr>
            <a:endParaRPr lang="en-GB" sz="5000" b="1" dirty="0"/>
          </a:p>
          <a:p>
            <a:endParaRPr lang="en-GB" b="1" dirty="0"/>
          </a:p>
          <a:p>
            <a:endParaRPr lang="en-GB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68376376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A8D01-400F-D665-B69C-F0F195F91D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972" y="3284311"/>
            <a:ext cx="9884228" cy="3943803"/>
          </a:xfrm>
        </p:spPr>
        <p:txBody>
          <a:bodyPr/>
          <a:lstStyle/>
          <a:p>
            <a:r>
              <a:rPr lang="en-GB" b="1" dirty="0"/>
              <a:t>Handling Prompt Alerts</a:t>
            </a:r>
          </a:p>
          <a:p>
            <a:pPr marL="0" indent="0">
              <a:buNone/>
            </a:pPr>
            <a:r>
              <a:rPr lang="en-IN" i="1" dirty="0"/>
              <a:t>driver.findElement(By.id("</a:t>
            </a:r>
            <a:r>
              <a:rPr lang="en-IN" i="1" dirty="0" err="1"/>
              <a:t>promtButton</a:t>
            </a:r>
            <a:r>
              <a:rPr lang="en-IN" i="1" dirty="0"/>
              <a:t>")).click();</a:t>
            </a:r>
          </a:p>
          <a:p>
            <a:pPr marL="0" indent="0">
              <a:buNone/>
            </a:pPr>
            <a:endParaRPr lang="en-IN" i="1" dirty="0"/>
          </a:p>
          <a:p>
            <a:pPr marL="0" indent="0">
              <a:buNone/>
            </a:pPr>
            <a:r>
              <a:rPr lang="en-IN" i="1" dirty="0"/>
              <a:t>Alert </a:t>
            </a:r>
            <a:r>
              <a:rPr lang="en-IN" i="1" dirty="0" err="1"/>
              <a:t>alert</a:t>
            </a:r>
            <a:r>
              <a:rPr lang="en-IN" i="1" dirty="0"/>
              <a:t> = driver.switchTo().alert();</a:t>
            </a:r>
          </a:p>
          <a:p>
            <a:pPr marL="0" indent="0">
              <a:buNone/>
            </a:pPr>
            <a:r>
              <a:rPr lang="en-IN" i="1" dirty="0" err="1"/>
              <a:t>alert.sendKeys</a:t>
            </a:r>
            <a:r>
              <a:rPr lang="en-IN" i="1" dirty="0"/>
              <a:t>("Selenium User");</a:t>
            </a:r>
          </a:p>
          <a:p>
            <a:pPr marL="0" indent="0">
              <a:buNone/>
            </a:pPr>
            <a:r>
              <a:rPr lang="en-IN" i="1" dirty="0" err="1"/>
              <a:t>alert.accept</a:t>
            </a:r>
            <a:r>
              <a:rPr lang="en-IN" i="1" dirty="0"/>
              <a:t>(); // submits input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790CED2-C794-F8E8-1278-84AA7854483F}"/>
              </a:ext>
            </a:extLst>
          </p:cNvPr>
          <p:cNvSpPr txBox="1">
            <a:spLocks/>
          </p:cNvSpPr>
          <p:nvPr/>
        </p:nvSpPr>
        <p:spPr>
          <a:xfrm>
            <a:off x="566057" y="236310"/>
            <a:ext cx="9557657" cy="304800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Handling Confirmation Alerts</a:t>
            </a:r>
          </a:p>
          <a:p>
            <a:endParaRPr lang="en-GB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i="1" dirty="0" err="1"/>
              <a:t>driver.findElement</a:t>
            </a:r>
            <a:r>
              <a:rPr lang="en-GB" i="1" dirty="0"/>
              <a:t>(By.id("confirmButton")).click();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i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i="1" dirty="0"/>
              <a:t>Alert </a:t>
            </a:r>
            <a:r>
              <a:rPr lang="en-GB" i="1" dirty="0" err="1"/>
              <a:t>alert</a:t>
            </a:r>
            <a:r>
              <a:rPr lang="en-GB" i="1" dirty="0"/>
              <a:t> = driver.switchTo().alert();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i="1" dirty="0"/>
              <a:t>System.out.println("Confirmation text: " + </a:t>
            </a:r>
            <a:r>
              <a:rPr lang="en-GB" i="1" dirty="0" err="1"/>
              <a:t>alert.getText</a:t>
            </a:r>
            <a:r>
              <a:rPr lang="en-GB" i="1" dirty="0"/>
              <a:t>());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i="1" dirty="0" err="1"/>
              <a:t>alert.dismiss</a:t>
            </a:r>
            <a:r>
              <a:rPr lang="en-GB" i="1" dirty="0"/>
              <a:t>(); // clicks Cancel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b="1" dirty="0"/>
          </a:p>
          <a:p>
            <a:endParaRPr lang="en-GB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597240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65614C-CFBE-1FE0-6C1F-AA9FC360B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GB"/>
              <a:t>Waits in Selenium</a:t>
            </a:r>
            <a:endParaRPr lang="en-IN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D119D-53A9-0A95-2053-8085786ED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/>
              <a:t>Web elements may load at different times due to AJAX or JavaScript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/>
              <a:t>Without waits, Selenium may interact with elements </a:t>
            </a:r>
            <a:r>
              <a:rPr lang="en-GB" b="1"/>
              <a:t>before they’re ready</a:t>
            </a:r>
            <a:r>
              <a:rPr lang="en-GB"/>
              <a:t>, causing errors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/>
              <a:t>Waits help ensure </a:t>
            </a:r>
            <a:r>
              <a:rPr lang="en-GB" b="1"/>
              <a:t>reliable and stable</a:t>
            </a:r>
            <a:r>
              <a:rPr lang="en-GB"/>
              <a:t> test execution</a:t>
            </a:r>
          </a:p>
          <a:p>
            <a:pPr>
              <a:buFont typeface="Arial" panose="020B0604020202020204" pitchFamily="34" charset="0"/>
              <a:buChar char="•"/>
            </a:pPr>
            <a:endParaRPr lang="en-GB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7F74C97-CDA5-5AFD-7F37-F0CFF3DB74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787428"/>
              </p:ext>
            </p:extLst>
          </p:nvPr>
        </p:nvGraphicFramePr>
        <p:xfrm>
          <a:off x="95858" y="1426029"/>
          <a:ext cx="5706228" cy="3472543"/>
        </p:xfrm>
        <a:graphic>
          <a:graphicData uri="http://schemas.openxmlformats.org/drawingml/2006/table">
            <a:tbl>
              <a:tblPr/>
              <a:tblGrid>
                <a:gridCol w="1646523">
                  <a:extLst>
                    <a:ext uri="{9D8B030D-6E8A-4147-A177-3AD203B41FA5}">
                      <a16:colId xmlns:a16="http://schemas.microsoft.com/office/drawing/2014/main" val="1371448864"/>
                    </a:ext>
                  </a:extLst>
                </a:gridCol>
                <a:gridCol w="4059705">
                  <a:extLst>
                    <a:ext uri="{9D8B030D-6E8A-4147-A177-3AD203B41FA5}">
                      <a16:colId xmlns:a16="http://schemas.microsoft.com/office/drawing/2014/main" val="911605555"/>
                    </a:ext>
                  </a:extLst>
                </a:gridCol>
              </a:tblGrid>
              <a:tr h="54356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Wait Type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8" marR="11628" marT="116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Description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8" marR="11628" marT="116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5654444"/>
                  </a:ext>
                </a:extLst>
              </a:tr>
              <a:tr h="9763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Implicit Wait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8" marR="11628" marT="116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Applies globally to all elements; waits for presence</a:t>
                      </a:r>
                      <a:endParaRPr lang="en-GB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8" marR="11628" marT="116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1416556"/>
                  </a:ext>
                </a:extLst>
              </a:tr>
              <a:tr h="9763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Explicit Wait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8" marR="11628" marT="116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Waits for specific conditions on specific elements</a:t>
                      </a:r>
                      <a:endParaRPr lang="en-GB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8" marR="11628" marT="116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1577770"/>
                  </a:ext>
                </a:extLst>
              </a:tr>
              <a:tr h="9763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Fluent Wait</a:t>
                      </a:r>
                      <a:endParaRPr lang="en-IN" sz="33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8" marR="11628" marT="116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Customizable wait with polling and exception handling</a:t>
                      </a:r>
                      <a:endParaRPr lang="en-GB" sz="33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1628" marR="11628" marT="1162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56600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741161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91B815-4667-9D5A-A826-52D6BBEAF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GB" sz="5400" dirty="0"/>
              <a:t>Implicit wait</a:t>
            </a:r>
            <a:endParaRPr lang="en-IN" sz="5400" dirty="0"/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7D12E-A07D-3F95-294C-1DFC1AE32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Autofit/>
          </a:bodyPr>
          <a:lstStyle/>
          <a:p>
            <a:r>
              <a:rPr lang="en-GB" sz="1800" dirty="0"/>
              <a:t>A global timeout applied to all element searches</a:t>
            </a:r>
          </a:p>
          <a:p>
            <a:r>
              <a:rPr lang="en-GB" sz="1800" dirty="0"/>
              <a:t>Tells WebDriver to wait for a specified time before throwing NoSuchElementException</a:t>
            </a:r>
          </a:p>
          <a:p>
            <a:r>
              <a:rPr lang="en-GB" sz="1800" dirty="0"/>
              <a:t>Helps handle dynamic content and slow-loading elements</a:t>
            </a:r>
          </a:p>
          <a:p>
            <a:endParaRPr lang="en-GB" sz="1800" dirty="0"/>
          </a:p>
          <a:p>
            <a:r>
              <a:rPr lang="en-GB" sz="1800" b="1" dirty="0"/>
              <a:t>Syntax:</a:t>
            </a:r>
          </a:p>
          <a:p>
            <a:pPr lvl="1"/>
            <a:r>
              <a:rPr lang="en-IN" sz="1800" i="1" dirty="0"/>
              <a:t>driver.manage().timeouts().implicitlyWait(Duration.ofSeconds(10));</a:t>
            </a:r>
          </a:p>
          <a:p>
            <a:pPr lvl="1"/>
            <a:endParaRPr lang="en-IN" sz="1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8D38E2-309C-9E8A-BB4F-0ED24AEFB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0805" y="1356023"/>
            <a:ext cx="7970325" cy="486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48985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25BCF9-36F7-6F51-F3D6-AA8E8C94F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GB" sz="5400" dirty="0"/>
              <a:t>Explicit wait</a:t>
            </a:r>
            <a:endParaRPr lang="en-IN" sz="5400" dirty="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0CBCA-FE5F-70B0-82D9-85036D03DE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GB" sz="2000" dirty="0"/>
              <a:t>A targeted wait that pauses execution until a specific condition is met</a:t>
            </a:r>
          </a:p>
          <a:p>
            <a:r>
              <a:rPr lang="en-GB" sz="2000" dirty="0"/>
              <a:t>Used for elements that load dynamically or take time to become clickable, visible, or present</a:t>
            </a:r>
          </a:p>
          <a:p>
            <a:r>
              <a:rPr lang="en-GB" sz="2000" dirty="0"/>
              <a:t>Prevents flaky tests caused by premature interactions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237AE8-4B64-76B8-6A0E-8FA2D0D7D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639521"/>
            <a:ext cx="7396190" cy="583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76275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1FFDD6A-24F0-2390-4DA1-A82D69F203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9888423"/>
              </p:ext>
            </p:extLst>
          </p:nvPr>
        </p:nvGraphicFramePr>
        <p:xfrm>
          <a:off x="0" y="0"/>
          <a:ext cx="12192000" cy="7106849"/>
        </p:xfrm>
        <a:graphic>
          <a:graphicData uri="http://schemas.openxmlformats.org/drawingml/2006/table">
            <a:tbl>
              <a:tblPr firstRow="1" bandRow="1">
                <a:solidFill>
                  <a:srgbClr val="404040"/>
                </a:solidFill>
                <a:tableStyleId>{3B4B98B0-60AC-42C2-AFA5-B58CD77FA1E5}</a:tableStyleId>
              </a:tblPr>
              <a:tblGrid>
                <a:gridCol w="2763519">
                  <a:extLst>
                    <a:ext uri="{9D8B030D-6E8A-4147-A177-3AD203B41FA5}">
                      <a16:colId xmlns:a16="http://schemas.microsoft.com/office/drawing/2014/main" val="3053361578"/>
                    </a:ext>
                  </a:extLst>
                </a:gridCol>
                <a:gridCol w="3644642">
                  <a:extLst>
                    <a:ext uri="{9D8B030D-6E8A-4147-A177-3AD203B41FA5}">
                      <a16:colId xmlns:a16="http://schemas.microsoft.com/office/drawing/2014/main" val="3109278533"/>
                    </a:ext>
                  </a:extLst>
                </a:gridCol>
                <a:gridCol w="5783839">
                  <a:extLst>
                    <a:ext uri="{9D8B030D-6E8A-4147-A177-3AD203B41FA5}">
                      <a16:colId xmlns:a16="http://schemas.microsoft.com/office/drawing/2014/main" val="3078453428"/>
                    </a:ext>
                  </a:extLst>
                </a:gridCol>
              </a:tblGrid>
              <a:tr h="33990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Condition</a:t>
                      </a:r>
                      <a:endParaRPr lang="en-IN" sz="15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316" marR="2316" marT="80919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 Description</a:t>
                      </a:r>
                      <a:endParaRPr lang="en-IN" sz="15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316" marR="2316" marT="80919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500" b="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 Example Usage</a:t>
                      </a:r>
                      <a:endParaRPr lang="en-IN" sz="15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316" marR="2316" marT="80919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026704"/>
                  </a:ext>
                </a:extLst>
              </a:tr>
              <a:tr h="52434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 cap="none" spc="0" err="1">
                          <a:solidFill>
                            <a:schemeClr val="bg1"/>
                          </a:solidFill>
                          <a:effectLst/>
                        </a:rPr>
                        <a:t>visibilityOfElementLocated</a:t>
                      </a:r>
                      <a:r>
                        <a:rPr lang="en-IN" sz="15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(By locator)</a:t>
                      </a:r>
                      <a:endParaRPr lang="en-IN" sz="1500" b="0" i="0" u="none" strike="noStrike" cap="none" spc="0">
                        <a:solidFill>
                          <a:schemeClr val="bg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2316" marR="2316" marT="8091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5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Waits until the element is visible on the page.</a:t>
                      </a:r>
                      <a:endParaRPr lang="en-GB" sz="15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316" marR="2316" marT="8091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wait.until(ExpectedConditions.visibilityOfElementLocated(By.id("username")));</a:t>
                      </a:r>
                      <a:endParaRPr lang="en-IN" sz="1500" b="0" i="0" u="none" strike="noStrike" cap="none" spc="0">
                        <a:solidFill>
                          <a:schemeClr val="bg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2316" marR="2316" marT="8091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855160"/>
                  </a:ext>
                </a:extLst>
              </a:tr>
              <a:tr h="52434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 cap="none" spc="0" dirty="0" err="1">
                          <a:solidFill>
                            <a:schemeClr val="bg1"/>
                          </a:solidFill>
                          <a:effectLst/>
                        </a:rPr>
                        <a:t>elementToBeClickable</a:t>
                      </a:r>
                      <a:r>
                        <a:rPr lang="en-IN" sz="1500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(By locator)</a:t>
                      </a:r>
                      <a:endParaRPr lang="en-IN" sz="1500" b="0" i="0" u="none" strike="noStrike" cap="none" spc="0" dirty="0">
                        <a:solidFill>
                          <a:schemeClr val="bg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2316" marR="2316" marT="8091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5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Waits until the element is visible and enabled so it can be clicked.</a:t>
                      </a:r>
                      <a:endParaRPr lang="en-GB" sz="15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316" marR="2316" marT="8091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wait.until(ExpectedConditions.elementToBeClickable(By.id("submit")));</a:t>
                      </a:r>
                      <a:endParaRPr lang="en-IN" sz="1500" b="0" i="0" u="none" strike="noStrike" cap="none" spc="0">
                        <a:solidFill>
                          <a:schemeClr val="bg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2316" marR="2316" marT="8091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415615"/>
                  </a:ext>
                </a:extLst>
              </a:tr>
              <a:tr h="52434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 cap="none" spc="0" err="1">
                          <a:solidFill>
                            <a:schemeClr val="bg1"/>
                          </a:solidFill>
                          <a:effectLst/>
                        </a:rPr>
                        <a:t>presenceOfElementLocated</a:t>
                      </a:r>
                      <a:r>
                        <a:rPr lang="en-IN" sz="15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(By locator)</a:t>
                      </a:r>
                      <a:endParaRPr lang="en-IN" sz="1500" b="0" i="0" u="none" strike="noStrike" cap="none" spc="0">
                        <a:solidFill>
                          <a:schemeClr val="bg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2316" marR="2316" marT="8091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5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Waits until the element is present in the DOM, regardless of visibility.</a:t>
                      </a:r>
                      <a:endParaRPr lang="en-GB" sz="15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316" marR="2316" marT="8091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5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wait.until(ExpectedConditions.presenceOfElementLocated(By.name("email")));</a:t>
                      </a:r>
                      <a:endParaRPr lang="en-GB" sz="1500" b="0" i="0" u="none" strike="noStrike" cap="none" spc="0">
                        <a:solidFill>
                          <a:schemeClr val="bg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2316" marR="2316" marT="8091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58936"/>
                  </a:ext>
                </a:extLst>
              </a:tr>
              <a:tr h="524349">
                <a:tc>
                  <a:txBody>
                    <a:bodyPr/>
                    <a:lstStyle/>
                    <a:p>
                      <a:pPr algn="l" fontAlgn="ctr"/>
                      <a:r>
                        <a:rPr lang="en-GB" sz="15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textToBePresentInElementLocated(By locator, String text)</a:t>
                      </a:r>
                      <a:endParaRPr lang="en-GB" sz="1500" b="0" i="0" u="none" strike="noStrike" cap="none" spc="0">
                        <a:solidFill>
                          <a:schemeClr val="bg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2316" marR="2316" marT="8091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500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Waits until the specified text appears in the element.</a:t>
                      </a:r>
                      <a:endParaRPr lang="en-GB" sz="1500" b="0" i="0" u="none" strike="noStrike" cap="none" spc="0" dirty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316" marR="2316" marT="8091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wait.until(ExpectedConditions.textToBePresentInElementLocated(By.id("msg"), "Success"));</a:t>
                      </a:r>
                      <a:endParaRPr lang="en-IN" sz="1500" b="0" i="0" u="none" strike="noStrike" cap="none" spc="0">
                        <a:solidFill>
                          <a:schemeClr val="bg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2316" marR="2316" marT="8091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223110"/>
                  </a:ext>
                </a:extLst>
              </a:tr>
              <a:tr h="52434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titleContains(String titleFragment)</a:t>
                      </a:r>
                      <a:endParaRPr lang="en-IN" sz="1500" b="0" i="0" u="none" strike="noStrike" cap="none" spc="0">
                        <a:solidFill>
                          <a:schemeClr val="bg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2316" marR="2316" marT="8091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5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Waits until the page title contains the given text.</a:t>
                      </a:r>
                      <a:endParaRPr lang="en-GB" sz="15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316" marR="2316" marT="8091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5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wait.until(ExpectedConditions.titleContains("Dashboard"));</a:t>
                      </a:r>
                      <a:endParaRPr lang="en-GB" sz="1500" b="0" i="0" u="none" strike="noStrike" cap="none" spc="0">
                        <a:solidFill>
                          <a:schemeClr val="bg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2316" marR="2316" marT="8091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708515"/>
                  </a:ext>
                </a:extLst>
              </a:tr>
              <a:tr h="52434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titleIs(String title)</a:t>
                      </a:r>
                      <a:endParaRPr lang="en-IN" sz="1500" b="0" i="0" u="none" strike="noStrike" cap="none" spc="0">
                        <a:solidFill>
                          <a:schemeClr val="bg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2316" marR="2316" marT="8091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5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Waits until the page title exactly matches the given string.</a:t>
                      </a:r>
                      <a:endParaRPr lang="en-GB" sz="15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316" marR="2316" marT="8091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wait.until(ExpectedConditions.titleIs("Login Page"));</a:t>
                      </a:r>
                      <a:endParaRPr lang="en-IN" sz="1500" b="0" i="0" u="none" strike="noStrike" cap="none" spc="0">
                        <a:solidFill>
                          <a:schemeClr val="bg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2316" marR="2316" marT="8091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4548695"/>
                  </a:ext>
                </a:extLst>
              </a:tr>
              <a:tr h="52434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urlToBe(String url)</a:t>
                      </a:r>
                      <a:endParaRPr lang="en-IN" sz="1500" b="0" i="0" u="none" strike="noStrike" cap="none" spc="0">
                        <a:solidFill>
                          <a:schemeClr val="bg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2316" marR="2316" marT="8091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5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Waits until the current URL matches the expected URL.</a:t>
                      </a:r>
                      <a:endParaRPr lang="en-GB" sz="15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316" marR="2316" marT="8091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 cap="none" spc="0" dirty="0" err="1">
                          <a:solidFill>
                            <a:schemeClr val="bg1"/>
                          </a:solidFill>
                          <a:effectLst/>
                        </a:rPr>
                        <a:t>wait.until</a:t>
                      </a:r>
                      <a:r>
                        <a:rPr lang="en-IN" sz="1500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IN" sz="1500" u="none" strike="noStrike" cap="none" spc="0" dirty="0" err="1">
                          <a:solidFill>
                            <a:schemeClr val="bg1"/>
                          </a:solidFill>
                          <a:effectLst/>
                        </a:rPr>
                        <a:t>ExpectedConditions.urlToBe</a:t>
                      </a:r>
                      <a:r>
                        <a:rPr lang="en-IN" sz="1500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("https://example.com/home"));</a:t>
                      </a:r>
                      <a:endParaRPr lang="en-IN" sz="1500" b="0" i="0" u="none" strike="noStrike" cap="none" spc="0" dirty="0">
                        <a:solidFill>
                          <a:schemeClr val="bg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2316" marR="2316" marT="8091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393608"/>
                  </a:ext>
                </a:extLst>
              </a:tr>
              <a:tr h="303966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alertIsPresent()</a:t>
                      </a:r>
                      <a:endParaRPr lang="en-IN" sz="1500" b="0" i="0" u="none" strike="noStrike" cap="none" spc="0">
                        <a:solidFill>
                          <a:schemeClr val="bg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2316" marR="2316" marT="8091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5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Waits until a JavaScript alert is present.</a:t>
                      </a:r>
                      <a:endParaRPr lang="en-GB" sz="15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316" marR="2316" marT="8091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wait.until(ExpectedConditions.alertIsPresent());</a:t>
                      </a:r>
                      <a:endParaRPr lang="en-IN" sz="1500" b="0" i="0" u="none" strike="noStrike" cap="none" spc="0">
                        <a:solidFill>
                          <a:schemeClr val="bg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2316" marR="2316" marT="8091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1755671"/>
                  </a:ext>
                </a:extLst>
              </a:tr>
              <a:tr h="52434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frameToBeAvailableAndSwitchToIt(By locator)</a:t>
                      </a:r>
                      <a:endParaRPr lang="en-IN" sz="1500" b="0" i="0" u="none" strike="noStrike" cap="none" spc="0">
                        <a:solidFill>
                          <a:schemeClr val="bg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2316" marR="2316" marT="8091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5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Waits until a frame is available, then switches to it.</a:t>
                      </a:r>
                      <a:endParaRPr lang="en-GB" sz="15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316" marR="2316" marT="8091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wait.until(ExpectedConditions.frameToBeAvailableAndSwitchToIt(By.id("frame1")));</a:t>
                      </a:r>
                      <a:endParaRPr lang="en-IN" sz="1500" b="0" i="0" u="none" strike="noStrike" cap="none" spc="0">
                        <a:solidFill>
                          <a:schemeClr val="bg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2316" marR="2316" marT="8091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590878"/>
                  </a:ext>
                </a:extLst>
              </a:tr>
              <a:tr h="52434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invisibilityOfElementLocated(By locator)</a:t>
                      </a:r>
                      <a:endParaRPr lang="en-IN" sz="1500" b="0" i="0" u="none" strike="noStrike" cap="none" spc="0">
                        <a:solidFill>
                          <a:schemeClr val="bg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2316" marR="2316" marT="8091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5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Waits until the element is not visible or removed from the DOM.</a:t>
                      </a:r>
                      <a:endParaRPr lang="en-GB" sz="15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316" marR="2316" marT="8091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wait.until(ExpectedConditions.invisibilityOfElementLocated(By.className("loader")));</a:t>
                      </a:r>
                      <a:endParaRPr lang="en-IN" sz="1500" b="0" i="0" u="none" strike="noStrike" cap="none" spc="0">
                        <a:solidFill>
                          <a:schemeClr val="bg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2316" marR="2316" marT="8091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5768533"/>
                  </a:ext>
                </a:extLst>
              </a:tr>
              <a:tr h="52434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 cap="none" spc="0" dirty="0" err="1">
                          <a:solidFill>
                            <a:schemeClr val="bg1"/>
                          </a:solidFill>
                          <a:effectLst/>
                        </a:rPr>
                        <a:t>stalenessOf</a:t>
                      </a:r>
                      <a:r>
                        <a:rPr lang="en-IN" sz="1500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(WebElement element)</a:t>
                      </a:r>
                      <a:endParaRPr lang="en-IN" sz="1500" b="0" i="0" u="none" strike="noStrike" cap="none" spc="0" dirty="0">
                        <a:solidFill>
                          <a:schemeClr val="bg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2316" marR="2316" marT="8091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5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Waits until the element is no longer attached to the DOM.</a:t>
                      </a:r>
                      <a:endParaRPr lang="en-GB" sz="15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316" marR="2316" marT="8091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5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wait.until(ExpectedConditions.stalenessOf(oldElement));</a:t>
                      </a:r>
                      <a:endParaRPr lang="en-GB" sz="1500" b="0" i="0" u="none" strike="noStrike" cap="none" spc="0">
                        <a:solidFill>
                          <a:schemeClr val="bg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2316" marR="2316" marT="8091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8999750"/>
                  </a:ext>
                </a:extLst>
              </a:tr>
              <a:tr h="52434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elementToBeSelected(By locator)</a:t>
                      </a:r>
                      <a:endParaRPr lang="en-IN" sz="1500" b="0" i="0" u="none" strike="noStrike" cap="none" spc="0">
                        <a:solidFill>
                          <a:schemeClr val="bg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2316" marR="2316" marT="8091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5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Waits until the element (e.g., checkbox) is selected.</a:t>
                      </a:r>
                      <a:endParaRPr lang="en-GB" sz="15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316" marR="2316" marT="8091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5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wait.until(ExpectedConditions.elementToBeSelected(By.id("agree")));</a:t>
                      </a:r>
                      <a:endParaRPr lang="en-GB" sz="1500" b="0" i="0" u="none" strike="noStrike" cap="none" spc="0">
                        <a:solidFill>
                          <a:schemeClr val="bg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2316" marR="2316" marT="8091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8171775"/>
                  </a:ext>
                </a:extLst>
              </a:tr>
              <a:tr h="524349">
                <a:tc>
                  <a:txBody>
                    <a:bodyPr/>
                    <a:lstStyle/>
                    <a:p>
                      <a:pPr algn="l" fontAlgn="ctr"/>
                      <a:r>
                        <a:rPr lang="en-GB" sz="15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numberOfElementsToBe(By locator, int count)</a:t>
                      </a:r>
                      <a:endParaRPr lang="en-GB" sz="1500" b="0" i="0" u="none" strike="noStrike" cap="none" spc="0">
                        <a:solidFill>
                          <a:schemeClr val="bg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2316" marR="2316" marT="8091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500" u="none" strike="noStrike" cap="none" spc="0">
                          <a:solidFill>
                            <a:schemeClr val="bg1"/>
                          </a:solidFill>
                          <a:effectLst/>
                        </a:rPr>
                        <a:t>Waits until a specific number of elements are present.</a:t>
                      </a:r>
                      <a:endParaRPr lang="en-GB" sz="1500" b="0" i="0" u="none" strike="noStrike" cap="none" spc="0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316" marR="2316" marT="8091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500" u="none" strike="noStrike" cap="none" spc="0" dirty="0" err="1">
                          <a:solidFill>
                            <a:schemeClr val="bg1"/>
                          </a:solidFill>
                          <a:effectLst/>
                        </a:rPr>
                        <a:t>wait.until</a:t>
                      </a:r>
                      <a:r>
                        <a:rPr lang="en-IN" sz="1500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IN" sz="1500" u="none" strike="noStrike" cap="none" spc="0" dirty="0" err="1">
                          <a:solidFill>
                            <a:schemeClr val="bg1"/>
                          </a:solidFill>
                          <a:effectLst/>
                        </a:rPr>
                        <a:t>ExpectedConditions.numberOfElementsToBe</a:t>
                      </a:r>
                      <a:r>
                        <a:rPr lang="en-IN" sz="1500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(</a:t>
                      </a:r>
                      <a:r>
                        <a:rPr lang="en-IN" sz="1500" u="none" strike="noStrike" cap="none" spc="0" dirty="0" err="1">
                          <a:solidFill>
                            <a:schemeClr val="bg1"/>
                          </a:solidFill>
                          <a:effectLst/>
                        </a:rPr>
                        <a:t>By.tagName</a:t>
                      </a:r>
                      <a:r>
                        <a:rPr lang="en-IN" sz="1500" u="none" strike="noStrike" cap="none" spc="0" dirty="0">
                          <a:solidFill>
                            <a:schemeClr val="bg1"/>
                          </a:solidFill>
                          <a:effectLst/>
                        </a:rPr>
                        <a:t>("li"), 5));</a:t>
                      </a:r>
                      <a:endParaRPr lang="en-IN" sz="1500" b="0" i="0" u="none" strike="noStrike" cap="none" spc="0" dirty="0">
                        <a:solidFill>
                          <a:schemeClr val="bg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2316" marR="2316" marT="80919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26939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376799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9E22D4-47D0-B5A4-0F49-2F5335865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GB" sz="5400"/>
              <a:t>Fluent wait</a:t>
            </a:r>
            <a:endParaRPr lang="en-IN" sz="54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F06F7-D219-B1AC-8041-D977AD354B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GB" sz="1900"/>
              <a:t>A type of explicit wait with enhanced flexibility</a:t>
            </a:r>
          </a:p>
          <a:p>
            <a:r>
              <a:rPr lang="en-GB" sz="1900"/>
              <a:t>Ideal for elements that load unpredictably or asynchronously</a:t>
            </a:r>
          </a:p>
          <a:p>
            <a:r>
              <a:rPr lang="en-GB" sz="1900"/>
              <a:t>Allows you to:</a:t>
            </a:r>
          </a:p>
          <a:p>
            <a:pPr lvl="1"/>
            <a:r>
              <a:rPr lang="en-GB" sz="1900"/>
              <a:t>Set maximum timeout</a:t>
            </a:r>
          </a:p>
          <a:p>
            <a:pPr lvl="1"/>
            <a:r>
              <a:rPr lang="en-GB" sz="1900"/>
              <a:t>Define polling frequency</a:t>
            </a:r>
          </a:p>
          <a:p>
            <a:pPr lvl="1"/>
            <a:r>
              <a:rPr lang="en-GB" sz="1900"/>
              <a:t>Ignore exceptions during wait</a:t>
            </a:r>
          </a:p>
          <a:p>
            <a:pPr marL="457200" lvl="1" indent="0">
              <a:buNone/>
            </a:pPr>
            <a:endParaRPr lang="en-GB" sz="19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CC3349-92ED-4135-4F31-FFA7CC74D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8343" y="639521"/>
            <a:ext cx="7957457" cy="5808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30715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44A7C6-3D56-806F-84C5-262A76B88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GB" sz="5400"/>
              <a:t>Fluent Wait Parameters</a:t>
            </a:r>
            <a:endParaRPr lang="en-IN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6DC8407-BC5D-C71D-D91A-A7BF58546F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6504979"/>
              </p:ext>
            </p:extLst>
          </p:nvPr>
        </p:nvGraphicFramePr>
        <p:xfrm>
          <a:off x="4648018" y="1063285"/>
          <a:ext cx="6900512" cy="4691217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3923516">
                  <a:extLst>
                    <a:ext uri="{9D8B030D-6E8A-4147-A177-3AD203B41FA5}">
                      <a16:colId xmlns:a16="http://schemas.microsoft.com/office/drawing/2014/main" val="3990953249"/>
                    </a:ext>
                  </a:extLst>
                </a:gridCol>
                <a:gridCol w="2976996">
                  <a:extLst>
                    <a:ext uri="{9D8B030D-6E8A-4147-A177-3AD203B41FA5}">
                      <a16:colId xmlns:a16="http://schemas.microsoft.com/office/drawing/2014/main" val="2499545519"/>
                    </a:ext>
                  </a:extLst>
                </a:gridCol>
              </a:tblGrid>
              <a:tr h="81703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 u="none" strike="noStrike" cap="all" spc="150">
                          <a:solidFill>
                            <a:schemeClr val="lt1"/>
                          </a:solidFill>
                          <a:effectLst/>
                        </a:rPr>
                        <a:t>Parameter</a:t>
                      </a:r>
                      <a:endParaRPr lang="en-IN" sz="2400" b="0" i="0" u="none" strike="noStrike" cap="all" spc="150">
                        <a:solidFill>
                          <a:schemeClr val="lt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02014" marR="202014" marT="202014" marB="20201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b="0" u="none" strike="noStrike" cap="all" spc="150">
                          <a:solidFill>
                            <a:schemeClr val="lt1"/>
                          </a:solidFill>
                          <a:effectLst/>
                        </a:rPr>
                        <a:t>Description</a:t>
                      </a:r>
                      <a:endParaRPr lang="en-IN" sz="2400" b="0" i="0" u="none" strike="noStrike" cap="all" spc="150">
                        <a:solidFill>
                          <a:schemeClr val="lt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02014" marR="202014" marT="202014" marB="202014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solidFill>
                      <a:srgbClr val="5053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853017"/>
                  </a:ext>
                </a:extLst>
              </a:tr>
              <a:tr h="74969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withTimeout()</a:t>
                      </a:r>
                      <a:endParaRPr lang="en-IN" sz="19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202014" marR="202014" marT="202014" marB="20201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Sets max wait duration</a:t>
                      </a:r>
                      <a:endParaRPr lang="en-IN" sz="19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02014" marR="202014" marT="202014" marB="20201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6662564"/>
                  </a:ext>
                </a:extLst>
              </a:tr>
              <a:tr h="104149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pollingEvery()</a:t>
                      </a:r>
                      <a:endParaRPr lang="en-IN" sz="19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202014" marR="202014" marT="202014" marB="20201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9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Sets how often condition is checked</a:t>
                      </a:r>
                      <a:endParaRPr lang="en-GB" sz="19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02014" marR="202014" marT="202014" marB="20201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5300503"/>
                  </a:ext>
                </a:extLst>
              </a:tr>
              <a:tr h="104149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ignoring()</a:t>
                      </a:r>
                      <a:endParaRPr lang="en-IN" sz="19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202014" marR="202014" marT="202014" marB="20201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9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Specifies exceptions to ignore during wait</a:t>
                      </a:r>
                      <a:endParaRPr lang="en-GB" sz="19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02014" marR="202014" marT="202014" marB="20201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6966660"/>
                  </a:ext>
                </a:extLst>
              </a:tr>
              <a:tr h="104149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9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until()</a:t>
                      </a:r>
                      <a:endParaRPr lang="en-IN" sz="1900" b="0" i="0" u="none" strike="noStrike" cap="none" spc="0">
                        <a:solidFill>
                          <a:schemeClr val="tx1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202014" marR="202014" marT="202014" marB="20201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9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Defines condition to wait for</a:t>
                      </a:r>
                      <a:endParaRPr lang="en-GB" sz="19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02014" marR="202014" marT="202014" marB="202014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000000">
                        <a:alpha val="784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6044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205198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0FBE10-675F-EAA5-D1D9-CF4D3B204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/>
              <a:t>Cookies Handling in Selenium</a:t>
            </a:r>
            <a:endParaRPr lang="en-IN" sz="54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FE0DAE0-5378-4346-DA55-DE01E6B4AB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29384"/>
            <a:ext cx="10515600" cy="42519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Small pieces of data stored by the browser.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Used to remember user sessions, preferences, and authentication.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en-US" altLang="en-US" sz="2200" b="1" dirty="0">
                <a:latin typeface="Arial" panose="020B0604020202020204" pitchFamily="34" charset="0"/>
              </a:rPr>
              <a:t>Why we need to handle cookies: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Maintain </a:t>
            </a:r>
            <a:r>
              <a:rPr lang="en-GB" sz="2400" b="1" dirty="0"/>
              <a:t>user sessions</a:t>
            </a:r>
            <a:r>
              <a:rPr lang="en-GB" sz="2400" dirty="0"/>
              <a:t> across tests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Avoid repetitive login steps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Test cookie-based features (e.g., personalization, tracking)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Validate cookie </a:t>
            </a:r>
            <a:r>
              <a:rPr lang="en-GB" sz="2400" dirty="0" err="1"/>
              <a:t>behavior</a:t>
            </a:r>
            <a:r>
              <a:rPr lang="en-GB" sz="2400" dirty="0"/>
              <a:t> (creation, deletion, expiration)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endParaRPr kumimoji="0" lang="en-US" altLang="en-US" sz="22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835536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702A51-E581-4055-9864-60E071750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0017D3-8A76-40C8-811B-83FC844156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8B52AE3-568F-491B-90E7-DE793C357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117348" y="774914"/>
            <a:ext cx="304800" cy="429768"/>
            <a:chOff x="215328" y="-46937"/>
            <a:chExt cx="304800" cy="2773841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9DDC40E-3198-43A1-B034-5C942C68BE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9F658C0-CF2E-4463-B29D-97BAAC773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FABEC8D-B0D5-4502-85DC-4D3AF02001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9F3F86DD-C280-4B63-8AB2-BE5F9FDABA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EFF367D-9904-4DDA-A794-EC54B3B0C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D26B4AD-7B6A-4502-BAEA-ABB9FBE90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F12FF31-8BB0-4B60-A8E7-590FB88805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643E2B2-CBE9-4F2E-A5CD-AD76B959A8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03FB31BF-BF2F-4BCF-B681-042D389BE6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3A33DDB-4145-4702-94BB-D0B690CDD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5F964BC-95D6-4A24-B9DD-8AAC207C9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6E9D2796-5CB3-4D7C-84CA-4B33FA68A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6675043-0DC8-4CFC-83AD-14F4AF009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BF7B5DC-AD56-48FE-BF1B-E1A133045C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BB60F5F-0879-4FC1-860B-F195C1C057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B01359D-DF56-4106-8BDB-D60850A512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7CBCCFE-61D3-41DC-B432-989240E0CC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BE9A61-6283-BE12-08B3-36B38F7DE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0935"/>
            <a:ext cx="10515600" cy="2239745"/>
          </a:xfrm>
          <a:noFill/>
        </p:spPr>
        <p:txBody>
          <a:bodyPr anchor="t">
            <a:normAutofit/>
          </a:bodyPr>
          <a:lstStyle/>
          <a:p>
            <a:pPr algn="ctr"/>
            <a:r>
              <a:rPr lang="en-GB" sz="4800" dirty="0"/>
              <a:t>Cookies methods</a:t>
            </a:r>
            <a:endParaRPr lang="en-IN" sz="48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4C61B73-C240-4837-A4A1-B9D7C0435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77278" y="4945279"/>
            <a:ext cx="1285875" cy="549007"/>
            <a:chOff x="7029447" y="3514725"/>
            <a:chExt cx="1285875" cy="549007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70C6C2D-8ABC-447B-8F5E-6A82E1D691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97F8A5B-D65F-4719-A411-58540DEDE8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9C84124-9383-42B9-9D19-01E82BF098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421A7BB-2D6E-4712-88D7-F6707D2EF5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72B77E5A-C626-46D5-8FDA-30CE14F2A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62CEEEB-4D79-4247-B4A8-9B0F035CF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D0FF45D-B08A-4C9F-8C01-EEFEA0A6EA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91240023-12FA-4186-85E6-8D6CC78CF6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B8E82873-37B6-4A34-B080-D0120FF730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6E29E22-2E13-43A1-8B6C-9347275AC5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EF49FBE-D713-94BC-9F64-4FA8CC5591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9229931"/>
              </p:ext>
            </p:extLst>
          </p:nvPr>
        </p:nvGraphicFramePr>
        <p:xfrm>
          <a:off x="836676" y="1834142"/>
          <a:ext cx="10515600" cy="4952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2673">
                  <a:extLst>
                    <a:ext uri="{9D8B030D-6E8A-4147-A177-3AD203B41FA5}">
                      <a16:colId xmlns:a16="http://schemas.microsoft.com/office/drawing/2014/main" val="1251565855"/>
                    </a:ext>
                  </a:extLst>
                </a:gridCol>
                <a:gridCol w="3581917">
                  <a:extLst>
                    <a:ext uri="{9D8B030D-6E8A-4147-A177-3AD203B41FA5}">
                      <a16:colId xmlns:a16="http://schemas.microsoft.com/office/drawing/2014/main" val="2991860214"/>
                    </a:ext>
                  </a:extLst>
                </a:gridCol>
                <a:gridCol w="4371010">
                  <a:extLst>
                    <a:ext uri="{9D8B030D-6E8A-4147-A177-3AD203B41FA5}">
                      <a16:colId xmlns:a16="http://schemas.microsoft.com/office/drawing/2014/main" val="1829370673"/>
                    </a:ext>
                  </a:extLst>
                </a:gridCol>
              </a:tblGrid>
              <a:tr h="40969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Method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73" marR="8073" marT="807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 Description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73" marR="8073" marT="807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000" u="none" strike="noStrike">
                          <a:effectLst/>
                        </a:rPr>
                        <a:t> Example Code</a:t>
                      </a:r>
                      <a:endParaRPr lang="en-IN" sz="2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73" marR="8073" marT="8073" marB="0" anchor="ctr"/>
                </a:tc>
                <a:extLst>
                  <a:ext uri="{0D108BD9-81ED-4DB2-BD59-A6C34878D82A}">
                    <a16:rowId xmlns:a16="http://schemas.microsoft.com/office/drawing/2014/main" val="2798468316"/>
                  </a:ext>
                </a:extLst>
              </a:tr>
              <a:tr h="735866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>
                          <a:effectLst/>
                        </a:rPr>
                        <a:t>getCookies()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8073" marR="8073" marT="807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000" u="none" strike="noStrike">
                          <a:effectLst/>
                        </a:rPr>
                        <a:t>Retrieves all cookies from the current session.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73" marR="8073" marT="807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000" u="none" strike="noStrike">
                          <a:effectLst/>
                        </a:rPr>
                        <a:t>Set&lt;Cookie&gt; cookies = driver.manage().getCookies();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8073" marR="8073" marT="8073" marB="0" anchor="ctr"/>
                </a:tc>
                <a:extLst>
                  <a:ext uri="{0D108BD9-81ED-4DB2-BD59-A6C34878D82A}">
                    <a16:rowId xmlns:a16="http://schemas.microsoft.com/office/drawing/2014/main" val="4072002357"/>
                  </a:ext>
                </a:extLst>
              </a:tr>
              <a:tr h="676562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>
                          <a:effectLst/>
                        </a:rPr>
                        <a:t>getCookieNamed(String name)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8073" marR="8073" marT="807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000" u="none" strike="noStrike">
                          <a:effectLst/>
                        </a:rPr>
                        <a:t>Gets a cookie by its name.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73" marR="8073" marT="807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000" u="none" strike="noStrike">
                          <a:effectLst/>
                        </a:rPr>
                        <a:t>Cookie ck = driver.manage().getCookieNamed("sessionID");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8073" marR="8073" marT="8073" marB="0" anchor="ctr"/>
                </a:tc>
                <a:extLst>
                  <a:ext uri="{0D108BD9-81ED-4DB2-BD59-A6C34878D82A}">
                    <a16:rowId xmlns:a16="http://schemas.microsoft.com/office/drawing/2014/main" val="2330956134"/>
                  </a:ext>
                </a:extLst>
              </a:tr>
              <a:tr h="735866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>
                          <a:effectLst/>
                        </a:rPr>
                        <a:t>addCookie(Cookie cookie)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8073" marR="8073" marT="807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000" u="none" strike="noStrike">
                          <a:effectLst/>
                        </a:rPr>
                        <a:t>Adds a new cookie to the browser session.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73" marR="8073" marT="807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000" u="none" strike="noStrike" dirty="0" err="1">
                          <a:effectLst/>
                        </a:rPr>
                        <a:t>driver.manage</a:t>
                      </a:r>
                      <a:r>
                        <a:rPr lang="en-GB" sz="2000" u="none" strike="noStrike" dirty="0">
                          <a:effectLst/>
                        </a:rPr>
                        <a:t>().</a:t>
                      </a:r>
                      <a:r>
                        <a:rPr lang="en-GB" sz="2000" u="none" strike="noStrike" dirty="0" err="1">
                          <a:effectLst/>
                        </a:rPr>
                        <a:t>addCookie</a:t>
                      </a:r>
                      <a:r>
                        <a:rPr lang="en-GB" sz="2000" u="none" strike="noStrike" dirty="0">
                          <a:effectLst/>
                        </a:rPr>
                        <a:t>(new Cookie("</a:t>
                      </a:r>
                      <a:r>
                        <a:rPr lang="en-GB" sz="2000" u="none" strike="noStrike" dirty="0" err="1">
                          <a:effectLst/>
                        </a:rPr>
                        <a:t>sessionID</a:t>
                      </a:r>
                      <a:r>
                        <a:rPr lang="en-GB" sz="2000" u="none" strike="noStrike" dirty="0">
                          <a:effectLst/>
                        </a:rPr>
                        <a:t>", "abc123"));</a:t>
                      </a:r>
                      <a:endParaRPr lang="en-GB" sz="2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8073" marR="8073" marT="8073" marB="0" anchor="ctr"/>
                </a:tc>
                <a:extLst>
                  <a:ext uri="{0D108BD9-81ED-4DB2-BD59-A6C34878D82A}">
                    <a16:rowId xmlns:a16="http://schemas.microsoft.com/office/drawing/2014/main" val="3177060010"/>
                  </a:ext>
                </a:extLst>
              </a:tr>
              <a:tr h="735866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deleteCookie(Cookie cookie)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8073" marR="8073" marT="807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000" u="none" strike="noStrike">
                          <a:effectLst/>
                        </a:rPr>
                        <a:t>Deletes a cookie using the Cookie object.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73" marR="8073" marT="807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>
                          <a:effectLst/>
                        </a:rPr>
                        <a:t>driver.manage().deleteCookie(ck);</a:t>
                      </a:r>
                      <a:endParaRPr lang="en-IN" sz="20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8073" marR="8073" marT="8073" marB="0" anchor="ctr"/>
                </a:tc>
                <a:extLst>
                  <a:ext uri="{0D108BD9-81ED-4DB2-BD59-A6C34878D82A}">
                    <a16:rowId xmlns:a16="http://schemas.microsoft.com/office/drawing/2014/main" val="1866828603"/>
                  </a:ext>
                </a:extLst>
              </a:tr>
              <a:tr h="676562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>
                          <a:effectLst/>
                        </a:rPr>
                        <a:t>deleteCookieNamed(String name)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8073" marR="8073" marT="807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000" u="none" strike="noStrike">
                          <a:effectLst/>
                        </a:rPr>
                        <a:t>Deletes a cookie by its name.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73" marR="8073" marT="807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>
                          <a:effectLst/>
                        </a:rPr>
                        <a:t>driver.manage().deleteCookieNamed("</a:t>
                      </a:r>
                      <a:r>
                        <a:rPr lang="en-IN" sz="2000" u="none" strike="noStrike" dirty="0" err="1">
                          <a:effectLst/>
                        </a:rPr>
                        <a:t>sessionID</a:t>
                      </a:r>
                      <a:r>
                        <a:rPr lang="en-IN" sz="2000" u="none" strike="noStrike" dirty="0">
                          <a:effectLst/>
                        </a:rPr>
                        <a:t>");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8073" marR="8073" marT="8073" marB="0" anchor="ctr"/>
                </a:tc>
                <a:extLst>
                  <a:ext uri="{0D108BD9-81ED-4DB2-BD59-A6C34878D82A}">
                    <a16:rowId xmlns:a16="http://schemas.microsoft.com/office/drawing/2014/main" val="1267607847"/>
                  </a:ext>
                </a:extLst>
              </a:tr>
              <a:tr h="735866"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>
                          <a:effectLst/>
                        </a:rPr>
                        <a:t>deleteAllCookies()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8073" marR="8073" marT="807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000" u="none" strike="noStrike">
                          <a:effectLst/>
                        </a:rPr>
                        <a:t>Deletes all cookies from the current session.</a:t>
                      </a:r>
                      <a:endParaRPr lang="en-GB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8073" marR="8073" marT="807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000" u="none" strike="noStrike" dirty="0">
                          <a:effectLst/>
                        </a:rPr>
                        <a:t>driver.manage().deleteAllCookies();</a:t>
                      </a:r>
                      <a:endParaRPr lang="en-IN" sz="20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8073" marR="8073" marT="8073" marB="0" anchor="ctr"/>
                </a:tc>
                <a:extLst>
                  <a:ext uri="{0D108BD9-81ED-4DB2-BD59-A6C34878D82A}">
                    <a16:rowId xmlns:a16="http://schemas.microsoft.com/office/drawing/2014/main" val="3828103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10240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17CC4-0DE1-8A70-D5E0-3CDD140D3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43" y="-233590"/>
            <a:ext cx="10515600" cy="1325563"/>
          </a:xfrm>
        </p:spPr>
        <p:txBody>
          <a:bodyPr/>
          <a:lstStyle/>
          <a:p>
            <a:r>
              <a:rPr lang="en-GB" dirty="0"/>
              <a:t>Examples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10DCC-1046-8666-079D-0C0526505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3" y="740229"/>
            <a:ext cx="12104914" cy="5987142"/>
          </a:xfrm>
        </p:spPr>
        <p:txBody>
          <a:bodyPr>
            <a:normAutofit fontScale="25000" lnSpcReduction="20000"/>
          </a:bodyPr>
          <a:lstStyle/>
          <a:p>
            <a:pPr algn="l" rtl="0" fontAlgn="base">
              <a:lnSpc>
                <a:spcPts val="1200"/>
              </a:lnSpc>
              <a:buNone/>
            </a:pPr>
            <a:endParaRPr lang="en-IN" sz="8000" dirty="0">
              <a:latin typeface="Arial" panose="020B0604020202020204" pitchFamily="34" charset="0"/>
            </a:endParaRPr>
          </a:p>
          <a:p>
            <a:pPr algn="l" rtl="0" fontAlgn="base">
              <a:lnSpc>
                <a:spcPts val="1200"/>
              </a:lnSpc>
              <a:buNone/>
            </a:pPr>
            <a:r>
              <a:rPr lang="en-IN" sz="8000" dirty="0">
                <a:latin typeface="Arial" panose="020B0604020202020204" pitchFamily="34" charset="0"/>
              </a:rPr>
              <a:t>// </a:t>
            </a:r>
            <a:r>
              <a:rPr lang="en-IN" sz="8000" i="1" dirty="0">
                <a:latin typeface="Arial" panose="020B0604020202020204" pitchFamily="34" charset="0"/>
              </a:rPr>
              <a:t>Open a website</a:t>
            </a:r>
            <a:r>
              <a:rPr lang="en-US" sz="8000" i="1" dirty="0">
                <a:latin typeface="Arial" panose="020B0604020202020204" pitchFamily="34" charset="0"/>
              </a:rPr>
              <a:t>​</a:t>
            </a:r>
          </a:p>
          <a:p>
            <a:pPr algn="l" rtl="0" fontAlgn="base">
              <a:lnSpc>
                <a:spcPts val="1200"/>
              </a:lnSpc>
              <a:buNone/>
            </a:pPr>
            <a:r>
              <a:rPr lang="en-IN" sz="8000" i="1" dirty="0" err="1">
                <a:latin typeface="Arial" panose="020B0604020202020204" pitchFamily="34" charset="0"/>
              </a:rPr>
              <a:t>driver.get</a:t>
            </a:r>
            <a:r>
              <a:rPr lang="en-IN" sz="8000" i="1" dirty="0">
                <a:latin typeface="Arial" panose="020B0604020202020204" pitchFamily="34" charset="0"/>
              </a:rPr>
              <a:t>("</a:t>
            </a:r>
            <a:r>
              <a:rPr lang="en-IN" sz="8000" i="1" dirty="0">
                <a:latin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https://example.com</a:t>
            </a:r>
            <a:r>
              <a:rPr lang="en-IN" sz="8000" i="1" dirty="0">
                <a:latin typeface="Arial" panose="020B0604020202020204" pitchFamily="34" charset="0"/>
              </a:rPr>
              <a:t>");</a:t>
            </a:r>
            <a:r>
              <a:rPr lang="en-US" sz="8000" i="1" dirty="0">
                <a:latin typeface="Arial" panose="020B0604020202020204" pitchFamily="34" charset="0"/>
              </a:rPr>
              <a:t>​</a:t>
            </a:r>
          </a:p>
          <a:p>
            <a:pPr algn="l" rtl="0" fontAlgn="base">
              <a:lnSpc>
                <a:spcPts val="1200"/>
              </a:lnSpc>
              <a:buNone/>
            </a:pPr>
            <a:r>
              <a:rPr lang="en-IN" sz="2200" i="1" dirty="0">
                <a:latin typeface="Arial" panose="020B0604020202020204" pitchFamily="34" charset="0"/>
              </a:rPr>
              <a:t> </a:t>
            </a:r>
            <a:r>
              <a:rPr lang="en-US" sz="2200" i="1" dirty="0">
                <a:latin typeface="Arial" panose="020B0604020202020204" pitchFamily="34" charset="0"/>
              </a:rPr>
              <a:t>​</a:t>
            </a:r>
          </a:p>
          <a:p>
            <a:pPr algn="l" rtl="0" fontAlgn="base">
              <a:lnSpc>
                <a:spcPts val="1200"/>
              </a:lnSpc>
              <a:buNone/>
            </a:pPr>
            <a:r>
              <a:rPr lang="en-IN" sz="7200" b="1" i="1" dirty="0">
                <a:latin typeface="Arial" panose="020B0604020202020204" pitchFamily="34" charset="0"/>
              </a:rPr>
              <a:t>//Add a new cookie</a:t>
            </a:r>
            <a:r>
              <a:rPr lang="en-US" sz="7200" b="1" i="1" dirty="0">
                <a:latin typeface="Arial" panose="020B0604020202020204" pitchFamily="34" charset="0"/>
              </a:rPr>
              <a:t>​</a:t>
            </a:r>
          </a:p>
          <a:p>
            <a:pPr algn="l" rtl="0" fontAlgn="base">
              <a:lnSpc>
                <a:spcPts val="1200"/>
              </a:lnSpc>
              <a:buNone/>
            </a:pPr>
            <a:r>
              <a:rPr lang="en-IN" sz="7200" i="1" dirty="0">
                <a:latin typeface="Arial" panose="020B0604020202020204" pitchFamily="34" charset="0"/>
              </a:rPr>
              <a:t>Cookie </a:t>
            </a:r>
            <a:r>
              <a:rPr lang="en-IN" sz="7200" i="1" dirty="0" err="1">
                <a:latin typeface="Arial" panose="020B0604020202020204" pitchFamily="34" charset="0"/>
              </a:rPr>
              <a:t>cookie</a:t>
            </a:r>
            <a:r>
              <a:rPr lang="en-IN" sz="7200" i="1" dirty="0">
                <a:latin typeface="Arial" panose="020B0604020202020204" pitchFamily="34" charset="0"/>
              </a:rPr>
              <a:t> = new Cookie("userSession", "abc123");</a:t>
            </a:r>
            <a:r>
              <a:rPr lang="en-US" sz="7200" i="1" dirty="0">
                <a:latin typeface="Arial" panose="020B0604020202020204" pitchFamily="34" charset="0"/>
              </a:rPr>
              <a:t>​</a:t>
            </a:r>
          </a:p>
          <a:p>
            <a:pPr algn="l" rtl="0" fontAlgn="base">
              <a:lnSpc>
                <a:spcPts val="1200"/>
              </a:lnSpc>
              <a:buNone/>
            </a:pPr>
            <a:r>
              <a:rPr lang="en-IN" sz="7200" i="1" dirty="0">
                <a:latin typeface="Arial" panose="020B0604020202020204" pitchFamily="34" charset="0"/>
              </a:rPr>
              <a:t>driver.manage().addCookie(cookie);</a:t>
            </a:r>
            <a:r>
              <a:rPr lang="en-US" sz="7200" i="1" dirty="0">
                <a:latin typeface="Arial" panose="020B0604020202020204" pitchFamily="34" charset="0"/>
              </a:rPr>
              <a:t>​</a:t>
            </a:r>
          </a:p>
          <a:p>
            <a:pPr algn="l" rtl="0" fontAlgn="base">
              <a:lnSpc>
                <a:spcPts val="1200"/>
              </a:lnSpc>
              <a:buNone/>
            </a:pPr>
            <a:r>
              <a:rPr lang="en-IN" sz="7200" i="1" dirty="0">
                <a:latin typeface="Arial" panose="020B0604020202020204" pitchFamily="34" charset="0"/>
              </a:rPr>
              <a:t> </a:t>
            </a:r>
            <a:r>
              <a:rPr lang="en-US" sz="7200" i="1" dirty="0">
                <a:latin typeface="Arial" panose="020B0604020202020204" pitchFamily="34" charset="0"/>
              </a:rPr>
              <a:t>​</a:t>
            </a:r>
          </a:p>
          <a:p>
            <a:pPr algn="l" rtl="0" fontAlgn="base">
              <a:lnSpc>
                <a:spcPts val="1200"/>
              </a:lnSpc>
              <a:buNone/>
            </a:pPr>
            <a:r>
              <a:rPr lang="en-IN" sz="7200" b="1" i="1" dirty="0">
                <a:latin typeface="Arial" panose="020B0604020202020204" pitchFamily="34" charset="0"/>
              </a:rPr>
              <a:t>// Retrieve a cookie by name</a:t>
            </a:r>
            <a:r>
              <a:rPr lang="en-US" sz="7200" i="1" dirty="0">
                <a:latin typeface="Arial" panose="020B0604020202020204" pitchFamily="34" charset="0"/>
              </a:rPr>
              <a:t>​</a:t>
            </a:r>
          </a:p>
          <a:p>
            <a:pPr algn="l" rtl="0" fontAlgn="base">
              <a:lnSpc>
                <a:spcPts val="1200"/>
              </a:lnSpc>
              <a:buNone/>
            </a:pPr>
            <a:r>
              <a:rPr lang="en-IN" sz="7200" i="1" dirty="0">
                <a:latin typeface="Arial" panose="020B0604020202020204" pitchFamily="34" charset="0"/>
              </a:rPr>
              <a:t>Cookie sessionCookie = driver.manage().getCookieNamed("userSession");</a:t>
            </a:r>
            <a:r>
              <a:rPr lang="en-US" sz="7200" i="1" dirty="0">
                <a:latin typeface="Arial" panose="020B0604020202020204" pitchFamily="34" charset="0"/>
              </a:rPr>
              <a:t>​</a:t>
            </a:r>
          </a:p>
          <a:p>
            <a:pPr algn="l" rtl="0" fontAlgn="base">
              <a:lnSpc>
                <a:spcPts val="1200"/>
              </a:lnSpc>
              <a:buNone/>
            </a:pPr>
            <a:r>
              <a:rPr lang="en-IN" sz="7200" i="1" dirty="0">
                <a:latin typeface="Arial" panose="020B0604020202020204" pitchFamily="34" charset="0"/>
              </a:rPr>
              <a:t>System.out.println("Cookie Name: " + sessionCookie.getName());</a:t>
            </a:r>
            <a:r>
              <a:rPr lang="en-US" sz="7200" i="1" dirty="0">
                <a:latin typeface="Arial" panose="020B0604020202020204" pitchFamily="34" charset="0"/>
              </a:rPr>
              <a:t>​</a:t>
            </a:r>
          </a:p>
          <a:p>
            <a:pPr algn="l" rtl="0" fontAlgn="base">
              <a:lnSpc>
                <a:spcPts val="1200"/>
              </a:lnSpc>
              <a:buNone/>
            </a:pPr>
            <a:r>
              <a:rPr lang="en-IN" sz="7200" i="1" dirty="0">
                <a:latin typeface="Arial" panose="020B0604020202020204" pitchFamily="34" charset="0"/>
              </a:rPr>
              <a:t>System.out.println("Cookie Value: " + sessionCookie.getValue());</a:t>
            </a:r>
            <a:r>
              <a:rPr lang="en-US" sz="7200" i="1" dirty="0">
                <a:latin typeface="Arial" panose="020B0604020202020204" pitchFamily="34" charset="0"/>
              </a:rPr>
              <a:t>​</a:t>
            </a:r>
          </a:p>
          <a:p>
            <a:pPr>
              <a:buNone/>
            </a:pPr>
            <a:endParaRPr lang="en-IN" sz="7200" dirty="0">
              <a:effectLst/>
            </a:endParaRPr>
          </a:p>
          <a:p>
            <a:pPr>
              <a:buNone/>
            </a:pPr>
            <a:r>
              <a:rPr lang="en-IN" sz="8000" b="1" i="1" dirty="0">
                <a:effectLst/>
              </a:rPr>
              <a:t>// Get all cookies</a:t>
            </a:r>
            <a:endParaRPr lang="en-IN" sz="8000" b="1" i="1" dirty="0"/>
          </a:p>
          <a:p>
            <a:pPr>
              <a:buNone/>
            </a:pPr>
            <a:r>
              <a:rPr lang="en-IN" sz="8000" i="1" dirty="0">
                <a:effectLst/>
              </a:rPr>
              <a:t>Set&lt;Cookie&gt; allCookies = driver.manage().getCookies();</a:t>
            </a:r>
            <a:endParaRPr lang="en-IN" sz="8000" i="1" dirty="0"/>
          </a:p>
          <a:p>
            <a:pPr>
              <a:buNone/>
            </a:pPr>
            <a:r>
              <a:rPr lang="en-IN" sz="8000" i="1" dirty="0">
                <a:effectLst/>
              </a:rPr>
              <a:t>for (Cookie c : allCookies) {</a:t>
            </a:r>
            <a:endParaRPr lang="en-IN" sz="8000" i="1" dirty="0"/>
          </a:p>
          <a:p>
            <a:pPr>
              <a:buNone/>
            </a:pPr>
            <a:r>
              <a:rPr lang="en-IN" sz="8000" i="1" dirty="0">
                <a:effectLst/>
              </a:rPr>
              <a:t>    System.out.println(c.getName() + " = " + </a:t>
            </a:r>
            <a:r>
              <a:rPr lang="en-IN" sz="8000" i="1" dirty="0" err="1">
                <a:effectLst/>
              </a:rPr>
              <a:t>c.getValue</a:t>
            </a:r>
            <a:r>
              <a:rPr lang="en-IN" sz="8000" i="1" dirty="0">
                <a:effectLst/>
              </a:rPr>
              <a:t>());</a:t>
            </a:r>
            <a:endParaRPr lang="en-IN" sz="8000" i="1" dirty="0"/>
          </a:p>
          <a:p>
            <a:pPr>
              <a:buNone/>
            </a:pPr>
            <a:r>
              <a:rPr lang="en-IN" sz="8000" i="1" dirty="0">
                <a:effectLst/>
              </a:rPr>
              <a:t>// Delete a specific cookie</a:t>
            </a:r>
            <a:endParaRPr lang="en-IN" sz="8000" i="1" dirty="0"/>
          </a:p>
          <a:p>
            <a:pPr>
              <a:buNone/>
            </a:pPr>
            <a:r>
              <a:rPr lang="en-IN" sz="8000" i="1" dirty="0">
                <a:effectLst/>
              </a:rPr>
              <a:t>driver.manage().deleteCookieNamed("userSession");</a:t>
            </a:r>
            <a:endParaRPr lang="en-IN" sz="8000" i="1" dirty="0"/>
          </a:p>
          <a:p>
            <a:pPr>
              <a:buNone/>
            </a:pPr>
            <a:r>
              <a:rPr lang="en-IN" sz="8000" i="1" dirty="0"/>
              <a:t> 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B7BE5AF-8461-274C-18A1-7232B707B5EC}"/>
              </a:ext>
            </a:extLst>
          </p:cNvPr>
          <p:cNvSpPr txBox="1"/>
          <p:nvPr/>
        </p:nvSpPr>
        <p:spPr>
          <a:xfrm>
            <a:off x="6932023" y="740229"/>
            <a:ext cx="5216434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IN" dirty="0"/>
              <a:t> </a:t>
            </a:r>
          </a:p>
          <a:p>
            <a:pPr>
              <a:buNone/>
            </a:pPr>
            <a:r>
              <a:rPr lang="en-IN" sz="2000" b="1" i="1" dirty="0">
                <a:effectLst/>
              </a:rPr>
              <a:t>// Delete a specific cookie</a:t>
            </a:r>
            <a:endParaRPr lang="en-IN" sz="2000" b="1" i="1" dirty="0"/>
          </a:p>
          <a:p>
            <a:pPr>
              <a:buNone/>
            </a:pPr>
            <a:r>
              <a:rPr lang="en-IN" sz="2000" i="1" dirty="0">
                <a:effectLst/>
              </a:rPr>
              <a:t>driver.manage().deleteCookieNamed("userSession");</a:t>
            </a:r>
            <a:endParaRPr lang="en-IN" sz="2000" i="1" dirty="0"/>
          </a:p>
          <a:p>
            <a:pPr>
              <a:buNone/>
            </a:pPr>
            <a:r>
              <a:rPr lang="en-IN" sz="2000" i="1" dirty="0"/>
              <a:t> </a:t>
            </a:r>
          </a:p>
          <a:p>
            <a:pPr>
              <a:buNone/>
            </a:pPr>
            <a:r>
              <a:rPr lang="en-IN" sz="2000" i="1" dirty="0">
                <a:effectLst/>
              </a:rPr>
              <a:t>// Delete all cookies</a:t>
            </a:r>
            <a:endParaRPr lang="en-IN" sz="2000" i="1" dirty="0"/>
          </a:p>
          <a:p>
            <a:r>
              <a:rPr lang="en-IN" sz="2000" i="1" dirty="0">
                <a:effectLst/>
              </a:rPr>
              <a:t>driver.manage().deleteAllCookies();</a:t>
            </a:r>
            <a:endParaRPr lang="en-IN" sz="2000" i="1" dirty="0"/>
          </a:p>
        </p:txBody>
      </p:sp>
    </p:spTree>
    <p:extLst>
      <p:ext uri="{BB962C8B-B14F-4D97-AF65-F5344CB8AC3E}">
        <p14:creationId xmlns:p14="http://schemas.microsoft.com/office/powerpoint/2010/main" val="157760961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7AE95-CD82-EEDA-5348-F668758FC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Examples</a:t>
            </a:r>
            <a:endParaRPr lang="en-IN" dirty="0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37278778-9D65-C562-FC81-D239F881319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13657" y="1690688"/>
            <a:ext cx="10515600" cy="252870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defTabSz="914400" fontAlgn="base">
              <a:lnSpc>
                <a:spcPts val="1200"/>
              </a:lnSpc>
              <a:buNone/>
            </a:pPr>
            <a:r>
              <a:rPr lang="en-US" sz="2000" b="1" dirty="0">
                <a:latin typeface="Arial" panose="020B0604020202020204" pitchFamily="34" charset="0"/>
              </a:rPr>
              <a:t>Reusing Login Cookie to Avoid Login Every Time</a:t>
            </a:r>
          </a:p>
          <a:p>
            <a:pPr marL="228600" defTabSz="914400" fontAlgn="base">
              <a:lnSpc>
                <a:spcPts val="1200"/>
              </a:lnSpc>
              <a:buNone/>
            </a:pPr>
            <a:endParaRPr lang="en-US" sz="2000" i="1" dirty="0">
              <a:latin typeface="Arial" panose="020B0604020202020204" pitchFamily="34" charset="0"/>
            </a:endParaRPr>
          </a:p>
          <a:p>
            <a:pPr marL="228600" defTabSz="914400" fontAlgn="base">
              <a:lnSpc>
                <a:spcPts val="1200"/>
              </a:lnSpc>
              <a:buNone/>
            </a:pPr>
            <a:r>
              <a:rPr lang="en-US" sz="2000" i="1" dirty="0">
                <a:latin typeface="Arial" panose="020B0604020202020204" pitchFamily="34" charset="0"/>
              </a:rPr>
              <a:t>// After login</a:t>
            </a:r>
          </a:p>
          <a:p>
            <a:pPr marL="228600" defTabSz="914400" fontAlgn="base">
              <a:lnSpc>
                <a:spcPts val="1200"/>
              </a:lnSpc>
              <a:buNone/>
            </a:pPr>
            <a:r>
              <a:rPr lang="en-US" sz="2000" i="1" dirty="0">
                <a:latin typeface="Arial" panose="020B0604020202020204" pitchFamily="34" charset="0"/>
              </a:rPr>
              <a:t>Cookie loginCookie = driver.manage().getCookieNamed("</a:t>
            </a:r>
            <a:r>
              <a:rPr lang="en-US" sz="2000" i="1" dirty="0" err="1">
                <a:latin typeface="Arial" panose="020B0604020202020204" pitchFamily="34" charset="0"/>
              </a:rPr>
              <a:t>session_id</a:t>
            </a:r>
            <a:r>
              <a:rPr lang="en-US" sz="2000" i="1" dirty="0">
                <a:latin typeface="Arial" panose="020B0604020202020204" pitchFamily="34" charset="0"/>
              </a:rPr>
              <a:t>");</a:t>
            </a:r>
          </a:p>
          <a:p>
            <a:pPr marL="228600" defTabSz="914400" fontAlgn="base">
              <a:lnSpc>
                <a:spcPts val="1200"/>
              </a:lnSpc>
              <a:buNone/>
            </a:pPr>
            <a:r>
              <a:rPr lang="en-US" sz="2000" i="1" dirty="0">
                <a:latin typeface="Arial" panose="020B0604020202020204" pitchFamily="34" charset="0"/>
              </a:rPr>
              <a:t> </a:t>
            </a:r>
          </a:p>
          <a:p>
            <a:pPr marL="228600" defTabSz="914400" fontAlgn="base">
              <a:lnSpc>
                <a:spcPts val="1200"/>
              </a:lnSpc>
              <a:buNone/>
            </a:pPr>
            <a:r>
              <a:rPr lang="en-US" sz="2000" i="1" dirty="0">
                <a:latin typeface="Arial" panose="020B0604020202020204" pitchFamily="34" charset="0"/>
              </a:rPr>
              <a:t>// Store it (e.g., in a file or memory), then reuse in next session:</a:t>
            </a:r>
          </a:p>
          <a:p>
            <a:pPr marL="228600" defTabSz="914400" fontAlgn="base">
              <a:lnSpc>
                <a:spcPts val="1200"/>
              </a:lnSpc>
              <a:buNone/>
            </a:pPr>
            <a:r>
              <a:rPr lang="en-US" sz="2000" i="1" dirty="0" err="1">
                <a:latin typeface="Arial" panose="020B0604020202020204" pitchFamily="34" charset="0"/>
              </a:rPr>
              <a:t>driver.get</a:t>
            </a:r>
            <a:r>
              <a:rPr lang="en-US" sz="2000" i="1" dirty="0">
                <a:latin typeface="Arial" panose="020B0604020202020204" pitchFamily="34" charset="0"/>
              </a:rPr>
              <a:t>("</a:t>
            </a:r>
            <a:r>
              <a:rPr lang="en-US" sz="2000" i="1" dirty="0">
                <a:latin typeface="Arial" panose="020B0604020202020204" pitchFamily="34" charset="0"/>
                <a:hlinkClick r:id="rId3" tooltip="https://example.com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https://example.com</a:t>
            </a:r>
            <a:r>
              <a:rPr lang="en-US" sz="2000" i="1" dirty="0">
                <a:latin typeface="Arial" panose="020B0604020202020204" pitchFamily="34" charset="0"/>
              </a:rPr>
              <a:t>");</a:t>
            </a:r>
          </a:p>
          <a:p>
            <a:pPr marL="228600" defTabSz="914400" fontAlgn="base">
              <a:lnSpc>
                <a:spcPts val="1200"/>
              </a:lnSpc>
              <a:buNone/>
            </a:pPr>
            <a:r>
              <a:rPr lang="en-US" sz="2000" i="1" dirty="0" err="1">
                <a:latin typeface="Arial" panose="020B0604020202020204" pitchFamily="34" charset="0"/>
              </a:rPr>
              <a:t>driver.manage</a:t>
            </a:r>
            <a:r>
              <a:rPr lang="en-US" sz="2000" i="1" dirty="0">
                <a:latin typeface="Arial" panose="020B0604020202020204" pitchFamily="34" charset="0"/>
              </a:rPr>
              <a:t>().addCookie(loginCookie);</a:t>
            </a:r>
          </a:p>
          <a:p>
            <a:pPr marL="228600" defTabSz="914400" fontAlgn="base">
              <a:lnSpc>
                <a:spcPts val="1200"/>
              </a:lnSpc>
              <a:buNone/>
            </a:pPr>
            <a:r>
              <a:rPr lang="en-US" sz="2000" i="1" dirty="0">
                <a:latin typeface="Arial" panose="020B0604020202020204" pitchFamily="34" charset="0"/>
              </a:rPr>
              <a:t>driver.navigate().refresh(); // You’ll be logged in</a:t>
            </a:r>
          </a:p>
        </p:txBody>
      </p:sp>
    </p:spTree>
    <p:extLst>
      <p:ext uri="{BB962C8B-B14F-4D97-AF65-F5344CB8AC3E}">
        <p14:creationId xmlns:p14="http://schemas.microsoft.com/office/powerpoint/2010/main" val="309689301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bstract background">
            <a:extLst>
              <a:ext uri="{FF2B5EF4-FFF2-40B4-BE49-F238E27FC236}">
                <a16:creationId xmlns:a16="http://schemas.microsoft.com/office/drawing/2014/main" id="{C47702E7-3454-86AB-E00E-5DEED162E8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110" r="6557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6F9AC4-49B3-76EA-6FBB-49CB71737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GB" sz="4000" dirty="0"/>
              <a:t>Taking Screenshots in Selenium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C99A0-4779-D62F-B9CE-56BAAC651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3228" y="1883229"/>
            <a:ext cx="6411685" cy="4778828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Helps </a:t>
            </a:r>
            <a:r>
              <a:rPr lang="en-GB" sz="2000" b="1" dirty="0"/>
              <a:t>debug failed tests</a:t>
            </a:r>
            <a:r>
              <a:rPr lang="en-GB" sz="2000" dirty="0"/>
              <a:t> by showing the exact browser state.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Useful for </a:t>
            </a:r>
            <a:r>
              <a:rPr lang="en-GB" sz="2000" b="1" dirty="0"/>
              <a:t>reporting</a:t>
            </a:r>
            <a:r>
              <a:rPr lang="en-GB" sz="2000" dirty="0"/>
              <a:t> and </a:t>
            </a:r>
            <a:r>
              <a:rPr lang="en-GB" sz="2000" b="1" dirty="0"/>
              <a:t>documentation</a:t>
            </a:r>
            <a:r>
              <a:rPr lang="en-GB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Verifies </a:t>
            </a:r>
            <a:r>
              <a:rPr lang="en-GB" sz="2000" b="1" dirty="0"/>
              <a:t>UI rendering</a:t>
            </a:r>
            <a:r>
              <a:rPr lang="en-GB" sz="2000" dirty="0"/>
              <a:t> and layout across browsers.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Captures </a:t>
            </a:r>
            <a:r>
              <a:rPr lang="en-GB" sz="2000" b="1" dirty="0"/>
              <a:t>dynamic content</a:t>
            </a:r>
            <a:r>
              <a:rPr lang="en-GB" sz="2000" dirty="0"/>
              <a:t> during automation.</a:t>
            </a:r>
          </a:p>
          <a:p>
            <a:r>
              <a:rPr lang="en-GB" sz="2000" dirty="0"/>
              <a:t>How to Capture:</a:t>
            </a:r>
          </a:p>
          <a:p>
            <a:pPr lvl="1"/>
            <a:r>
              <a:rPr lang="en-GB" sz="2000" dirty="0"/>
              <a:t>Capture entire viewport using TakesScreenshot</a:t>
            </a:r>
          </a:p>
          <a:p>
            <a:pPr lvl="1"/>
            <a:r>
              <a:rPr lang="en-GB" sz="2000" dirty="0"/>
              <a:t>Capture specific elements (Selenium 4+)</a:t>
            </a:r>
          </a:p>
          <a:p>
            <a:pPr lvl="1"/>
            <a:r>
              <a:rPr lang="en-GB" sz="2000" dirty="0"/>
              <a:t>Capture full-page screenshots using third-party tools like </a:t>
            </a:r>
            <a:r>
              <a:rPr lang="en-GB" sz="2000" dirty="0" err="1"/>
              <a:t>AShot</a:t>
            </a:r>
            <a:r>
              <a:rPr lang="en-GB" sz="2000" dirty="0"/>
              <a:t>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86072612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7AEFF-E498-9B3C-415B-095F2B1CE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086" y="114753"/>
            <a:ext cx="10515600" cy="1325563"/>
          </a:xfrm>
        </p:spPr>
        <p:txBody>
          <a:bodyPr/>
          <a:lstStyle/>
          <a:p>
            <a:r>
              <a:rPr lang="en-GB" dirty="0"/>
              <a:t>Examples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D9713-1480-97FB-4BE5-6BD6A590D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3" y="1099457"/>
            <a:ext cx="12148457" cy="564379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Full Page Screenshot</a:t>
            </a:r>
          </a:p>
          <a:p>
            <a:pPr marL="0" indent="0">
              <a:buNone/>
            </a:pPr>
            <a:r>
              <a:rPr lang="en-IN" i="1" dirty="0"/>
              <a:t>WebDriver driver = new ChromeDriver();</a:t>
            </a:r>
          </a:p>
          <a:p>
            <a:pPr marL="0" indent="0">
              <a:buNone/>
            </a:pPr>
            <a:r>
              <a:rPr lang="en-IN" i="1" dirty="0"/>
              <a:t>driver.get("https://example.com");</a:t>
            </a:r>
          </a:p>
          <a:p>
            <a:pPr marL="0" indent="0">
              <a:buNone/>
            </a:pPr>
            <a:r>
              <a:rPr lang="en-IN" i="1" dirty="0"/>
              <a:t>File src = ((TakesScreenshot) driver).getScreenshotAs(</a:t>
            </a:r>
            <a:r>
              <a:rPr lang="en-IN" i="1" dirty="0" err="1"/>
              <a:t>OutputType.FILE</a:t>
            </a:r>
            <a:r>
              <a:rPr lang="en-IN" i="1" dirty="0"/>
              <a:t>);</a:t>
            </a:r>
          </a:p>
          <a:p>
            <a:pPr marL="0" indent="0">
              <a:buNone/>
            </a:pPr>
            <a:r>
              <a:rPr lang="en-IN" i="1" dirty="0"/>
              <a:t>FileHandler.copy(src, new File("screenshot.png"));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Element Screenshot (Selenium 4+)</a:t>
            </a:r>
          </a:p>
          <a:p>
            <a:pPr marL="0" indent="0">
              <a:buNone/>
            </a:pPr>
            <a:r>
              <a:rPr lang="en-IN" i="1" dirty="0"/>
              <a:t>WebElement logo = driver.findElement(By.id("site-logo"));</a:t>
            </a:r>
          </a:p>
          <a:p>
            <a:pPr marL="0" indent="0">
              <a:buNone/>
            </a:pPr>
            <a:r>
              <a:rPr lang="en-IN" i="1" dirty="0"/>
              <a:t>File elementShot = logo.getScreenshotAs(OutputType.FILE);</a:t>
            </a:r>
          </a:p>
          <a:p>
            <a:pPr marL="0" indent="0">
              <a:buNone/>
            </a:pPr>
            <a:r>
              <a:rPr lang="en-IN" i="1" dirty="0"/>
              <a:t>FileHandler.copy(elementShot, new File("logo.png"));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83232004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13B067F-3154-4968-A886-DF93A787E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7583D6C-C05B-47AB-8540-B2700B82A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501AD91-D973-4968-95E4-4C26CFD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C165989-F5FE-4BB6-9817-E7828CB1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B0649CC-B912-4E82-BEA0-DA75ECB19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BA08C17-C9A5-4FA8-ABC4-44FB3B869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0DEAC6C-553C-437E-BC17-D4495233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50164BD-63CF-AA63-1FA9-735B066D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817" y="4094434"/>
            <a:ext cx="5071221" cy="2129586"/>
          </a:xfrm>
          <a:noFill/>
        </p:spPr>
        <p:txBody>
          <a:bodyPr anchor="t">
            <a:normAutofit/>
          </a:bodyPr>
          <a:lstStyle/>
          <a:p>
            <a:r>
              <a:rPr lang="en-GB" sz="4800" dirty="0">
                <a:solidFill>
                  <a:schemeClr val="bg1"/>
                </a:solidFill>
              </a:rPr>
              <a:t>Handling Shadow DOM in Selenium</a:t>
            </a:r>
            <a:endParaRPr lang="en-IN" sz="4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579C2D-7E3A-3F00-78C6-69D7C00C3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59" y="637497"/>
            <a:ext cx="10843065" cy="3225811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1F4E1649-4D1F-4A91-AF97-A254BFDD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E483602-62F9-474D-9C9B-5EE4CD76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D7D1AC0-A6C7-40E3-9841-F34AC831A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951C4DD-7427-497D-9DE3-9D731D3F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EE18298-0BF5-4D7A-921A-2F4186E8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773AEA78-C03B-40B7-9D11-DC022119D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00000">
            <a:off x="10150845" y="4270841"/>
            <a:ext cx="1897885" cy="1897885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C9853-5C8D-2374-36A3-C48FE1D97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5304" y="4018143"/>
            <a:ext cx="5549111" cy="2129599"/>
          </a:xfrm>
          <a:noFill/>
        </p:spPr>
        <p:txBody>
          <a:bodyPr anchor="t">
            <a:no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Shadow DOM is a web standard that allows developers to encapsulate HTML, CSS, and JavaScript inside a component.</a:t>
            </a:r>
          </a:p>
          <a:p>
            <a:r>
              <a:rPr lang="en-IN" sz="2000" dirty="0">
                <a:solidFill>
                  <a:schemeClr val="bg1"/>
                </a:solidFill>
              </a:rPr>
              <a:t>It creates a separate DOM tree (called a shadow tree) that is isolated from the main document DOM</a:t>
            </a:r>
          </a:p>
          <a:p>
            <a:r>
              <a:rPr lang="en-IN" sz="2000" dirty="0">
                <a:solidFill>
                  <a:schemeClr val="bg1"/>
                </a:solidFill>
              </a:rPr>
              <a:t>Commonly used in Web Components like &lt;video&gt;, &lt;input&gt;, or custom elements</a:t>
            </a:r>
          </a:p>
        </p:txBody>
      </p:sp>
    </p:spTree>
    <p:extLst>
      <p:ext uri="{BB962C8B-B14F-4D97-AF65-F5344CB8AC3E}">
        <p14:creationId xmlns:p14="http://schemas.microsoft.com/office/powerpoint/2010/main" val="57039036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50167-7BF3-8C7D-3312-FCA40845C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Handle Shadow DOM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F23DF-7EB9-4A94-982D-DDED43AC09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Method 1: Using getShadowRoot() (Selenium 4+)</a:t>
            </a:r>
          </a:p>
          <a:p>
            <a:pPr marL="0" indent="0">
              <a:buNone/>
            </a:pPr>
            <a:r>
              <a:rPr lang="en-IN" i="1" dirty="0"/>
              <a:t>WebElement shadowHost = driver.findElement(By.cssSelector("#shadow-host"));</a:t>
            </a:r>
          </a:p>
          <a:p>
            <a:pPr marL="0" indent="0">
              <a:buNone/>
            </a:pPr>
            <a:r>
              <a:rPr lang="en-IN" i="1" dirty="0"/>
              <a:t>SearchContext shadowRoot = shadowHost.getShadowRoot();</a:t>
            </a:r>
          </a:p>
          <a:p>
            <a:pPr marL="0" indent="0">
              <a:buNone/>
            </a:pPr>
            <a:r>
              <a:rPr lang="en-IN" i="1" dirty="0"/>
              <a:t>WebElement shadowElement = shadowRoot.findElement(By.cssSelector("#shadow-content"));</a:t>
            </a:r>
          </a:p>
          <a:p>
            <a:pPr marL="0" indent="0">
              <a:buNone/>
            </a:pPr>
            <a:r>
              <a:rPr lang="en-IN" i="1" dirty="0"/>
              <a:t>shadowElement.click();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0348152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92D5FF-6C2E-C6BB-C49A-EF4CEAC2D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829" y="620486"/>
            <a:ext cx="11146971" cy="5556477"/>
          </a:xfrm>
        </p:spPr>
        <p:txBody>
          <a:bodyPr>
            <a:normAutofit/>
          </a:bodyPr>
          <a:lstStyle/>
          <a:p>
            <a:r>
              <a:rPr lang="en-GB" b="1" dirty="0"/>
              <a:t>Method 2: Using JavascriptExecutor (Legacy or Nested Shadow DOM)</a:t>
            </a:r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r>
              <a:rPr lang="en-IN" i="1" dirty="0"/>
              <a:t>JavascriptExecutor </a:t>
            </a:r>
            <a:r>
              <a:rPr lang="en-IN" i="1" dirty="0" err="1"/>
              <a:t>js</a:t>
            </a:r>
            <a:r>
              <a:rPr lang="en-IN" i="1" dirty="0"/>
              <a:t> = (JavascriptExecutor) driver;</a:t>
            </a:r>
          </a:p>
          <a:p>
            <a:pPr marL="0" indent="0">
              <a:buNone/>
            </a:pPr>
            <a:r>
              <a:rPr lang="en-IN" i="1" dirty="0"/>
              <a:t>WebElement shadowHost = driver.findElement(By.cssSelector("#shadow-host"));</a:t>
            </a:r>
          </a:p>
          <a:p>
            <a:pPr marL="0" indent="0">
              <a:buNone/>
            </a:pPr>
            <a:r>
              <a:rPr lang="en-IN" i="1" dirty="0"/>
              <a:t>WebElement shadowRoot = (WebElement) js.executeScript("return arguments[0].shadowRoot", shadowHost);</a:t>
            </a:r>
          </a:p>
          <a:p>
            <a:pPr marL="0" indent="0">
              <a:buNone/>
            </a:pPr>
            <a:r>
              <a:rPr lang="en-IN" i="1" dirty="0"/>
              <a:t>WebElement shadowElement = shadowRoot.findElement(By.cssSelector("#shadow-content"));</a:t>
            </a:r>
          </a:p>
          <a:p>
            <a:pPr marL="0" indent="0">
              <a:buNone/>
            </a:pPr>
            <a:r>
              <a:rPr lang="en-IN" i="1" dirty="0"/>
              <a:t>shadowElement.click();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442470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2F3856E9-4239-4EE7-A372-FDCF4882FD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C9CDCF-90F8-42B0-BD0A-794C52688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30095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07D05FE-3FB8-4314-A050-9AB40814D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5" y="-11219"/>
            <a:ext cx="5646974" cy="6483075"/>
            <a:chOff x="-19221" y="0"/>
            <a:chExt cx="5646974" cy="6483075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DDC6C42-DDD5-4105-85F2-9C052563A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FB95E12-4EF0-42F7-BCF9-AD31B4C8E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338F8B2-67A9-4086-9341-7705CAB6F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653AAAF-CCEF-494B-9366-16BB3815A6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4B356D9-49C3-412F-8E03-AC9AE8371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D4578B-48BA-FA20-868A-6FA9AE7CE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23236"/>
            <a:ext cx="3659777" cy="2820908"/>
          </a:xfrm>
        </p:spPr>
        <p:txBody>
          <a:bodyPr>
            <a:normAutofit/>
          </a:bodyPr>
          <a:lstStyle/>
          <a:p>
            <a:r>
              <a:rPr lang="en-GB" sz="3400">
                <a:solidFill>
                  <a:schemeClr val="tx2"/>
                </a:solidFill>
              </a:rPr>
              <a:t>DesiredCapabilities in Selenium</a:t>
            </a:r>
            <a:endParaRPr lang="en-IN" sz="3400">
              <a:solidFill>
                <a:schemeClr val="tx2"/>
              </a:solidFill>
            </a:endParaRP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66185471-7A51-ADD0-CF05-D0F914E0E8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0851379"/>
              </p:ext>
            </p:extLst>
          </p:nvPr>
        </p:nvGraphicFramePr>
        <p:xfrm>
          <a:off x="6091238" y="955653"/>
          <a:ext cx="5115491" cy="49478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3283001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F3856E9-4239-4EE7-A372-FDCF4882FD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C9CDCF-90F8-42B0-BD0A-794C52688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30095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07D05FE-3FB8-4314-A050-9AB40814D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5" y="-11219"/>
            <a:ext cx="5646974" cy="6483075"/>
            <a:chOff x="-19221" y="0"/>
            <a:chExt cx="5646974" cy="6483075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DDC6C42-DDD5-4105-85F2-9C052563AE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16610"/>
              <a:ext cx="5535001" cy="6250127"/>
            </a:xfrm>
            <a:custGeom>
              <a:avLst/>
              <a:gdLst>
                <a:gd name="connsiteX0" fmla="*/ 2510242 w 5535001"/>
                <a:gd name="connsiteY0" fmla="*/ 174 h 6250127"/>
                <a:gd name="connsiteX1" fmla="*/ 2550551 w 5535001"/>
                <a:gd name="connsiteY1" fmla="*/ 510 h 6250127"/>
                <a:gd name="connsiteX2" fmla="*/ 2629490 w 5535001"/>
                <a:gd name="connsiteY2" fmla="*/ 3757 h 6250127"/>
                <a:gd name="connsiteX3" fmla="*/ 2708317 w 5535001"/>
                <a:gd name="connsiteY3" fmla="*/ 7229 h 6250127"/>
                <a:gd name="connsiteX4" fmla="*/ 2787256 w 5535001"/>
                <a:gd name="connsiteY4" fmla="*/ 14619 h 6250127"/>
                <a:gd name="connsiteX5" fmla="*/ 3408467 w 5535001"/>
                <a:gd name="connsiteY5" fmla="*/ 145064 h 6250127"/>
                <a:gd name="connsiteX6" fmla="*/ 3557723 w 5535001"/>
                <a:gd name="connsiteY6" fmla="*/ 199593 h 6250127"/>
                <a:gd name="connsiteX7" fmla="*/ 3594337 w 5535001"/>
                <a:gd name="connsiteY7" fmla="*/ 214597 h 6250127"/>
                <a:gd name="connsiteX8" fmla="*/ 3630616 w 5535001"/>
                <a:gd name="connsiteY8" fmla="*/ 230385 h 6250127"/>
                <a:gd name="connsiteX9" fmla="*/ 3703172 w 5535001"/>
                <a:gd name="connsiteY9" fmla="*/ 262073 h 6250127"/>
                <a:gd name="connsiteX10" fmla="*/ 3739003 w 5535001"/>
                <a:gd name="connsiteY10" fmla="*/ 278756 h 6250127"/>
                <a:gd name="connsiteX11" fmla="*/ 3756806 w 5535001"/>
                <a:gd name="connsiteY11" fmla="*/ 287266 h 6250127"/>
                <a:gd name="connsiteX12" fmla="*/ 3773714 w 5535001"/>
                <a:gd name="connsiteY12" fmla="*/ 297567 h 6250127"/>
                <a:gd name="connsiteX13" fmla="*/ 3840784 w 5535001"/>
                <a:gd name="connsiteY13" fmla="*/ 339332 h 6250127"/>
                <a:gd name="connsiteX14" fmla="*/ 3873927 w 5535001"/>
                <a:gd name="connsiteY14" fmla="*/ 360495 h 6250127"/>
                <a:gd name="connsiteX15" fmla="*/ 3906062 w 5535001"/>
                <a:gd name="connsiteY15" fmla="*/ 383001 h 6250127"/>
                <a:gd name="connsiteX16" fmla="*/ 3969662 w 5535001"/>
                <a:gd name="connsiteY16" fmla="*/ 428572 h 6250127"/>
                <a:gd name="connsiteX17" fmla="*/ 4423029 w 5535001"/>
                <a:gd name="connsiteY17" fmla="*/ 837600 h 6250127"/>
                <a:gd name="connsiteX18" fmla="*/ 4474647 w 5535001"/>
                <a:gd name="connsiteY18" fmla="*/ 891569 h 6250127"/>
                <a:gd name="connsiteX19" fmla="*/ 4524250 w 5535001"/>
                <a:gd name="connsiteY19" fmla="*/ 946883 h 6250127"/>
                <a:gd name="connsiteX20" fmla="*/ 4573965 w 5535001"/>
                <a:gd name="connsiteY20" fmla="*/ 1001748 h 6250127"/>
                <a:gd name="connsiteX21" fmla="*/ 4622224 w 5535001"/>
                <a:gd name="connsiteY21" fmla="*/ 1057509 h 6250127"/>
                <a:gd name="connsiteX22" fmla="*/ 4717510 w 5535001"/>
                <a:gd name="connsiteY22" fmla="*/ 1169143 h 6250127"/>
                <a:gd name="connsiteX23" fmla="*/ 4764986 w 5535001"/>
                <a:gd name="connsiteY23" fmla="*/ 1224681 h 6250127"/>
                <a:gd name="connsiteX24" fmla="*/ 4813021 w 5535001"/>
                <a:gd name="connsiteY24" fmla="*/ 1279994 h 6250127"/>
                <a:gd name="connsiteX25" fmla="*/ 5001915 w 5535001"/>
                <a:gd name="connsiteY25" fmla="*/ 1506846 h 6250127"/>
                <a:gd name="connsiteX26" fmla="*/ 5170542 w 5535001"/>
                <a:gd name="connsiteY26" fmla="*/ 1751165 h 6250127"/>
                <a:gd name="connsiteX27" fmla="*/ 5428969 w 5535001"/>
                <a:gd name="connsiteY27" fmla="*/ 2293660 h 6250127"/>
                <a:gd name="connsiteX28" fmla="*/ 5534893 w 5535001"/>
                <a:gd name="connsiteY28" fmla="*/ 2899307 h 6250127"/>
                <a:gd name="connsiteX29" fmla="*/ 5508804 w 5535001"/>
                <a:gd name="connsiteY29" fmla="*/ 3211144 h 6250127"/>
                <a:gd name="connsiteX30" fmla="*/ 5426282 w 5535001"/>
                <a:gd name="connsiteY30" fmla="*/ 3513352 h 6250127"/>
                <a:gd name="connsiteX31" fmla="*/ 5248250 w 5535001"/>
                <a:gd name="connsiteY31" fmla="*/ 4030542 h 6250127"/>
                <a:gd name="connsiteX32" fmla="*/ 5208612 w 5535001"/>
                <a:gd name="connsiteY32" fmla="*/ 4161771 h 6250127"/>
                <a:gd name="connsiteX33" fmla="*/ 5170318 w 5535001"/>
                <a:gd name="connsiteY33" fmla="*/ 4294680 h 6250127"/>
                <a:gd name="connsiteX34" fmla="*/ 5132248 w 5535001"/>
                <a:gd name="connsiteY34" fmla="*/ 4430164 h 6250127"/>
                <a:gd name="connsiteX35" fmla="*/ 5112765 w 5535001"/>
                <a:gd name="connsiteY35" fmla="*/ 4498914 h 6250127"/>
                <a:gd name="connsiteX36" fmla="*/ 5091715 w 5535001"/>
                <a:gd name="connsiteY36" fmla="*/ 4569119 h 6250127"/>
                <a:gd name="connsiteX37" fmla="*/ 5068985 w 5535001"/>
                <a:gd name="connsiteY37" fmla="*/ 4640220 h 6250127"/>
                <a:gd name="connsiteX38" fmla="*/ 5043904 w 5535001"/>
                <a:gd name="connsiteY38" fmla="*/ 4712105 h 6250127"/>
                <a:gd name="connsiteX39" fmla="*/ 5015799 w 5535001"/>
                <a:gd name="connsiteY39" fmla="*/ 4784438 h 6250127"/>
                <a:gd name="connsiteX40" fmla="*/ 4982880 w 5535001"/>
                <a:gd name="connsiteY40" fmla="*/ 4856435 h 6250127"/>
                <a:gd name="connsiteX41" fmla="*/ 4817276 w 5535001"/>
                <a:gd name="connsiteY41" fmla="*/ 5125275 h 6250127"/>
                <a:gd name="connsiteX42" fmla="*/ 4618753 w 5535001"/>
                <a:gd name="connsiteY42" fmla="*/ 5355374 h 6250127"/>
                <a:gd name="connsiteX43" fmla="*/ 4566575 w 5535001"/>
                <a:gd name="connsiteY43" fmla="*/ 5408560 h 6250127"/>
                <a:gd name="connsiteX44" fmla="*/ 4513837 w 5535001"/>
                <a:gd name="connsiteY44" fmla="*/ 5461186 h 6250127"/>
                <a:gd name="connsiteX45" fmla="*/ 4459531 w 5535001"/>
                <a:gd name="connsiteY45" fmla="*/ 5512580 h 6250127"/>
                <a:gd name="connsiteX46" fmla="*/ 4404554 w 5535001"/>
                <a:gd name="connsiteY46" fmla="*/ 5563526 h 6250127"/>
                <a:gd name="connsiteX47" fmla="*/ 4348009 w 5535001"/>
                <a:gd name="connsiteY47" fmla="*/ 5613017 h 6250127"/>
                <a:gd name="connsiteX48" fmla="*/ 4290568 w 5535001"/>
                <a:gd name="connsiteY48" fmla="*/ 5661948 h 6250127"/>
                <a:gd name="connsiteX49" fmla="*/ 4276124 w 5535001"/>
                <a:gd name="connsiteY49" fmla="*/ 5674153 h 6250127"/>
                <a:gd name="connsiteX50" fmla="*/ 4261120 w 5535001"/>
                <a:gd name="connsiteY50" fmla="*/ 5685798 h 6250127"/>
                <a:gd name="connsiteX51" fmla="*/ 4231112 w 5535001"/>
                <a:gd name="connsiteY51" fmla="*/ 5708976 h 6250127"/>
                <a:gd name="connsiteX52" fmla="*/ 4170984 w 5535001"/>
                <a:gd name="connsiteY52" fmla="*/ 5755443 h 6250127"/>
                <a:gd name="connsiteX53" fmla="*/ 4046025 w 5535001"/>
                <a:gd name="connsiteY53" fmla="*/ 5843228 h 6250127"/>
                <a:gd name="connsiteX54" fmla="*/ 3915356 w 5535001"/>
                <a:gd name="connsiteY54" fmla="*/ 5923735 h 6250127"/>
                <a:gd name="connsiteX55" fmla="*/ 3346323 w 5535001"/>
                <a:gd name="connsiteY55" fmla="*/ 6158872 h 6250127"/>
                <a:gd name="connsiteX56" fmla="*/ 2743476 w 5535001"/>
                <a:gd name="connsiteY56" fmla="*/ 6247328 h 6250127"/>
                <a:gd name="connsiteX57" fmla="*/ 2668120 w 5535001"/>
                <a:gd name="connsiteY57" fmla="*/ 6249344 h 6250127"/>
                <a:gd name="connsiteX58" fmla="*/ 2630498 w 5535001"/>
                <a:gd name="connsiteY58" fmla="*/ 6250127 h 6250127"/>
                <a:gd name="connsiteX59" fmla="*/ 2592988 w 5535001"/>
                <a:gd name="connsiteY59" fmla="*/ 6249568 h 6250127"/>
                <a:gd name="connsiteX60" fmla="*/ 2518080 w 5535001"/>
                <a:gd name="connsiteY60" fmla="*/ 6247777 h 6250127"/>
                <a:gd name="connsiteX61" fmla="*/ 2442948 w 5535001"/>
                <a:gd name="connsiteY61" fmla="*/ 6244529 h 6250127"/>
                <a:gd name="connsiteX62" fmla="*/ 2291676 w 5535001"/>
                <a:gd name="connsiteY62" fmla="*/ 6232213 h 6250127"/>
                <a:gd name="connsiteX63" fmla="*/ 2141412 w 5535001"/>
                <a:gd name="connsiteY63" fmla="*/ 6212394 h 6250127"/>
                <a:gd name="connsiteX64" fmla="*/ 1992715 w 5535001"/>
                <a:gd name="connsiteY64" fmla="*/ 6184961 h 6250127"/>
                <a:gd name="connsiteX65" fmla="*/ 1845811 w 5535001"/>
                <a:gd name="connsiteY65" fmla="*/ 6151034 h 6250127"/>
                <a:gd name="connsiteX66" fmla="*/ 1701033 w 5535001"/>
                <a:gd name="connsiteY66" fmla="*/ 6110724 h 6250127"/>
                <a:gd name="connsiteX67" fmla="*/ 1629484 w 5535001"/>
                <a:gd name="connsiteY67" fmla="*/ 6088219 h 6250127"/>
                <a:gd name="connsiteX68" fmla="*/ 1558383 w 5535001"/>
                <a:gd name="connsiteY68" fmla="*/ 6064929 h 6250127"/>
                <a:gd name="connsiteX69" fmla="*/ 1011968 w 5535001"/>
                <a:gd name="connsiteY69" fmla="*/ 5828896 h 6250127"/>
                <a:gd name="connsiteX70" fmla="*/ 511237 w 5535001"/>
                <a:gd name="connsiteY70" fmla="*/ 5512356 h 6250127"/>
                <a:gd name="connsiteX71" fmla="*/ 395572 w 5535001"/>
                <a:gd name="connsiteY71" fmla="*/ 5419757 h 6250127"/>
                <a:gd name="connsiteX72" fmla="*/ 284722 w 5535001"/>
                <a:gd name="connsiteY72" fmla="*/ 5321559 h 6250127"/>
                <a:gd name="connsiteX73" fmla="*/ 257513 w 5535001"/>
                <a:gd name="connsiteY73" fmla="*/ 5296477 h 6250127"/>
                <a:gd name="connsiteX74" fmla="*/ 243853 w 5535001"/>
                <a:gd name="connsiteY74" fmla="*/ 5283937 h 6250127"/>
                <a:gd name="connsiteX75" fmla="*/ 230752 w 5535001"/>
                <a:gd name="connsiteY75" fmla="*/ 5270836 h 6250127"/>
                <a:gd name="connsiteX76" fmla="*/ 178574 w 5535001"/>
                <a:gd name="connsiteY76" fmla="*/ 5218322 h 6250127"/>
                <a:gd name="connsiteX77" fmla="*/ 126508 w 5535001"/>
                <a:gd name="connsiteY77" fmla="*/ 5165584 h 6250127"/>
                <a:gd name="connsiteX78" fmla="*/ 76345 w 5535001"/>
                <a:gd name="connsiteY78" fmla="*/ 5111167 h 6250127"/>
                <a:gd name="connsiteX79" fmla="*/ 26407 w 5535001"/>
                <a:gd name="connsiteY79" fmla="*/ 5056413 h 6250127"/>
                <a:gd name="connsiteX80" fmla="*/ 0 w 5535001"/>
                <a:gd name="connsiteY80" fmla="*/ 5024776 h 6250127"/>
                <a:gd name="connsiteX81" fmla="*/ 0 w 5535001"/>
                <a:gd name="connsiteY81" fmla="*/ 4492798 h 6250127"/>
                <a:gd name="connsiteX82" fmla="*/ 28534 w 5535001"/>
                <a:gd name="connsiteY82" fmla="*/ 4537879 h 6250127"/>
                <a:gd name="connsiteX83" fmla="*/ 66604 w 5535001"/>
                <a:gd name="connsiteY83" fmla="*/ 4592745 h 6250127"/>
                <a:gd name="connsiteX84" fmla="*/ 104114 w 5535001"/>
                <a:gd name="connsiteY84" fmla="*/ 4647834 h 6250127"/>
                <a:gd name="connsiteX85" fmla="*/ 143751 w 5535001"/>
                <a:gd name="connsiteY85" fmla="*/ 4701580 h 6250127"/>
                <a:gd name="connsiteX86" fmla="*/ 182717 w 5535001"/>
                <a:gd name="connsiteY86" fmla="*/ 4755773 h 6250127"/>
                <a:gd name="connsiteX87" fmla="*/ 223810 w 5535001"/>
                <a:gd name="connsiteY87" fmla="*/ 4808399 h 6250127"/>
                <a:gd name="connsiteX88" fmla="*/ 264679 w 5535001"/>
                <a:gd name="connsiteY88" fmla="*/ 4861249 h 6250127"/>
                <a:gd name="connsiteX89" fmla="*/ 307788 w 5535001"/>
                <a:gd name="connsiteY89" fmla="*/ 4912420 h 6250127"/>
                <a:gd name="connsiteX90" fmla="*/ 351232 w 5535001"/>
                <a:gd name="connsiteY90" fmla="*/ 4963254 h 6250127"/>
                <a:gd name="connsiteX91" fmla="*/ 397028 w 5535001"/>
                <a:gd name="connsiteY91" fmla="*/ 5012185 h 6250127"/>
                <a:gd name="connsiteX92" fmla="*/ 443496 w 5535001"/>
                <a:gd name="connsiteY92" fmla="*/ 5060444 h 6250127"/>
                <a:gd name="connsiteX93" fmla="*/ 455140 w 5535001"/>
                <a:gd name="connsiteY93" fmla="*/ 5072537 h 6250127"/>
                <a:gd name="connsiteX94" fmla="*/ 467345 w 5535001"/>
                <a:gd name="connsiteY94" fmla="*/ 5083958 h 6250127"/>
                <a:gd name="connsiteX95" fmla="*/ 491755 w 5535001"/>
                <a:gd name="connsiteY95" fmla="*/ 5106912 h 6250127"/>
                <a:gd name="connsiteX96" fmla="*/ 540686 w 5535001"/>
                <a:gd name="connsiteY96" fmla="*/ 5152819 h 6250127"/>
                <a:gd name="connsiteX97" fmla="*/ 552890 w 5535001"/>
                <a:gd name="connsiteY97" fmla="*/ 5164353 h 6250127"/>
                <a:gd name="connsiteX98" fmla="*/ 565655 w 5535001"/>
                <a:gd name="connsiteY98" fmla="*/ 5175214 h 6250127"/>
                <a:gd name="connsiteX99" fmla="*/ 591072 w 5535001"/>
                <a:gd name="connsiteY99" fmla="*/ 5197048 h 6250127"/>
                <a:gd name="connsiteX100" fmla="*/ 694197 w 5535001"/>
                <a:gd name="connsiteY100" fmla="*/ 5283041 h 6250127"/>
                <a:gd name="connsiteX101" fmla="*/ 1146221 w 5535001"/>
                <a:gd name="connsiteY101" fmla="*/ 5573716 h 6250127"/>
                <a:gd name="connsiteX102" fmla="*/ 1650982 w 5535001"/>
                <a:gd name="connsiteY102" fmla="*/ 5758130 h 6250127"/>
                <a:gd name="connsiteX103" fmla="*/ 1716485 w 5535001"/>
                <a:gd name="connsiteY103" fmla="*/ 5772798 h 6250127"/>
                <a:gd name="connsiteX104" fmla="*/ 1782211 w 5535001"/>
                <a:gd name="connsiteY104" fmla="*/ 5786235 h 6250127"/>
                <a:gd name="connsiteX105" fmla="*/ 1848386 w 5535001"/>
                <a:gd name="connsiteY105" fmla="*/ 5796984 h 6250127"/>
                <a:gd name="connsiteX106" fmla="*/ 1881417 w 5535001"/>
                <a:gd name="connsiteY106" fmla="*/ 5802359 h 6250127"/>
                <a:gd name="connsiteX107" fmla="*/ 1914560 w 5535001"/>
                <a:gd name="connsiteY107" fmla="*/ 5807061 h 6250127"/>
                <a:gd name="connsiteX108" fmla="*/ 2047469 w 5535001"/>
                <a:gd name="connsiteY108" fmla="*/ 5821282 h 6250127"/>
                <a:gd name="connsiteX109" fmla="*/ 2180601 w 5535001"/>
                <a:gd name="connsiteY109" fmla="*/ 5828896 h 6250127"/>
                <a:gd name="connsiteX110" fmla="*/ 2313622 w 5535001"/>
                <a:gd name="connsiteY110" fmla="*/ 5830463 h 6250127"/>
                <a:gd name="connsiteX111" fmla="*/ 2380021 w 5535001"/>
                <a:gd name="connsiteY111" fmla="*/ 5828448 h 6250127"/>
                <a:gd name="connsiteX112" fmla="*/ 2446195 w 5535001"/>
                <a:gd name="connsiteY112" fmla="*/ 5826433 h 6250127"/>
                <a:gd name="connsiteX113" fmla="*/ 2513041 w 5535001"/>
                <a:gd name="connsiteY113" fmla="*/ 5822737 h 6250127"/>
                <a:gd name="connsiteX114" fmla="*/ 2580111 w 5535001"/>
                <a:gd name="connsiteY114" fmla="*/ 5818258 h 6250127"/>
                <a:gd name="connsiteX115" fmla="*/ 2613590 w 5535001"/>
                <a:gd name="connsiteY115" fmla="*/ 5816355 h 6250127"/>
                <a:gd name="connsiteX116" fmla="*/ 2646845 w 5535001"/>
                <a:gd name="connsiteY116" fmla="*/ 5813108 h 6250127"/>
                <a:gd name="connsiteX117" fmla="*/ 2713244 w 5535001"/>
                <a:gd name="connsiteY117" fmla="*/ 5806838 h 6250127"/>
                <a:gd name="connsiteX118" fmla="*/ 3230882 w 5535001"/>
                <a:gd name="connsiteY118" fmla="*/ 5721292 h 6250127"/>
                <a:gd name="connsiteX119" fmla="*/ 3720416 w 5535001"/>
                <a:gd name="connsiteY119" fmla="*/ 5556472 h 6250127"/>
                <a:gd name="connsiteX120" fmla="*/ 3837425 w 5535001"/>
                <a:gd name="connsiteY120" fmla="*/ 5499927 h 6250127"/>
                <a:gd name="connsiteX121" fmla="*/ 3951634 w 5535001"/>
                <a:gd name="connsiteY121" fmla="*/ 5436552 h 6250127"/>
                <a:gd name="connsiteX122" fmla="*/ 4007284 w 5535001"/>
                <a:gd name="connsiteY122" fmla="*/ 5401841 h 6250127"/>
                <a:gd name="connsiteX123" fmla="*/ 4035164 w 5535001"/>
                <a:gd name="connsiteY123" fmla="*/ 5384374 h 6250127"/>
                <a:gd name="connsiteX124" fmla="*/ 4049049 w 5535001"/>
                <a:gd name="connsiteY124" fmla="*/ 5375640 h 6250127"/>
                <a:gd name="connsiteX125" fmla="*/ 4062485 w 5535001"/>
                <a:gd name="connsiteY125" fmla="*/ 5366123 h 6250127"/>
                <a:gd name="connsiteX126" fmla="*/ 4116567 w 5535001"/>
                <a:gd name="connsiteY126" fmla="*/ 5328277 h 6250127"/>
                <a:gd name="connsiteX127" fmla="*/ 4169976 w 5535001"/>
                <a:gd name="connsiteY127" fmla="*/ 5289199 h 6250127"/>
                <a:gd name="connsiteX128" fmla="*/ 4222042 w 5535001"/>
                <a:gd name="connsiteY128" fmla="*/ 5247994 h 6250127"/>
                <a:gd name="connsiteX129" fmla="*/ 4273213 w 5535001"/>
                <a:gd name="connsiteY129" fmla="*/ 5205558 h 6250127"/>
                <a:gd name="connsiteX130" fmla="*/ 4323151 w 5535001"/>
                <a:gd name="connsiteY130" fmla="*/ 5161329 h 6250127"/>
                <a:gd name="connsiteX131" fmla="*/ 4371971 w 5535001"/>
                <a:gd name="connsiteY131" fmla="*/ 5116093 h 6250127"/>
                <a:gd name="connsiteX132" fmla="*/ 4546868 w 5535001"/>
                <a:gd name="connsiteY132" fmla="*/ 4924400 h 6250127"/>
                <a:gd name="connsiteX133" fmla="*/ 4675634 w 5535001"/>
                <a:gd name="connsiteY133" fmla="*/ 4715352 h 6250127"/>
                <a:gd name="connsiteX134" fmla="*/ 4700155 w 5535001"/>
                <a:gd name="connsiteY134" fmla="*/ 4659255 h 6250127"/>
                <a:gd name="connsiteX135" fmla="*/ 4721206 w 5535001"/>
                <a:gd name="connsiteY135" fmla="*/ 4600135 h 6250127"/>
                <a:gd name="connsiteX136" fmla="*/ 4740465 w 5535001"/>
                <a:gd name="connsiteY136" fmla="*/ 4538887 h 6250127"/>
                <a:gd name="connsiteX137" fmla="*/ 4758492 w 5535001"/>
                <a:gd name="connsiteY137" fmla="*/ 4475848 h 6250127"/>
                <a:gd name="connsiteX138" fmla="*/ 4891288 w 5535001"/>
                <a:gd name="connsiteY138" fmla="*/ 3930329 h 6250127"/>
                <a:gd name="connsiteX139" fmla="*/ 5066298 w 5535001"/>
                <a:gd name="connsiteY139" fmla="*/ 3382235 h 6250127"/>
                <a:gd name="connsiteX140" fmla="*/ 5156994 w 5535001"/>
                <a:gd name="connsiteY140" fmla="*/ 2898635 h 6250127"/>
                <a:gd name="connsiteX141" fmla="*/ 5083317 w 5535001"/>
                <a:gd name="connsiteY141" fmla="*/ 2402047 h 6250127"/>
                <a:gd name="connsiteX142" fmla="*/ 4871022 w 5535001"/>
                <a:gd name="connsiteY142" fmla="*/ 1926958 h 6250127"/>
                <a:gd name="connsiteX143" fmla="*/ 4727028 w 5535001"/>
                <a:gd name="connsiteY143" fmla="*/ 1703577 h 6250127"/>
                <a:gd name="connsiteX144" fmla="*/ 4563776 w 5535001"/>
                <a:gd name="connsiteY144" fmla="*/ 1490834 h 6250127"/>
                <a:gd name="connsiteX145" fmla="*/ 4370291 w 5535001"/>
                <a:gd name="connsiteY145" fmla="*/ 1300596 h 6250127"/>
                <a:gd name="connsiteX146" fmla="*/ 4266046 w 5535001"/>
                <a:gd name="connsiteY146" fmla="*/ 1214491 h 6250127"/>
                <a:gd name="connsiteX147" fmla="*/ 4212973 w 5535001"/>
                <a:gd name="connsiteY147" fmla="*/ 1173062 h 6250127"/>
                <a:gd name="connsiteX148" fmla="*/ 4157995 w 5535001"/>
                <a:gd name="connsiteY148" fmla="*/ 1134545 h 6250127"/>
                <a:gd name="connsiteX149" fmla="*/ 3697126 w 5535001"/>
                <a:gd name="connsiteY149" fmla="*/ 881044 h 6250127"/>
                <a:gd name="connsiteX150" fmla="*/ 3637670 w 5535001"/>
                <a:gd name="connsiteY150" fmla="*/ 856747 h 6250127"/>
                <a:gd name="connsiteX151" fmla="*/ 3608222 w 5535001"/>
                <a:gd name="connsiteY151" fmla="*/ 844318 h 6250127"/>
                <a:gd name="connsiteX152" fmla="*/ 3578214 w 5535001"/>
                <a:gd name="connsiteY152" fmla="*/ 833457 h 6250127"/>
                <a:gd name="connsiteX153" fmla="*/ 3518309 w 5535001"/>
                <a:gd name="connsiteY153" fmla="*/ 812294 h 6250127"/>
                <a:gd name="connsiteX154" fmla="*/ 3503417 w 5535001"/>
                <a:gd name="connsiteY154" fmla="*/ 806920 h 6250127"/>
                <a:gd name="connsiteX155" fmla="*/ 3489533 w 5535001"/>
                <a:gd name="connsiteY155" fmla="*/ 799642 h 6250127"/>
                <a:gd name="connsiteX156" fmla="*/ 3460869 w 5535001"/>
                <a:gd name="connsiteY156" fmla="*/ 787101 h 6250127"/>
                <a:gd name="connsiteX157" fmla="*/ 3402980 w 5535001"/>
                <a:gd name="connsiteY157" fmla="*/ 763475 h 6250127"/>
                <a:gd name="connsiteX158" fmla="*/ 3374092 w 5535001"/>
                <a:gd name="connsiteY158" fmla="*/ 751606 h 6250127"/>
                <a:gd name="connsiteX159" fmla="*/ 3344980 w 5535001"/>
                <a:gd name="connsiteY159" fmla="*/ 740409 h 6250127"/>
                <a:gd name="connsiteX160" fmla="*/ 3226627 w 5535001"/>
                <a:gd name="connsiteY160" fmla="*/ 700772 h 6250127"/>
                <a:gd name="connsiteX161" fmla="*/ 2735750 w 5535001"/>
                <a:gd name="connsiteY161" fmla="*/ 614667 h 6250127"/>
                <a:gd name="connsiteX162" fmla="*/ 2673158 w 5535001"/>
                <a:gd name="connsiteY162" fmla="*/ 610412 h 6250127"/>
                <a:gd name="connsiteX163" fmla="*/ 2610119 w 5535001"/>
                <a:gd name="connsiteY163" fmla="*/ 609628 h 6250127"/>
                <a:gd name="connsiteX164" fmla="*/ 2547080 w 5535001"/>
                <a:gd name="connsiteY164" fmla="*/ 608620 h 6250127"/>
                <a:gd name="connsiteX165" fmla="*/ 2516400 w 5535001"/>
                <a:gd name="connsiteY165" fmla="*/ 608844 h 6250127"/>
                <a:gd name="connsiteX166" fmla="*/ 2486280 w 5535001"/>
                <a:gd name="connsiteY166" fmla="*/ 609740 h 6250127"/>
                <a:gd name="connsiteX167" fmla="*/ 2426376 w 5535001"/>
                <a:gd name="connsiteY167" fmla="*/ 613099 h 6250127"/>
                <a:gd name="connsiteX168" fmla="*/ 2366920 w 5535001"/>
                <a:gd name="connsiteY168" fmla="*/ 618474 h 6250127"/>
                <a:gd name="connsiteX169" fmla="*/ 2337248 w 5535001"/>
                <a:gd name="connsiteY169" fmla="*/ 621497 h 6250127"/>
                <a:gd name="connsiteX170" fmla="*/ 2307800 w 5535001"/>
                <a:gd name="connsiteY170" fmla="*/ 625528 h 6250127"/>
                <a:gd name="connsiteX171" fmla="*/ 2278351 w 5535001"/>
                <a:gd name="connsiteY171" fmla="*/ 629559 h 6250127"/>
                <a:gd name="connsiteX172" fmla="*/ 2249127 w 5535001"/>
                <a:gd name="connsiteY172" fmla="*/ 634710 h 6250127"/>
                <a:gd name="connsiteX173" fmla="*/ 1796096 w 5535001"/>
                <a:gd name="connsiteY173" fmla="*/ 781726 h 6250127"/>
                <a:gd name="connsiteX174" fmla="*/ 1370833 w 5535001"/>
                <a:gd name="connsiteY174" fmla="*/ 1048663 h 6250127"/>
                <a:gd name="connsiteX175" fmla="*/ 959790 w 5535001"/>
                <a:gd name="connsiteY175" fmla="*/ 1390844 h 6250127"/>
                <a:gd name="connsiteX176" fmla="*/ 749062 w 5535001"/>
                <a:gd name="connsiteY176" fmla="*/ 1577611 h 6250127"/>
                <a:gd name="connsiteX177" fmla="*/ 524786 w 5535001"/>
                <a:gd name="connsiteY177" fmla="*/ 1763145 h 6250127"/>
                <a:gd name="connsiteX178" fmla="*/ 84071 w 5535001"/>
                <a:gd name="connsiteY178" fmla="*/ 2098496 h 6250127"/>
                <a:gd name="connsiteX179" fmla="*/ 0 w 5535001"/>
                <a:gd name="connsiteY179" fmla="*/ 2168094 h 6250127"/>
                <a:gd name="connsiteX180" fmla="*/ 0 w 5535001"/>
                <a:gd name="connsiteY180" fmla="*/ 1576676 h 6250127"/>
                <a:gd name="connsiteX181" fmla="*/ 174655 w 5535001"/>
                <a:gd name="connsiteY181" fmla="*/ 1387597 h 6250127"/>
                <a:gd name="connsiteX182" fmla="*/ 363661 w 5535001"/>
                <a:gd name="connsiteY182" fmla="*/ 1188626 h 6250127"/>
                <a:gd name="connsiteX183" fmla="*/ 458052 w 5535001"/>
                <a:gd name="connsiteY183" fmla="*/ 1086397 h 6250127"/>
                <a:gd name="connsiteX184" fmla="*/ 557257 w 5535001"/>
                <a:gd name="connsiteY184" fmla="*/ 981593 h 6250127"/>
                <a:gd name="connsiteX185" fmla="*/ 994165 w 5535001"/>
                <a:gd name="connsiteY185" fmla="*/ 578389 h 6250127"/>
                <a:gd name="connsiteX186" fmla="*/ 1520873 w 5535001"/>
                <a:gd name="connsiteY186" fmla="*/ 237215 h 6250127"/>
                <a:gd name="connsiteX187" fmla="*/ 2141748 w 5535001"/>
                <a:gd name="connsiteY187" fmla="*/ 31190 h 6250127"/>
                <a:gd name="connsiteX188" fmla="*/ 2182505 w 5535001"/>
                <a:gd name="connsiteY188" fmla="*/ 24360 h 6250127"/>
                <a:gd name="connsiteX189" fmla="*/ 2223374 w 5535001"/>
                <a:gd name="connsiteY189" fmla="*/ 18873 h 6250127"/>
                <a:gd name="connsiteX190" fmla="*/ 2264355 w 5535001"/>
                <a:gd name="connsiteY190" fmla="*/ 13611 h 6250127"/>
                <a:gd name="connsiteX191" fmla="*/ 2305336 w 5535001"/>
                <a:gd name="connsiteY191" fmla="*/ 9580 h 6250127"/>
                <a:gd name="connsiteX192" fmla="*/ 2387410 w 5535001"/>
                <a:gd name="connsiteY192" fmla="*/ 3645 h 6250127"/>
                <a:gd name="connsiteX193" fmla="*/ 2469373 w 5535001"/>
                <a:gd name="connsiteY193" fmla="*/ 622 h 62501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l="l" t="t" r="r" b="b"/>
              <a:pathLst>
                <a:path w="5535001" h="6250127">
                  <a:moveTo>
                    <a:pt x="2510242" y="174"/>
                  </a:moveTo>
                  <a:cubicBezTo>
                    <a:pt x="2523902" y="-50"/>
                    <a:pt x="2537562" y="-162"/>
                    <a:pt x="2550551" y="510"/>
                  </a:cubicBezTo>
                  <a:lnTo>
                    <a:pt x="2629490" y="3757"/>
                  </a:lnTo>
                  <a:lnTo>
                    <a:pt x="2708317" y="7229"/>
                  </a:lnTo>
                  <a:cubicBezTo>
                    <a:pt x="2734630" y="8572"/>
                    <a:pt x="2760943" y="12155"/>
                    <a:pt x="2787256" y="14619"/>
                  </a:cubicBezTo>
                  <a:cubicBezTo>
                    <a:pt x="2997536" y="34885"/>
                    <a:pt x="3207144" y="77994"/>
                    <a:pt x="3408467" y="145064"/>
                  </a:cubicBezTo>
                  <a:lnTo>
                    <a:pt x="3557723" y="199593"/>
                  </a:lnTo>
                  <a:cubicBezTo>
                    <a:pt x="3570264" y="203848"/>
                    <a:pt x="3582245" y="209447"/>
                    <a:pt x="3594337" y="214597"/>
                  </a:cubicBezTo>
                  <a:lnTo>
                    <a:pt x="3630616" y="230385"/>
                  </a:lnTo>
                  <a:lnTo>
                    <a:pt x="3703172" y="262073"/>
                  </a:lnTo>
                  <a:cubicBezTo>
                    <a:pt x="3715265" y="267335"/>
                    <a:pt x="3727358" y="272598"/>
                    <a:pt x="3739003" y="278756"/>
                  </a:cubicBezTo>
                  <a:cubicBezTo>
                    <a:pt x="3744937" y="281667"/>
                    <a:pt x="3750984" y="284131"/>
                    <a:pt x="3756806" y="287266"/>
                  </a:cubicBezTo>
                  <a:cubicBezTo>
                    <a:pt x="3762517" y="290513"/>
                    <a:pt x="3768115" y="294208"/>
                    <a:pt x="3773714" y="297567"/>
                  </a:cubicBezTo>
                  <a:lnTo>
                    <a:pt x="3840784" y="339332"/>
                  </a:lnTo>
                  <a:cubicBezTo>
                    <a:pt x="3851869" y="346386"/>
                    <a:pt x="3863290" y="352881"/>
                    <a:pt x="3873927" y="360495"/>
                  </a:cubicBezTo>
                  <a:lnTo>
                    <a:pt x="3906062" y="383001"/>
                  </a:lnTo>
                  <a:lnTo>
                    <a:pt x="3969662" y="428572"/>
                  </a:lnTo>
                  <a:cubicBezTo>
                    <a:pt x="4137281" y="552188"/>
                    <a:pt x="4285417" y="693270"/>
                    <a:pt x="4423029" y="837600"/>
                  </a:cubicBezTo>
                  <a:cubicBezTo>
                    <a:pt x="4440160" y="855739"/>
                    <a:pt x="4457404" y="873766"/>
                    <a:pt x="4474647" y="891569"/>
                  </a:cubicBezTo>
                  <a:lnTo>
                    <a:pt x="4524250" y="946883"/>
                  </a:lnTo>
                  <a:lnTo>
                    <a:pt x="4573965" y="1001748"/>
                  </a:lnTo>
                  <a:cubicBezTo>
                    <a:pt x="4590760" y="1019887"/>
                    <a:pt x="4605988" y="1039146"/>
                    <a:pt x="4622224" y="1057509"/>
                  </a:cubicBezTo>
                  <a:cubicBezTo>
                    <a:pt x="4653911" y="1094907"/>
                    <a:pt x="4686831" y="1131409"/>
                    <a:pt x="4717510" y="1169143"/>
                  </a:cubicBezTo>
                  <a:cubicBezTo>
                    <a:pt x="4733186" y="1187730"/>
                    <a:pt x="4748862" y="1206430"/>
                    <a:pt x="4764986" y="1224681"/>
                  </a:cubicBezTo>
                  <a:cubicBezTo>
                    <a:pt x="4780886" y="1243044"/>
                    <a:pt x="4797233" y="1261071"/>
                    <a:pt x="4813021" y="1279994"/>
                  </a:cubicBezTo>
                  <a:cubicBezTo>
                    <a:pt x="4877292" y="1354230"/>
                    <a:pt x="4941339" y="1428914"/>
                    <a:pt x="5001915" y="1506846"/>
                  </a:cubicBezTo>
                  <a:cubicBezTo>
                    <a:pt x="5062603" y="1584665"/>
                    <a:pt x="5118252" y="1666739"/>
                    <a:pt x="5170542" y="1751165"/>
                  </a:cubicBezTo>
                  <a:cubicBezTo>
                    <a:pt x="5274898" y="1920240"/>
                    <a:pt x="5363579" y="2101295"/>
                    <a:pt x="5428969" y="2293660"/>
                  </a:cubicBezTo>
                  <a:cubicBezTo>
                    <a:pt x="5494136" y="2485801"/>
                    <a:pt x="5533102" y="2690819"/>
                    <a:pt x="5534893" y="2899307"/>
                  </a:cubicBezTo>
                  <a:cubicBezTo>
                    <a:pt x="5536124" y="3003439"/>
                    <a:pt x="5526831" y="3108132"/>
                    <a:pt x="5508804" y="3211144"/>
                  </a:cubicBezTo>
                  <a:cubicBezTo>
                    <a:pt x="5490441" y="3314157"/>
                    <a:pt x="5462336" y="3415490"/>
                    <a:pt x="5426282" y="3513352"/>
                  </a:cubicBezTo>
                  <a:cubicBezTo>
                    <a:pt x="5363355" y="3684890"/>
                    <a:pt x="5302219" y="3856428"/>
                    <a:pt x="5248250" y="4030542"/>
                  </a:cubicBezTo>
                  <a:lnTo>
                    <a:pt x="5208612" y="4161771"/>
                  </a:lnTo>
                  <a:lnTo>
                    <a:pt x="5170318" y="4294680"/>
                  </a:lnTo>
                  <a:lnTo>
                    <a:pt x="5132248" y="4430164"/>
                  </a:lnTo>
                  <a:lnTo>
                    <a:pt x="5112765" y="4498914"/>
                  </a:lnTo>
                  <a:lnTo>
                    <a:pt x="5091715" y="4569119"/>
                  </a:lnTo>
                  <a:cubicBezTo>
                    <a:pt x="5085221" y="4592297"/>
                    <a:pt x="5076823" y="4616482"/>
                    <a:pt x="5068985" y="4640220"/>
                  </a:cubicBezTo>
                  <a:cubicBezTo>
                    <a:pt x="5060699" y="4664182"/>
                    <a:pt x="5053981" y="4687807"/>
                    <a:pt x="5043904" y="4712105"/>
                  </a:cubicBezTo>
                  <a:lnTo>
                    <a:pt x="5015799" y="4784438"/>
                  </a:lnTo>
                  <a:cubicBezTo>
                    <a:pt x="5005274" y="4808511"/>
                    <a:pt x="4993965" y="4832473"/>
                    <a:pt x="4982880" y="4856435"/>
                  </a:cubicBezTo>
                  <a:cubicBezTo>
                    <a:pt x="4936524" y="4951273"/>
                    <a:pt x="4881099" y="5044096"/>
                    <a:pt x="4817276" y="5125275"/>
                  </a:cubicBezTo>
                  <a:cubicBezTo>
                    <a:pt x="4755244" y="5208805"/>
                    <a:pt x="4686943" y="5282817"/>
                    <a:pt x="4618753" y="5355374"/>
                  </a:cubicBezTo>
                  <a:cubicBezTo>
                    <a:pt x="4602069" y="5374073"/>
                    <a:pt x="4584154" y="5391092"/>
                    <a:pt x="4566575" y="5408560"/>
                  </a:cubicBezTo>
                  <a:lnTo>
                    <a:pt x="4513837" y="5461186"/>
                  </a:lnTo>
                  <a:cubicBezTo>
                    <a:pt x="4496593" y="5479101"/>
                    <a:pt x="4477894" y="5495560"/>
                    <a:pt x="4459531" y="5512580"/>
                  </a:cubicBezTo>
                  <a:lnTo>
                    <a:pt x="4404554" y="5563526"/>
                  </a:lnTo>
                  <a:cubicBezTo>
                    <a:pt x="4386527" y="5580770"/>
                    <a:pt x="4366932" y="5596670"/>
                    <a:pt x="4348009" y="5613017"/>
                  </a:cubicBezTo>
                  <a:lnTo>
                    <a:pt x="4290568" y="5661948"/>
                  </a:lnTo>
                  <a:lnTo>
                    <a:pt x="4276124" y="5674153"/>
                  </a:lnTo>
                  <a:lnTo>
                    <a:pt x="4261120" y="5685798"/>
                  </a:lnTo>
                  <a:lnTo>
                    <a:pt x="4231112" y="5708976"/>
                  </a:lnTo>
                  <a:lnTo>
                    <a:pt x="4170984" y="5755443"/>
                  </a:lnTo>
                  <a:cubicBezTo>
                    <a:pt x="4130227" y="5785563"/>
                    <a:pt x="4087790" y="5813892"/>
                    <a:pt x="4046025" y="5843228"/>
                  </a:cubicBezTo>
                  <a:cubicBezTo>
                    <a:pt x="4002917" y="5870437"/>
                    <a:pt x="3959248" y="5897309"/>
                    <a:pt x="3915356" y="5923735"/>
                  </a:cubicBezTo>
                  <a:cubicBezTo>
                    <a:pt x="3737659" y="6026299"/>
                    <a:pt x="3544847" y="6106022"/>
                    <a:pt x="3346323" y="6158872"/>
                  </a:cubicBezTo>
                  <a:cubicBezTo>
                    <a:pt x="3147800" y="6211946"/>
                    <a:pt x="2944462" y="6239714"/>
                    <a:pt x="2743476" y="6247328"/>
                  </a:cubicBezTo>
                  <a:lnTo>
                    <a:pt x="2668120" y="6249344"/>
                  </a:lnTo>
                  <a:lnTo>
                    <a:pt x="2630498" y="6250127"/>
                  </a:lnTo>
                  <a:lnTo>
                    <a:pt x="2592988" y="6249568"/>
                  </a:lnTo>
                  <a:lnTo>
                    <a:pt x="2518080" y="6247777"/>
                  </a:lnTo>
                  <a:cubicBezTo>
                    <a:pt x="2493110" y="6247105"/>
                    <a:pt x="2468365" y="6246881"/>
                    <a:pt x="2442948" y="6244529"/>
                  </a:cubicBezTo>
                  <a:cubicBezTo>
                    <a:pt x="2392337" y="6240722"/>
                    <a:pt x="2341950" y="6237699"/>
                    <a:pt x="2291676" y="6232213"/>
                  </a:cubicBezTo>
                  <a:lnTo>
                    <a:pt x="2141412" y="6212394"/>
                  </a:lnTo>
                  <a:lnTo>
                    <a:pt x="1992715" y="6184961"/>
                  </a:lnTo>
                  <a:cubicBezTo>
                    <a:pt x="1943561" y="6173988"/>
                    <a:pt x="1894630" y="6162231"/>
                    <a:pt x="1845811" y="6151034"/>
                  </a:cubicBezTo>
                  <a:cubicBezTo>
                    <a:pt x="1797215" y="6138829"/>
                    <a:pt x="1749180" y="6123938"/>
                    <a:pt x="1701033" y="6110724"/>
                  </a:cubicBezTo>
                  <a:cubicBezTo>
                    <a:pt x="1676847" y="6104566"/>
                    <a:pt x="1653334" y="6095833"/>
                    <a:pt x="1629484" y="6088219"/>
                  </a:cubicBezTo>
                  <a:lnTo>
                    <a:pt x="1558383" y="6064929"/>
                  </a:lnTo>
                  <a:cubicBezTo>
                    <a:pt x="1369713" y="6000210"/>
                    <a:pt x="1186978" y="5921271"/>
                    <a:pt x="1011968" y="5828896"/>
                  </a:cubicBezTo>
                  <a:cubicBezTo>
                    <a:pt x="837071" y="5736408"/>
                    <a:pt x="668556" y="5631940"/>
                    <a:pt x="511237" y="5512356"/>
                  </a:cubicBezTo>
                  <a:cubicBezTo>
                    <a:pt x="471152" y="5483468"/>
                    <a:pt x="433642" y="5451220"/>
                    <a:pt x="395572" y="5419757"/>
                  </a:cubicBezTo>
                  <a:cubicBezTo>
                    <a:pt x="356831" y="5388965"/>
                    <a:pt x="321112" y="5354926"/>
                    <a:pt x="284722" y="5321559"/>
                  </a:cubicBezTo>
                  <a:lnTo>
                    <a:pt x="257513" y="5296477"/>
                  </a:lnTo>
                  <a:lnTo>
                    <a:pt x="243853" y="5283937"/>
                  </a:lnTo>
                  <a:lnTo>
                    <a:pt x="230752" y="5270836"/>
                  </a:lnTo>
                  <a:lnTo>
                    <a:pt x="178574" y="5218322"/>
                  </a:lnTo>
                  <a:cubicBezTo>
                    <a:pt x="161331" y="5200631"/>
                    <a:pt x="143191" y="5183948"/>
                    <a:pt x="126508" y="5165584"/>
                  </a:cubicBezTo>
                  <a:lnTo>
                    <a:pt x="76345" y="5111167"/>
                  </a:lnTo>
                  <a:cubicBezTo>
                    <a:pt x="59774" y="5092916"/>
                    <a:pt x="42530" y="5075112"/>
                    <a:pt x="26407" y="5056413"/>
                  </a:cubicBezTo>
                  <a:lnTo>
                    <a:pt x="0" y="5024776"/>
                  </a:lnTo>
                  <a:lnTo>
                    <a:pt x="0" y="4492798"/>
                  </a:lnTo>
                  <a:lnTo>
                    <a:pt x="28534" y="4537879"/>
                  </a:lnTo>
                  <a:cubicBezTo>
                    <a:pt x="41299" y="4556130"/>
                    <a:pt x="54175" y="4574382"/>
                    <a:pt x="66604" y="4592745"/>
                  </a:cubicBezTo>
                  <a:lnTo>
                    <a:pt x="104114" y="4647834"/>
                  </a:lnTo>
                  <a:lnTo>
                    <a:pt x="143751" y="4701580"/>
                  </a:lnTo>
                  <a:cubicBezTo>
                    <a:pt x="156964" y="4719495"/>
                    <a:pt x="169728" y="4737746"/>
                    <a:pt x="182717" y="4755773"/>
                  </a:cubicBezTo>
                  <a:lnTo>
                    <a:pt x="223810" y="4808399"/>
                  </a:lnTo>
                  <a:lnTo>
                    <a:pt x="264679" y="4861249"/>
                  </a:lnTo>
                  <a:cubicBezTo>
                    <a:pt x="278563" y="4878717"/>
                    <a:pt x="293455" y="4895288"/>
                    <a:pt x="307788" y="4912420"/>
                  </a:cubicBezTo>
                  <a:lnTo>
                    <a:pt x="351232" y="4963254"/>
                  </a:lnTo>
                  <a:cubicBezTo>
                    <a:pt x="365788" y="4980162"/>
                    <a:pt x="381688" y="4995837"/>
                    <a:pt x="397028" y="5012185"/>
                  </a:cubicBezTo>
                  <a:lnTo>
                    <a:pt x="443496" y="5060444"/>
                  </a:lnTo>
                  <a:lnTo>
                    <a:pt x="455140" y="5072537"/>
                  </a:lnTo>
                  <a:lnTo>
                    <a:pt x="467345" y="5083958"/>
                  </a:lnTo>
                  <a:lnTo>
                    <a:pt x="491755" y="5106912"/>
                  </a:lnTo>
                  <a:lnTo>
                    <a:pt x="540686" y="5152819"/>
                  </a:lnTo>
                  <a:lnTo>
                    <a:pt x="552890" y="5164353"/>
                  </a:lnTo>
                  <a:lnTo>
                    <a:pt x="565655" y="5175214"/>
                  </a:lnTo>
                  <a:lnTo>
                    <a:pt x="591072" y="5197048"/>
                  </a:lnTo>
                  <a:cubicBezTo>
                    <a:pt x="624999" y="5226160"/>
                    <a:pt x="658366" y="5256056"/>
                    <a:pt x="694197" y="5283041"/>
                  </a:cubicBezTo>
                  <a:cubicBezTo>
                    <a:pt x="834272" y="5394675"/>
                    <a:pt x="985207" y="5493881"/>
                    <a:pt x="1146221" y="5573716"/>
                  </a:cubicBezTo>
                  <a:cubicBezTo>
                    <a:pt x="1307122" y="5653774"/>
                    <a:pt x="1476869" y="5715918"/>
                    <a:pt x="1650982" y="5758130"/>
                  </a:cubicBezTo>
                  <a:lnTo>
                    <a:pt x="1716485" y="5772798"/>
                  </a:lnTo>
                  <a:cubicBezTo>
                    <a:pt x="1738431" y="5777390"/>
                    <a:pt x="1759929" y="5783100"/>
                    <a:pt x="1782211" y="5786235"/>
                  </a:cubicBezTo>
                  <a:lnTo>
                    <a:pt x="1848386" y="5796984"/>
                  </a:lnTo>
                  <a:lnTo>
                    <a:pt x="1881417" y="5802359"/>
                  </a:lnTo>
                  <a:cubicBezTo>
                    <a:pt x="1892390" y="5804151"/>
                    <a:pt x="1903363" y="5806054"/>
                    <a:pt x="1914560" y="5807061"/>
                  </a:cubicBezTo>
                  <a:cubicBezTo>
                    <a:pt x="1959012" y="5811765"/>
                    <a:pt x="2003241" y="5817251"/>
                    <a:pt x="2047469" y="5821282"/>
                  </a:cubicBezTo>
                  <a:lnTo>
                    <a:pt x="2180601" y="5828896"/>
                  </a:lnTo>
                  <a:lnTo>
                    <a:pt x="2313622" y="5830463"/>
                  </a:lnTo>
                  <a:cubicBezTo>
                    <a:pt x="2335680" y="5830799"/>
                    <a:pt x="2357962" y="5829008"/>
                    <a:pt x="2380021" y="5828448"/>
                  </a:cubicBezTo>
                  <a:lnTo>
                    <a:pt x="2446195" y="5826433"/>
                  </a:lnTo>
                  <a:cubicBezTo>
                    <a:pt x="2468029" y="5826208"/>
                    <a:pt x="2490647" y="5824193"/>
                    <a:pt x="2513041" y="5822737"/>
                  </a:cubicBezTo>
                  <a:lnTo>
                    <a:pt x="2580111" y="5818258"/>
                  </a:lnTo>
                  <a:lnTo>
                    <a:pt x="2613590" y="5816355"/>
                  </a:lnTo>
                  <a:lnTo>
                    <a:pt x="2646845" y="5813108"/>
                  </a:lnTo>
                  <a:cubicBezTo>
                    <a:pt x="2669016" y="5810869"/>
                    <a:pt x="2691074" y="5808741"/>
                    <a:pt x="2713244" y="5806838"/>
                  </a:cubicBezTo>
                  <a:cubicBezTo>
                    <a:pt x="2889933" y="5789371"/>
                    <a:pt x="3062815" y="5762050"/>
                    <a:pt x="3230882" y="5721292"/>
                  </a:cubicBezTo>
                  <a:cubicBezTo>
                    <a:pt x="3398837" y="5680423"/>
                    <a:pt x="3562426" y="5626902"/>
                    <a:pt x="3720416" y="5556472"/>
                  </a:cubicBezTo>
                  <a:cubicBezTo>
                    <a:pt x="3759381" y="5537997"/>
                    <a:pt x="3798347" y="5518962"/>
                    <a:pt x="3837425" y="5499927"/>
                  </a:cubicBezTo>
                  <a:cubicBezTo>
                    <a:pt x="3875271" y="5478765"/>
                    <a:pt x="3913900" y="5458610"/>
                    <a:pt x="3951634" y="5436552"/>
                  </a:cubicBezTo>
                  <a:lnTo>
                    <a:pt x="4007284" y="5401841"/>
                  </a:lnTo>
                  <a:lnTo>
                    <a:pt x="4035164" y="5384374"/>
                  </a:lnTo>
                  <a:lnTo>
                    <a:pt x="4049049" y="5375640"/>
                  </a:lnTo>
                  <a:lnTo>
                    <a:pt x="4062485" y="5366123"/>
                  </a:lnTo>
                  <a:lnTo>
                    <a:pt x="4116567" y="5328277"/>
                  </a:lnTo>
                  <a:cubicBezTo>
                    <a:pt x="4134594" y="5315624"/>
                    <a:pt x="4152957" y="5303420"/>
                    <a:pt x="4169976" y="5289199"/>
                  </a:cubicBezTo>
                  <a:lnTo>
                    <a:pt x="4222042" y="5247994"/>
                  </a:lnTo>
                  <a:cubicBezTo>
                    <a:pt x="4239398" y="5234222"/>
                    <a:pt x="4256865" y="5220562"/>
                    <a:pt x="4273213" y="5205558"/>
                  </a:cubicBezTo>
                  <a:lnTo>
                    <a:pt x="4323151" y="5161329"/>
                  </a:lnTo>
                  <a:cubicBezTo>
                    <a:pt x="4339611" y="5146437"/>
                    <a:pt x="4356631" y="5131881"/>
                    <a:pt x="4371971" y="5116093"/>
                  </a:cubicBezTo>
                  <a:cubicBezTo>
                    <a:pt x="4435457" y="5054398"/>
                    <a:pt x="4496258" y="4991135"/>
                    <a:pt x="4546868" y="4924400"/>
                  </a:cubicBezTo>
                  <a:cubicBezTo>
                    <a:pt x="4600054" y="4858450"/>
                    <a:pt x="4640699" y="4788916"/>
                    <a:pt x="4675634" y="4715352"/>
                  </a:cubicBezTo>
                  <a:lnTo>
                    <a:pt x="4700155" y="4659255"/>
                  </a:lnTo>
                  <a:lnTo>
                    <a:pt x="4721206" y="4600135"/>
                  </a:lnTo>
                  <a:cubicBezTo>
                    <a:pt x="4728707" y="4580988"/>
                    <a:pt x="4733970" y="4559266"/>
                    <a:pt x="4740465" y="4538887"/>
                  </a:cubicBezTo>
                  <a:cubicBezTo>
                    <a:pt x="4746623" y="4518061"/>
                    <a:pt x="4753005" y="4497906"/>
                    <a:pt x="4758492" y="4475848"/>
                  </a:cubicBezTo>
                  <a:cubicBezTo>
                    <a:pt x="4803168" y="4303637"/>
                    <a:pt x="4840902" y="4115080"/>
                    <a:pt x="4891288" y="3930329"/>
                  </a:cubicBezTo>
                  <a:cubicBezTo>
                    <a:pt x="4940891" y="3744906"/>
                    <a:pt x="5000235" y="3562059"/>
                    <a:pt x="5066298" y="3382235"/>
                  </a:cubicBezTo>
                  <a:cubicBezTo>
                    <a:pt x="5124186" y="3226932"/>
                    <a:pt x="5154530" y="3064015"/>
                    <a:pt x="5156994" y="2898635"/>
                  </a:cubicBezTo>
                  <a:cubicBezTo>
                    <a:pt x="5159681" y="2733255"/>
                    <a:pt x="5132920" y="2565636"/>
                    <a:pt x="5083317" y="2402047"/>
                  </a:cubicBezTo>
                  <a:cubicBezTo>
                    <a:pt x="5033938" y="2238123"/>
                    <a:pt x="4960150" y="2079013"/>
                    <a:pt x="4871022" y="1926958"/>
                  </a:cubicBezTo>
                  <a:cubicBezTo>
                    <a:pt x="4826570" y="1850818"/>
                    <a:pt x="4777415" y="1776918"/>
                    <a:pt x="4727028" y="1703577"/>
                  </a:cubicBezTo>
                  <a:cubicBezTo>
                    <a:pt x="4676418" y="1630349"/>
                    <a:pt x="4622784" y="1558464"/>
                    <a:pt x="4563776" y="1490834"/>
                  </a:cubicBezTo>
                  <a:cubicBezTo>
                    <a:pt x="4503647" y="1423764"/>
                    <a:pt x="4439041" y="1359157"/>
                    <a:pt x="4370291" y="1300596"/>
                  </a:cubicBezTo>
                  <a:cubicBezTo>
                    <a:pt x="4336812" y="1270141"/>
                    <a:pt x="4301541" y="1242148"/>
                    <a:pt x="4266046" y="1214491"/>
                  </a:cubicBezTo>
                  <a:cubicBezTo>
                    <a:pt x="4248355" y="1200607"/>
                    <a:pt x="4230776" y="1186611"/>
                    <a:pt x="4212973" y="1173062"/>
                  </a:cubicBezTo>
                  <a:cubicBezTo>
                    <a:pt x="4194722" y="1160074"/>
                    <a:pt x="4176359" y="1147197"/>
                    <a:pt x="4157995" y="1134545"/>
                  </a:cubicBezTo>
                  <a:cubicBezTo>
                    <a:pt x="4011426" y="1031980"/>
                    <a:pt x="3855004" y="948562"/>
                    <a:pt x="3697126" y="881044"/>
                  </a:cubicBezTo>
                  <a:lnTo>
                    <a:pt x="3637670" y="856747"/>
                  </a:lnTo>
                  <a:lnTo>
                    <a:pt x="3608222" y="844318"/>
                  </a:lnTo>
                  <a:cubicBezTo>
                    <a:pt x="3598480" y="840063"/>
                    <a:pt x="3588179" y="837040"/>
                    <a:pt x="3578214" y="833457"/>
                  </a:cubicBezTo>
                  <a:lnTo>
                    <a:pt x="3518309" y="812294"/>
                  </a:lnTo>
                  <a:cubicBezTo>
                    <a:pt x="3513383" y="810503"/>
                    <a:pt x="3508344" y="808823"/>
                    <a:pt x="3503417" y="806920"/>
                  </a:cubicBezTo>
                  <a:cubicBezTo>
                    <a:pt x="3498603" y="804792"/>
                    <a:pt x="3494236" y="801993"/>
                    <a:pt x="3489533" y="799642"/>
                  </a:cubicBezTo>
                  <a:cubicBezTo>
                    <a:pt x="3480240" y="794827"/>
                    <a:pt x="3470498" y="791020"/>
                    <a:pt x="3460869" y="787101"/>
                  </a:cubicBezTo>
                  <a:lnTo>
                    <a:pt x="3402980" y="763475"/>
                  </a:lnTo>
                  <a:lnTo>
                    <a:pt x="3374092" y="751606"/>
                  </a:lnTo>
                  <a:cubicBezTo>
                    <a:pt x="3364462" y="747688"/>
                    <a:pt x="3354945" y="743433"/>
                    <a:pt x="3344980" y="740409"/>
                  </a:cubicBezTo>
                  <a:lnTo>
                    <a:pt x="3226627" y="700772"/>
                  </a:lnTo>
                  <a:cubicBezTo>
                    <a:pt x="3067405" y="652849"/>
                    <a:pt x="2902697" y="625192"/>
                    <a:pt x="2735750" y="614667"/>
                  </a:cubicBezTo>
                  <a:cubicBezTo>
                    <a:pt x="2714811" y="613435"/>
                    <a:pt x="2694209" y="610860"/>
                    <a:pt x="2673158" y="610412"/>
                  </a:cubicBezTo>
                  <a:lnTo>
                    <a:pt x="2610119" y="609628"/>
                  </a:lnTo>
                  <a:lnTo>
                    <a:pt x="2547080" y="608620"/>
                  </a:lnTo>
                  <a:cubicBezTo>
                    <a:pt x="2536443" y="608173"/>
                    <a:pt x="2526365" y="608397"/>
                    <a:pt x="2516400" y="608844"/>
                  </a:cubicBezTo>
                  <a:lnTo>
                    <a:pt x="2486280" y="609740"/>
                  </a:lnTo>
                  <a:cubicBezTo>
                    <a:pt x="2466125" y="609852"/>
                    <a:pt x="2446307" y="611868"/>
                    <a:pt x="2426376" y="613099"/>
                  </a:cubicBezTo>
                  <a:cubicBezTo>
                    <a:pt x="2406333" y="613995"/>
                    <a:pt x="2386627" y="616458"/>
                    <a:pt x="2366920" y="618474"/>
                  </a:cubicBezTo>
                  <a:cubicBezTo>
                    <a:pt x="2357066" y="619482"/>
                    <a:pt x="2347101" y="620153"/>
                    <a:pt x="2337248" y="621497"/>
                  </a:cubicBezTo>
                  <a:lnTo>
                    <a:pt x="2307800" y="625528"/>
                  </a:lnTo>
                  <a:lnTo>
                    <a:pt x="2278351" y="629559"/>
                  </a:lnTo>
                  <a:lnTo>
                    <a:pt x="2249127" y="634710"/>
                  </a:lnTo>
                  <a:cubicBezTo>
                    <a:pt x="2093377" y="661918"/>
                    <a:pt x="1942329" y="710849"/>
                    <a:pt x="1796096" y="781726"/>
                  </a:cubicBezTo>
                  <a:cubicBezTo>
                    <a:pt x="1649751" y="852268"/>
                    <a:pt x="1508892" y="944307"/>
                    <a:pt x="1370833" y="1048663"/>
                  </a:cubicBezTo>
                  <a:cubicBezTo>
                    <a:pt x="1232774" y="1153244"/>
                    <a:pt x="1097290" y="1269917"/>
                    <a:pt x="959790" y="1390844"/>
                  </a:cubicBezTo>
                  <a:lnTo>
                    <a:pt x="749062" y="1577611"/>
                  </a:lnTo>
                  <a:cubicBezTo>
                    <a:pt x="674602" y="1642329"/>
                    <a:pt x="599806" y="1704137"/>
                    <a:pt x="524786" y="1763145"/>
                  </a:cubicBezTo>
                  <a:cubicBezTo>
                    <a:pt x="374858" y="1881498"/>
                    <a:pt x="223810" y="1987422"/>
                    <a:pt x="84071" y="2098496"/>
                  </a:cubicBezTo>
                  <a:lnTo>
                    <a:pt x="0" y="2168094"/>
                  </a:lnTo>
                  <a:lnTo>
                    <a:pt x="0" y="1576676"/>
                  </a:lnTo>
                  <a:lnTo>
                    <a:pt x="174655" y="1387597"/>
                  </a:lnTo>
                  <a:cubicBezTo>
                    <a:pt x="238926" y="1320079"/>
                    <a:pt x="302749" y="1254577"/>
                    <a:pt x="363661" y="1188626"/>
                  </a:cubicBezTo>
                  <a:lnTo>
                    <a:pt x="458052" y="1086397"/>
                  </a:lnTo>
                  <a:cubicBezTo>
                    <a:pt x="490635" y="1051351"/>
                    <a:pt x="523666" y="1016416"/>
                    <a:pt x="557257" y="981593"/>
                  </a:cubicBezTo>
                  <a:cubicBezTo>
                    <a:pt x="691510" y="842414"/>
                    <a:pt x="835055" y="705699"/>
                    <a:pt x="994165" y="578389"/>
                  </a:cubicBezTo>
                  <a:cubicBezTo>
                    <a:pt x="1152939" y="451190"/>
                    <a:pt x="1328060" y="333398"/>
                    <a:pt x="1520873" y="237215"/>
                  </a:cubicBezTo>
                  <a:cubicBezTo>
                    <a:pt x="1713238" y="141033"/>
                    <a:pt x="1924302" y="68028"/>
                    <a:pt x="2141748" y="31190"/>
                  </a:cubicBezTo>
                  <a:lnTo>
                    <a:pt x="2182505" y="24360"/>
                  </a:lnTo>
                  <a:cubicBezTo>
                    <a:pt x="2196165" y="22344"/>
                    <a:pt x="2209826" y="20665"/>
                    <a:pt x="2223374" y="18873"/>
                  </a:cubicBezTo>
                  <a:lnTo>
                    <a:pt x="2264355" y="13611"/>
                  </a:lnTo>
                  <a:cubicBezTo>
                    <a:pt x="2278015" y="11931"/>
                    <a:pt x="2291676" y="10924"/>
                    <a:pt x="2305336" y="9580"/>
                  </a:cubicBezTo>
                  <a:cubicBezTo>
                    <a:pt x="2332657" y="7229"/>
                    <a:pt x="2360090" y="4653"/>
                    <a:pt x="2387410" y="3645"/>
                  </a:cubicBezTo>
                  <a:cubicBezTo>
                    <a:pt x="2414731" y="2414"/>
                    <a:pt x="2442164" y="510"/>
                    <a:pt x="2469373" y="62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FB95E12-4EF0-42F7-BCF9-AD31B4C8E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646908" cy="6130481"/>
            </a:xfrm>
            <a:custGeom>
              <a:avLst/>
              <a:gdLst>
                <a:gd name="connsiteX0" fmla="*/ 2616837 w 5646908"/>
                <a:gd name="connsiteY0" fmla="*/ 0 h 6130481"/>
                <a:gd name="connsiteX1" fmla="*/ 4918721 w 5646908"/>
                <a:gd name="connsiteY1" fmla="*/ 1134258 h 6130481"/>
                <a:gd name="connsiteX2" fmla="*/ 5539036 w 5646908"/>
                <a:gd name="connsiteY2" fmla="*/ 3362353 h 6130481"/>
                <a:gd name="connsiteX3" fmla="*/ 4712024 w 5646908"/>
                <a:gd name="connsiteY3" fmla="*/ 5293280 h 6130481"/>
                <a:gd name="connsiteX4" fmla="*/ 2547864 w 5646908"/>
                <a:gd name="connsiteY4" fmla="*/ 6130481 h 6130481"/>
                <a:gd name="connsiteX5" fmla="*/ 263223 w 5646908"/>
                <a:gd name="connsiteY5" fmla="*/ 5212325 h 6130481"/>
                <a:gd name="connsiteX6" fmla="*/ 49974 w 5646908"/>
                <a:gd name="connsiteY6" fmla="*/ 4985345 h 6130481"/>
                <a:gd name="connsiteX7" fmla="*/ 0 w 5646908"/>
                <a:gd name="connsiteY7" fmla="*/ 4920618 h 6130481"/>
                <a:gd name="connsiteX8" fmla="*/ 0 w 5646908"/>
                <a:gd name="connsiteY8" fmla="*/ 3760303 h 6130481"/>
                <a:gd name="connsiteX9" fmla="*/ 80488 w 5646908"/>
                <a:gd name="connsiteY9" fmla="*/ 3974159 h 6130481"/>
                <a:gd name="connsiteX10" fmla="*/ 664748 w 5646908"/>
                <a:gd name="connsiteY10" fmla="*/ 4813600 h 6130481"/>
                <a:gd name="connsiteX11" fmla="*/ 2548087 w 5646908"/>
                <a:gd name="connsiteY11" fmla="*/ 5570406 h 6130481"/>
                <a:gd name="connsiteX12" fmla="*/ 3536561 w 5646908"/>
                <a:gd name="connsiteY12" fmla="*/ 5407153 h 6130481"/>
                <a:gd name="connsiteX13" fmla="*/ 4308035 w 5646908"/>
                <a:gd name="connsiteY13" fmla="*/ 4897241 h 6130481"/>
                <a:gd name="connsiteX14" fmla="*/ 4569038 w 5646908"/>
                <a:gd name="connsiteY14" fmla="*/ 4564802 h 6130481"/>
                <a:gd name="connsiteX15" fmla="*/ 4699147 w 5646908"/>
                <a:gd name="connsiteY15" fmla="*/ 4149952 h 6130481"/>
                <a:gd name="connsiteX16" fmla="*/ 5003034 w 5646908"/>
                <a:gd name="connsiteY16" fmla="*/ 3168421 h 6130481"/>
                <a:gd name="connsiteX17" fmla="*/ 4994189 w 5646908"/>
                <a:gd name="connsiteY17" fmla="*/ 2321590 h 6130481"/>
                <a:gd name="connsiteX18" fmla="*/ 4487860 w 5646908"/>
                <a:gd name="connsiteY18" fmla="*/ 1501856 h 6130481"/>
                <a:gd name="connsiteX19" fmla="*/ 3640469 w 5646908"/>
                <a:gd name="connsiteY19" fmla="*/ 808425 h 6130481"/>
                <a:gd name="connsiteX20" fmla="*/ 2616837 w 5646908"/>
                <a:gd name="connsiteY20" fmla="*/ 559851 h 6130481"/>
                <a:gd name="connsiteX21" fmla="*/ 1762952 w 5646908"/>
                <a:gd name="connsiteY21" fmla="*/ 812008 h 6130481"/>
                <a:gd name="connsiteX22" fmla="*/ 939635 w 5646908"/>
                <a:gd name="connsiteY22" fmla="*/ 1502976 h 6130481"/>
                <a:gd name="connsiteX23" fmla="*/ 585250 w 5646908"/>
                <a:gd name="connsiteY23" fmla="*/ 1831049 h 6130481"/>
                <a:gd name="connsiteX24" fmla="*/ 40403 w 5646908"/>
                <a:gd name="connsiteY24" fmla="*/ 2389556 h 6130481"/>
                <a:gd name="connsiteX25" fmla="*/ 0 w 5646908"/>
                <a:gd name="connsiteY25" fmla="*/ 2456747 h 6130481"/>
                <a:gd name="connsiteX26" fmla="*/ 0 w 5646908"/>
                <a:gd name="connsiteY26" fmla="*/ 1601114 h 6130481"/>
                <a:gd name="connsiteX27" fmla="*/ 93200 w 5646908"/>
                <a:gd name="connsiteY27" fmla="*/ 1513741 h 6130481"/>
                <a:gd name="connsiteX28" fmla="*/ 535423 w 5646908"/>
                <a:gd name="connsiteY28" fmla="*/ 1107273 h 6130481"/>
                <a:gd name="connsiteX29" fmla="*/ 2616837 w 5646908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646908" h="6130481">
                  <a:moveTo>
                    <a:pt x="2616837" y="0"/>
                  </a:moveTo>
                  <a:cubicBezTo>
                    <a:pt x="3596241" y="0"/>
                    <a:pt x="4322479" y="463445"/>
                    <a:pt x="4918721" y="1134258"/>
                  </a:cubicBezTo>
                  <a:cubicBezTo>
                    <a:pt x="5416317" y="1694109"/>
                    <a:pt x="5857703" y="2516643"/>
                    <a:pt x="5539036" y="3362353"/>
                  </a:cubicBezTo>
                  <a:cubicBezTo>
                    <a:pt x="5111758" y="4496612"/>
                    <a:pt x="5300763" y="4716633"/>
                    <a:pt x="4712024" y="5293280"/>
                  </a:cubicBezTo>
                  <a:cubicBezTo>
                    <a:pt x="4123284" y="5869926"/>
                    <a:pt x="3446201" y="6130481"/>
                    <a:pt x="2547864" y="6130481"/>
                  </a:cubicBezTo>
                  <a:cubicBezTo>
                    <a:pt x="1657476" y="6130481"/>
                    <a:pt x="850619" y="5780127"/>
                    <a:pt x="263223" y="5212325"/>
                  </a:cubicBezTo>
                  <a:cubicBezTo>
                    <a:pt x="188497" y="5140091"/>
                    <a:pt x="117321" y="5064339"/>
                    <a:pt x="49974" y="4985345"/>
                  </a:cubicBezTo>
                  <a:lnTo>
                    <a:pt x="0" y="4920618"/>
                  </a:lnTo>
                  <a:lnTo>
                    <a:pt x="0" y="3760303"/>
                  </a:lnTo>
                  <a:lnTo>
                    <a:pt x="80488" y="3974159"/>
                  </a:lnTo>
                  <a:cubicBezTo>
                    <a:pt x="217875" y="4289243"/>
                    <a:pt x="414383" y="4571632"/>
                    <a:pt x="664748" y="4813600"/>
                  </a:cubicBezTo>
                  <a:cubicBezTo>
                    <a:pt x="1169734" y="5301566"/>
                    <a:pt x="1838644" y="5570406"/>
                    <a:pt x="2548087" y="5570406"/>
                  </a:cubicBezTo>
                  <a:cubicBezTo>
                    <a:pt x="2928786" y="5570406"/>
                    <a:pt x="3252156" y="5516996"/>
                    <a:pt x="3536561" y="5407153"/>
                  </a:cubicBezTo>
                  <a:cubicBezTo>
                    <a:pt x="3815366" y="5299438"/>
                    <a:pt x="4067747" y="5132603"/>
                    <a:pt x="4308035" y="4897241"/>
                  </a:cubicBezTo>
                  <a:cubicBezTo>
                    <a:pt x="4475095" y="4733653"/>
                    <a:pt x="4533767" y="4637358"/>
                    <a:pt x="4569038" y="4564802"/>
                  </a:cubicBezTo>
                  <a:cubicBezTo>
                    <a:pt x="4619313" y="4461453"/>
                    <a:pt x="4652792" y="4330784"/>
                    <a:pt x="4699147" y="4149952"/>
                  </a:cubicBezTo>
                  <a:cubicBezTo>
                    <a:pt x="4758491" y="3918846"/>
                    <a:pt x="4839558" y="3602194"/>
                    <a:pt x="5003034" y="3168421"/>
                  </a:cubicBezTo>
                  <a:cubicBezTo>
                    <a:pt x="5103024" y="2902940"/>
                    <a:pt x="5100112" y="2626037"/>
                    <a:pt x="4994189" y="2321590"/>
                  </a:cubicBezTo>
                  <a:cubicBezTo>
                    <a:pt x="4900470" y="2052526"/>
                    <a:pt x="4725460" y="1769129"/>
                    <a:pt x="4487860" y="1501856"/>
                  </a:cubicBezTo>
                  <a:cubicBezTo>
                    <a:pt x="4210285" y="1189683"/>
                    <a:pt x="3933047" y="962832"/>
                    <a:pt x="3640469" y="808425"/>
                  </a:cubicBezTo>
                  <a:cubicBezTo>
                    <a:pt x="3323369" y="641141"/>
                    <a:pt x="2988578" y="559851"/>
                    <a:pt x="2616837" y="559851"/>
                  </a:cubicBezTo>
                  <a:cubicBezTo>
                    <a:pt x="2315413" y="559851"/>
                    <a:pt x="2044110" y="640134"/>
                    <a:pt x="1762952" y="812008"/>
                  </a:cubicBezTo>
                  <a:cubicBezTo>
                    <a:pt x="1472838" y="989593"/>
                    <a:pt x="1197167" y="1250707"/>
                    <a:pt x="939635" y="1502976"/>
                  </a:cubicBezTo>
                  <a:cubicBezTo>
                    <a:pt x="819379" y="1620769"/>
                    <a:pt x="700355" y="1727700"/>
                    <a:pt x="585250" y="1831049"/>
                  </a:cubicBezTo>
                  <a:cubicBezTo>
                    <a:pt x="362317" y="2031140"/>
                    <a:pt x="169840" y="2204022"/>
                    <a:pt x="40403" y="2389556"/>
                  </a:cubicBezTo>
                  <a:lnTo>
                    <a:pt x="0" y="2456747"/>
                  </a:lnTo>
                  <a:lnTo>
                    <a:pt x="0" y="1601114"/>
                  </a:lnTo>
                  <a:lnTo>
                    <a:pt x="93200" y="1513741"/>
                  </a:lnTo>
                  <a:cubicBezTo>
                    <a:pt x="237107" y="1383294"/>
                    <a:pt x="388238" y="1251435"/>
                    <a:pt x="535423" y="1107273"/>
                  </a:cubicBezTo>
                  <a:cubicBezTo>
                    <a:pt x="1124050" y="530627"/>
                    <a:pt x="1718500" y="0"/>
                    <a:pt x="2616837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338F8B2-67A9-4086-9341-7705CAB6F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176241"/>
              <a:ext cx="5517522" cy="6130481"/>
            </a:xfrm>
            <a:custGeom>
              <a:avLst/>
              <a:gdLst>
                <a:gd name="connsiteX0" fmla="*/ 2549095 w 5517522"/>
                <a:gd name="connsiteY0" fmla="*/ 0 h 6130481"/>
                <a:gd name="connsiteX1" fmla="*/ 4804175 w 5517522"/>
                <a:gd name="connsiteY1" fmla="*/ 1134258 h 6130481"/>
                <a:gd name="connsiteX2" fmla="*/ 5411838 w 5517522"/>
                <a:gd name="connsiteY2" fmla="*/ 3362353 h 6130481"/>
                <a:gd name="connsiteX3" fmla="*/ 4601621 w 5517522"/>
                <a:gd name="connsiteY3" fmla="*/ 5293280 h 6130481"/>
                <a:gd name="connsiteX4" fmla="*/ 2481577 w 5517522"/>
                <a:gd name="connsiteY4" fmla="*/ 6130481 h 6130481"/>
                <a:gd name="connsiteX5" fmla="*/ 243517 w 5517522"/>
                <a:gd name="connsiteY5" fmla="*/ 5212325 h 6130481"/>
                <a:gd name="connsiteX6" fmla="*/ 34587 w 5517522"/>
                <a:gd name="connsiteY6" fmla="*/ 4985345 h 6130481"/>
                <a:gd name="connsiteX7" fmla="*/ 0 w 5517522"/>
                <a:gd name="connsiteY7" fmla="*/ 4939620 h 6130481"/>
                <a:gd name="connsiteX8" fmla="*/ 0 w 5517522"/>
                <a:gd name="connsiteY8" fmla="*/ 3335329 h 6130481"/>
                <a:gd name="connsiteX9" fmla="*/ 17141 w 5517522"/>
                <a:gd name="connsiteY9" fmla="*/ 3448738 h 6130481"/>
                <a:gd name="connsiteX10" fmla="*/ 167489 w 5517522"/>
                <a:gd name="connsiteY10" fmla="*/ 3930490 h 6130481"/>
                <a:gd name="connsiteX11" fmla="*/ 715471 w 5517522"/>
                <a:gd name="connsiteY11" fmla="*/ 4734212 h 6130481"/>
                <a:gd name="connsiteX12" fmla="*/ 2481689 w 5517522"/>
                <a:gd name="connsiteY12" fmla="*/ 5458772 h 6130481"/>
                <a:gd name="connsiteX13" fmla="*/ 4126644 w 5517522"/>
                <a:gd name="connsiteY13" fmla="*/ 4818302 h 6130481"/>
                <a:gd name="connsiteX14" fmla="*/ 4360437 w 5517522"/>
                <a:gd name="connsiteY14" fmla="*/ 4516766 h 6130481"/>
                <a:gd name="connsiteX15" fmla="*/ 4480357 w 5517522"/>
                <a:gd name="connsiteY15" fmla="*/ 4122855 h 6130481"/>
                <a:gd name="connsiteX16" fmla="*/ 4781557 w 5517522"/>
                <a:gd name="connsiteY16" fmla="*/ 3129791 h 6130481"/>
                <a:gd name="connsiteX17" fmla="*/ 4771928 w 5517522"/>
                <a:gd name="connsiteY17" fmla="*/ 2357869 h 6130481"/>
                <a:gd name="connsiteX18" fmla="*/ 4297510 w 5517522"/>
                <a:gd name="connsiteY18" fmla="*/ 1575533 h 6130481"/>
                <a:gd name="connsiteX19" fmla="*/ 3498715 w 5517522"/>
                <a:gd name="connsiteY19" fmla="*/ 907071 h 6130481"/>
                <a:gd name="connsiteX20" fmla="*/ 2549095 w 5517522"/>
                <a:gd name="connsiteY20" fmla="*/ 671821 h 6130481"/>
                <a:gd name="connsiteX21" fmla="*/ 985319 w 5517522"/>
                <a:gd name="connsiteY21" fmla="*/ 1582475 h 6130481"/>
                <a:gd name="connsiteX22" fmla="*/ 634628 w 5517522"/>
                <a:gd name="connsiteY22" fmla="*/ 1913907 h 6130481"/>
                <a:gd name="connsiteX23" fmla="*/ 117662 w 5517522"/>
                <a:gd name="connsiteY23" fmla="*/ 2453044 h 6130481"/>
                <a:gd name="connsiteX24" fmla="*/ 2515 w 5517522"/>
                <a:gd name="connsiteY24" fmla="*/ 2685494 h 6130481"/>
                <a:gd name="connsiteX25" fmla="*/ 0 w 5517522"/>
                <a:gd name="connsiteY25" fmla="*/ 2696965 h 6130481"/>
                <a:gd name="connsiteX26" fmla="*/ 0 w 5517522"/>
                <a:gd name="connsiteY26" fmla="*/ 1587383 h 6130481"/>
                <a:gd name="connsiteX27" fmla="*/ 76951 w 5517522"/>
                <a:gd name="connsiteY27" fmla="*/ 1513741 h 6130481"/>
                <a:gd name="connsiteX28" fmla="*/ 510118 w 5517522"/>
                <a:gd name="connsiteY28" fmla="*/ 1107273 h 6130481"/>
                <a:gd name="connsiteX29" fmla="*/ 2549095 w 5517522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522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4011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335329"/>
                  </a:lnTo>
                  <a:lnTo>
                    <a:pt x="17141" y="3448738"/>
                  </a:lnTo>
                  <a:cubicBezTo>
                    <a:pt x="50676" y="3613558"/>
                    <a:pt x="100867" y="3774516"/>
                    <a:pt x="167489" y="3930490"/>
                  </a:cubicBezTo>
                  <a:cubicBezTo>
                    <a:pt x="296255" y="4232138"/>
                    <a:pt x="480670" y="4502546"/>
                    <a:pt x="715471" y="4734212"/>
                  </a:cubicBezTo>
                  <a:cubicBezTo>
                    <a:pt x="1188993" y="5201464"/>
                    <a:pt x="1816250" y="5458772"/>
                    <a:pt x="2481689" y="5458772"/>
                  </a:cubicBezTo>
                  <a:cubicBezTo>
                    <a:pt x="3185758" y="5458772"/>
                    <a:pt x="3677755" y="5267191"/>
                    <a:pt x="4126644" y="4818302"/>
                  </a:cubicBezTo>
                  <a:cubicBezTo>
                    <a:pt x="4278363" y="4666583"/>
                    <a:pt x="4329982" y="4580701"/>
                    <a:pt x="4360437" y="4516766"/>
                  </a:cubicBezTo>
                  <a:cubicBezTo>
                    <a:pt x="4404890" y="4423495"/>
                    <a:pt x="4436577" y="4297417"/>
                    <a:pt x="4480357" y="4122855"/>
                  </a:cubicBezTo>
                  <a:cubicBezTo>
                    <a:pt x="4539030" y="3889285"/>
                    <a:pt x="4619425" y="3569275"/>
                    <a:pt x="4781557" y="3129791"/>
                  </a:cubicBezTo>
                  <a:cubicBezTo>
                    <a:pt x="4870238" y="2889503"/>
                    <a:pt x="4867103" y="2637010"/>
                    <a:pt x="4771928" y="2357869"/>
                  </a:cubicBezTo>
                  <a:cubicBezTo>
                    <a:pt x="4684815" y="2102465"/>
                    <a:pt x="4520779" y="1831945"/>
                    <a:pt x="4297510" y="1575533"/>
                  </a:cubicBezTo>
                  <a:cubicBezTo>
                    <a:pt x="4034492" y="1273549"/>
                    <a:pt x="3773266" y="1054983"/>
                    <a:pt x="3498715" y="907071"/>
                  </a:cubicBezTo>
                  <a:cubicBezTo>
                    <a:pt x="3204905" y="748745"/>
                    <a:pt x="2894187" y="671821"/>
                    <a:pt x="2549095" y="671821"/>
                  </a:cubicBezTo>
                  <a:cubicBezTo>
                    <a:pt x="1942553" y="671821"/>
                    <a:pt x="1518298" y="1049273"/>
                    <a:pt x="985319" y="1582475"/>
                  </a:cubicBezTo>
                  <a:cubicBezTo>
                    <a:pt x="865735" y="1702059"/>
                    <a:pt x="748278" y="1809774"/>
                    <a:pt x="634628" y="1913907"/>
                  </a:cubicBezTo>
                  <a:cubicBezTo>
                    <a:pt x="421325" y="2109407"/>
                    <a:pt x="237134" y="2278146"/>
                    <a:pt x="117662" y="2453044"/>
                  </a:cubicBezTo>
                  <a:cubicBezTo>
                    <a:pt x="64756" y="2530415"/>
                    <a:pt x="27022" y="2605799"/>
                    <a:pt x="2515" y="2685494"/>
                  </a:cubicBezTo>
                  <a:lnTo>
                    <a:pt x="0" y="2696965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653AAAF-CCEF-494B-9366-16BB3815A6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176241"/>
              <a:ext cx="5517475" cy="6130481"/>
            </a:xfrm>
            <a:custGeom>
              <a:avLst/>
              <a:gdLst>
                <a:gd name="connsiteX0" fmla="*/ 2549095 w 5517475"/>
                <a:gd name="connsiteY0" fmla="*/ 0 h 6130481"/>
                <a:gd name="connsiteX1" fmla="*/ 4804175 w 5517475"/>
                <a:gd name="connsiteY1" fmla="*/ 1134258 h 6130481"/>
                <a:gd name="connsiteX2" fmla="*/ 5411838 w 5517475"/>
                <a:gd name="connsiteY2" fmla="*/ 3362353 h 6130481"/>
                <a:gd name="connsiteX3" fmla="*/ 4601621 w 5517475"/>
                <a:gd name="connsiteY3" fmla="*/ 5293280 h 6130481"/>
                <a:gd name="connsiteX4" fmla="*/ 2481577 w 5517475"/>
                <a:gd name="connsiteY4" fmla="*/ 6130481 h 6130481"/>
                <a:gd name="connsiteX5" fmla="*/ 243517 w 5517475"/>
                <a:gd name="connsiteY5" fmla="*/ 5212325 h 6130481"/>
                <a:gd name="connsiteX6" fmla="*/ 34587 w 5517475"/>
                <a:gd name="connsiteY6" fmla="*/ 4985345 h 6130481"/>
                <a:gd name="connsiteX7" fmla="*/ 0 w 5517475"/>
                <a:gd name="connsiteY7" fmla="*/ 4939620 h 6130481"/>
                <a:gd name="connsiteX8" fmla="*/ 0 w 5517475"/>
                <a:gd name="connsiteY8" fmla="*/ 3799573 h 6130481"/>
                <a:gd name="connsiteX9" fmla="*/ 64364 w 5517475"/>
                <a:gd name="connsiteY9" fmla="*/ 3974159 h 6130481"/>
                <a:gd name="connsiteX10" fmla="*/ 636644 w 5517475"/>
                <a:gd name="connsiteY10" fmla="*/ 4813600 h 6130481"/>
                <a:gd name="connsiteX11" fmla="*/ 2481577 w 5517475"/>
                <a:gd name="connsiteY11" fmla="*/ 5570406 h 6130481"/>
                <a:gd name="connsiteX12" fmla="*/ 3449896 w 5517475"/>
                <a:gd name="connsiteY12" fmla="*/ 5407153 h 6130481"/>
                <a:gd name="connsiteX13" fmla="*/ 4205695 w 5517475"/>
                <a:gd name="connsiteY13" fmla="*/ 4897241 h 6130481"/>
                <a:gd name="connsiteX14" fmla="*/ 4461434 w 5517475"/>
                <a:gd name="connsiteY14" fmla="*/ 4564802 h 6130481"/>
                <a:gd name="connsiteX15" fmla="*/ 4588969 w 5517475"/>
                <a:gd name="connsiteY15" fmla="*/ 4149952 h 6130481"/>
                <a:gd name="connsiteX16" fmla="*/ 4886585 w 5517475"/>
                <a:gd name="connsiteY16" fmla="*/ 3168421 h 6130481"/>
                <a:gd name="connsiteX17" fmla="*/ 4877964 w 5517475"/>
                <a:gd name="connsiteY17" fmla="*/ 2321590 h 6130481"/>
                <a:gd name="connsiteX18" fmla="*/ 4382048 w 5517475"/>
                <a:gd name="connsiteY18" fmla="*/ 1501856 h 6130481"/>
                <a:gd name="connsiteX19" fmla="*/ 3551900 w 5517475"/>
                <a:gd name="connsiteY19" fmla="*/ 808425 h 6130481"/>
                <a:gd name="connsiteX20" fmla="*/ 2549095 w 5517475"/>
                <a:gd name="connsiteY20" fmla="*/ 559851 h 6130481"/>
                <a:gd name="connsiteX21" fmla="*/ 1712566 w 5517475"/>
                <a:gd name="connsiteY21" fmla="*/ 812008 h 6130481"/>
                <a:gd name="connsiteX22" fmla="*/ 906044 w 5517475"/>
                <a:gd name="connsiteY22" fmla="*/ 1502976 h 6130481"/>
                <a:gd name="connsiteX23" fmla="*/ 558825 w 5517475"/>
                <a:gd name="connsiteY23" fmla="*/ 1831049 h 6130481"/>
                <a:gd name="connsiteX24" fmla="*/ 25063 w 5517475"/>
                <a:gd name="connsiteY24" fmla="*/ 2389556 h 6130481"/>
                <a:gd name="connsiteX25" fmla="*/ 0 w 5517475"/>
                <a:gd name="connsiteY25" fmla="*/ 2432109 h 6130481"/>
                <a:gd name="connsiteX26" fmla="*/ 0 w 5517475"/>
                <a:gd name="connsiteY26" fmla="*/ 1587383 h 6130481"/>
                <a:gd name="connsiteX27" fmla="*/ 76951 w 5517475"/>
                <a:gd name="connsiteY27" fmla="*/ 1513741 h 6130481"/>
                <a:gd name="connsiteX28" fmla="*/ 510118 w 5517475"/>
                <a:gd name="connsiteY28" fmla="*/ 1107273 h 6130481"/>
                <a:gd name="connsiteX29" fmla="*/ 2549095 w 5517475"/>
                <a:gd name="connsiteY29" fmla="*/ 0 h 6130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517475" h="6130481">
                  <a:moveTo>
                    <a:pt x="2549095" y="0"/>
                  </a:moveTo>
                  <a:cubicBezTo>
                    <a:pt x="3508568" y="0"/>
                    <a:pt x="4219915" y="463445"/>
                    <a:pt x="4804175" y="1134258"/>
                  </a:cubicBezTo>
                  <a:cubicBezTo>
                    <a:pt x="5291694" y="1694109"/>
                    <a:pt x="5723899" y="2516643"/>
                    <a:pt x="5411838" y="3362353"/>
                  </a:cubicBezTo>
                  <a:cubicBezTo>
                    <a:pt x="4993181" y="4496612"/>
                    <a:pt x="5178268" y="4716633"/>
                    <a:pt x="4601621" y="5293280"/>
                  </a:cubicBezTo>
                  <a:cubicBezTo>
                    <a:pt x="4024863" y="5869926"/>
                    <a:pt x="3361551" y="6130481"/>
                    <a:pt x="2481577" y="6130481"/>
                  </a:cubicBezTo>
                  <a:cubicBezTo>
                    <a:pt x="1609329" y="6130481"/>
                    <a:pt x="818932" y="5780127"/>
                    <a:pt x="243517" y="5212325"/>
                  </a:cubicBezTo>
                  <a:cubicBezTo>
                    <a:pt x="170302" y="5140091"/>
                    <a:pt x="100568" y="5064339"/>
                    <a:pt x="34587" y="4985345"/>
                  </a:cubicBezTo>
                  <a:lnTo>
                    <a:pt x="0" y="4939620"/>
                  </a:lnTo>
                  <a:lnTo>
                    <a:pt x="0" y="3799573"/>
                  </a:lnTo>
                  <a:lnTo>
                    <a:pt x="64364" y="3974159"/>
                  </a:lnTo>
                  <a:cubicBezTo>
                    <a:pt x="198841" y="4289243"/>
                    <a:pt x="391429" y="4571632"/>
                    <a:pt x="636644" y="4813600"/>
                  </a:cubicBezTo>
                  <a:cubicBezTo>
                    <a:pt x="1131328" y="5301566"/>
                    <a:pt x="1786578" y="5570406"/>
                    <a:pt x="2481577" y="5570406"/>
                  </a:cubicBezTo>
                  <a:cubicBezTo>
                    <a:pt x="2854550" y="5570406"/>
                    <a:pt x="3171314" y="5516996"/>
                    <a:pt x="3449896" y="5407153"/>
                  </a:cubicBezTo>
                  <a:cubicBezTo>
                    <a:pt x="3723103" y="5299438"/>
                    <a:pt x="3970333" y="5132603"/>
                    <a:pt x="4205695" y="4897241"/>
                  </a:cubicBezTo>
                  <a:cubicBezTo>
                    <a:pt x="4369395" y="4733653"/>
                    <a:pt x="4426836" y="4637358"/>
                    <a:pt x="4461434" y="4564802"/>
                  </a:cubicBezTo>
                  <a:cubicBezTo>
                    <a:pt x="4510701" y="4461453"/>
                    <a:pt x="4543509" y="4330784"/>
                    <a:pt x="4588969" y="4149952"/>
                  </a:cubicBezTo>
                  <a:cubicBezTo>
                    <a:pt x="4646969" y="3918846"/>
                    <a:pt x="4726468" y="3602194"/>
                    <a:pt x="4886585" y="3168421"/>
                  </a:cubicBezTo>
                  <a:cubicBezTo>
                    <a:pt x="4984560" y="2902940"/>
                    <a:pt x="4981760" y="2626037"/>
                    <a:pt x="4877964" y="2321590"/>
                  </a:cubicBezTo>
                  <a:cubicBezTo>
                    <a:pt x="4786260" y="2052526"/>
                    <a:pt x="4614834" y="1769129"/>
                    <a:pt x="4382048" y="1501856"/>
                  </a:cubicBezTo>
                  <a:cubicBezTo>
                    <a:pt x="4110072" y="1189683"/>
                    <a:pt x="3838544" y="962832"/>
                    <a:pt x="3551900" y="808425"/>
                  </a:cubicBezTo>
                  <a:cubicBezTo>
                    <a:pt x="3241183" y="641141"/>
                    <a:pt x="2913222" y="559851"/>
                    <a:pt x="2549095" y="559851"/>
                  </a:cubicBezTo>
                  <a:cubicBezTo>
                    <a:pt x="2253830" y="559851"/>
                    <a:pt x="1988013" y="640134"/>
                    <a:pt x="1712566" y="812008"/>
                  </a:cubicBezTo>
                  <a:cubicBezTo>
                    <a:pt x="1428385" y="989593"/>
                    <a:pt x="1158313" y="1250707"/>
                    <a:pt x="906044" y="1502976"/>
                  </a:cubicBezTo>
                  <a:cubicBezTo>
                    <a:pt x="788140" y="1620769"/>
                    <a:pt x="671579" y="1727700"/>
                    <a:pt x="558825" y="1831049"/>
                  </a:cubicBezTo>
                  <a:cubicBezTo>
                    <a:pt x="340371" y="2031140"/>
                    <a:pt x="151813" y="2204022"/>
                    <a:pt x="25063" y="2389556"/>
                  </a:cubicBezTo>
                  <a:lnTo>
                    <a:pt x="0" y="2432109"/>
                  </a:lnTo>
                  <a:lnTo>
                    <a:pt x="0" y="1587383"/>
                  </a:lnTo>
                  <a:lnTo>
                    <a:pt x="76951" y="1513741"/>
                  </a:lnTo>
                  <a:cubicBezTo>
                    <a:pt x="217918" y="1383294"/>
                    <a:pt x="365956" y="1251435"/>
                    <a:pt x="510118" y="1107273"/>
                  </a:cubicBezTo>
                  <a:cubicBezTo>
                    <a:pt x="1086764" y="530627"/>
                    <a:pt x="1669121" y="0"/>
                    <a:pt x="25490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4B356D9-49C3-412F-8E03-AC9AE8371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0"/>
              <a:ext cx="5646974" cy="6483075"/>
            </a:xfrm>
            <a:custGeom>
              <a:avLst/>
              <a:gdLst>
                <a:gd name="connsiteX0" fmla="*/ 2405773 w 5646974"/>
                <a:gd name="connsiteY0" fmla="*/ 0 h 6483075"/>
                <a:gd name="connsiteX1" fmla="*/ 5646974 w 5646974"/>
                <a:gd name="connsiteY1" fmla="*/ 3241538 h 6483075"/>
                <a:gd name="connsiteX2" fmla="*/ 2405773 w 5646974"/>
                <a:gd name="connsiteY2" fmla="*/ 6483075 h 6483075"/>
                <a:gd name="connsiteX3" fmla="*/ 113897 w 5646974"/>
                <a:gd name="connsiteY3" fmla="*/ 5533666 h 6483075"/>
                <a:gd name="connsiteX4" fmla="*/ 0 w 5646974"/>
                <a:gd name="connsiteY4" fmla="*/ 5408336 h 6483075"/>
                <a:gd name="connsiteX5" fmla="*/ 0 w 5646974"/>
                <a:gd name="connsiteY5" fmla="*/ 4983659 h 6483075"/>
                <a:gd name="connsiteX6" fmla="*/ 155731 w 5646974"/>
                <a:gd name="connsiteY6" fmla="*/ 5176047 h 6483075"/>
                <a:gd name="connsiteX7" fmla="*/ 1093706 w 5646974"/>
                <a:gd name="connsiteY7" fmla="*/ 5866903 h 6483075"/>
                <a:gd name="connsiteX8" fmla="*/ 1639673 w 5646974"/>
                <a:gd name="connsiteY8" fmla="*/ 6059940 h 6483075"/>
                <a:gd name="connsiteX9" fmla="*/ 1709990 w 5646974"/>
                <a:gd name="connsiteY9" fmla="*/ 6076287 h 6483075"/>
                <a:gd name="connsiteX10" fmla="*/ 1780307 w 5646974"/>
                <a:gd name="connsiteY10" fmla="*/ 6091963 h 6483075"/>
                <a:gd name="connsiteX11" fmla="*/ 1851072 w 5646974"/>
                <a:gd name="connsiteY11" fmla="*/ 6105176 h 6483075"/>
                <a:gd name="connsiteX12" fmla="*/ 1886455 w 5646974"/>
                <a:gd name="connsiteY12" fmla="*/ 6111782 h 6483075"/>
                <a:gd name="connsiteX13" fmla="*/ 1921949 w 5646974"/>
                <a:gd name="connsiteY13" fmla="*/ 6117716 h 6483075"/>
                <a:gd name="connsiteX14" fmla="*/ 2064152 w 5646974"/>
                <a:gd name="connsiteY14" fmla="*/ 6137647 h 6483075"/>
                <a:gd name="connsiteX15" fmla="*/ 2206914 w 5646974"/>
                <a:gd name="connsiteY15" fmla="*/ 6151195 h 6483075"/>
                <a:gd name="connsiteX16" fmla="*/ 2350011 w 5646974"/>
                <a:gd name="connsiteY16" fmla="*/ 6158250 h 6483075"/>
                <a:gd name="connsiteX17" fmla="*/ 2493109 w 5646974"/>
                <a:gd name="connsiteY17" fmla="*/ 6159705 h 6483075"/>
                <a:gd name="connsiteX18" fmla="*/ 2781321 w 5646974"/>
                <a:gd name="connsiteY18" fmla="*/ 6147277 h 6483075"/>
                <a:gd name="connsiteX19" fmla="*/ 3345091 w 5646974"/>
                <a:gd name="connsiteY19" fmla="*/ 6060276 h 6483075"/>
                <a:gd name="connsiteX20" fmla="*/ 3878853 w 5646974"/>
                <a:gd name="connsiteY20" fmla="*/ 5871718 h 6483075"/>
                <a:gd name="connsiteX21" fmla="*/ 4367267 w 5646974"/>
                <a:gd name="connsiteY21" fmla="*/ 5573093 h 6483075"/>
                <a:gd name="connsiteX22" fmla="*/ 4424484 w 5646974"/>
                <a:gd name="connsiteY22" fmla="*/ 5528529 h 6483075"/>
                <a:gd name="connsiteX23" fmla="*/ 4481252 w 5646974"/>
                <a:gd name="connsiteY23" fmla="*/ 5483069 h 6483075"/>
                <a:gd name="connsiteX24" fmla="*/ 4536790 w 5646974"/>
                <a:gd name="connsiteY24" fmla="*/ 5435818 h 6483075"/>
                <a:gd name="connsiteX25" fmla="*/ 4591543 w 5646974"/>
                <a:gd name="connsiteY25" fmla="*/ 5387671 h 6483075"/>
                <a:gd name="connsiteX26" fmla="*/ 4794209 w 5646974"/>
                <a:gd name="connsiteY26" fmla="*/ 5181198 h 6483075"/>
                <a:gd name="connsiteX27" fmla="*/ 4956678 w 5646974"/>
                <a:gd name="connsiteY27" fmla="*/ 4945836 h 6483075"/>
                <a:gd name="connsiteX28" fmla="*/ 4989262 w 5646974"/>
                <a:gd name="connsiteY28" fmla="*/ 4881453 h 6483075"/>
                <a:gd name="connsiteX29" fmla="*/ 5017814 w 5646974"/>
                <a:gd name="connsiteY29" fmla="*/ 4814607 h 6483075"/>
                <a:gd name="connsiteX30" fmla="*/ 5044127 w 5646974"/>
                <a:gd name="connsiteY30" fmla="*/ 4746193 h 6483075"/>
                <a:gd name="connsiteX31" fmla="*/ 5068425 w 5646974"/>
                <a:gd name="connsiteY31" fmla="*/ 4676436 h 6483075"/>
                <a:gd name="connsiteX32" fmla="*/ 5154641 w 5646974"/>
                <a:gd name="connsiteY32" fmla="*/ 4390352 h 6483075"/>
                <a:gd name="connsiteX33" fmla="*/ 5196854 w 5646974"/>
                <a:gd name="connsiteY33" fmla="*/ 4246134 h 6483075"/>
                <a:gd name="connsiteX34" fmla="*/ 5240299 w 5646974"/>
                <a:gd name="connsiteY34" fmla="*/ 4102140 h 6483075"/>
                <a:gd name="connsiteX35" fmla="*/ 5432440 w 5646974"/>
                <a:gd name="connsiteY35" fmla="*/ 3532884 h 6483075"/>
                <a:gd name="connsiteX36" fmla="*/ 5528846 w 5646974"/>
                <a:gd name="connsiteY36" fmla="*/ 2951647 h 6483075"/>
                <a:gd name="connsiteX37" fmla="*/ 5495927 w 5646974"/>
                <a:gd name="connsiteY37" fmla="*/ 2658733 h 6483075"/>
                <a:gd name="connsiteX38" fmla="*/ 5480027 w 5646974"/>
                <a:gd name="connsiteY38" fmla="*/ 2586848 h 6483075"/>
                <a:gd name="connsiteX39" fmla="*/ 5461328 w 5646974"/>
                <a:gd name="connsiteY39" fmla="*/ 2515635 h 6483075"/>
                <a:gd name="connsiteX40" fmla="*/ 5439605 w 5646974"/>
                <a:gd name="connsiteY40" fmla="*/ 2445317 h 6483075"/>
                <a:gd name="connsiteX41" fmla="*/ 5415532 w 5646974"/>
                <a:gd name="connsiteY41" fmla="*/ 2375896 h 6483075"/>
                <a:gd name="connsiteX42" fmla="*/ 5144564 w 5646974"/>
                <a:gd name="connsiteY42" fmla="*/ 1857138 h 6483075"/>
                <a:gd name="connsiteX43" fmla="*/ 4774838 w 5646974"/>
                <a:gd name="connsiteY43" fmla="*/ 1405450 h 6483075"/>
                <a:gd name="connsiteX44" fmla="*/ 4345769 w 5646974"/>
                <a:gd name="connsiteY44" fmla="*/ 1012323 h 6483075"/>
                <a:gd name="connsiteX45" fmla="*/ 4115334 w 5646974"/>
                <a:gd name="connsiteY45" fmla="*/ 841344 h 6483075"/>
                <a:gd name="connsiteX46" fmla="*/ 3874038 w 5646974"/>
                <a:gd name="connsiteY46" fmla="*/ 691528 h 6483075"/>
                <a:gd name="connsiteX47" fmla="*/ 3359535 w 5646974"/>
                <a:gd name="connsiteY47" fmla="*/ 468819 h 6483075"/>
                <a:gd name="connsiteX48" fmla="*/ 2811105 w 5646974"/>
                <a:gd name="connsiteY48" fmla="*/ 366031 h 6483075"/>
                <a:gd name="connsiteX49" fmla="*/ 2741124 w 5646974"/>
                <a:gd name="connsiteY49" fmla="*/ 361440 h 6483075"/>
                <a:gd name="connsiteX50" fmla="*/ 2671030 w 5646974"/>
                <a:gd name="connsiteY50" fmla="*/ 358417 h 6483075"/>
                <a:gd name="connsiteX51" fmla="*/ 2600713 w 5646974"/>
                <a:gd name="connsiteY51" fmla="*/ 357521 h 6483075"/>
                <a:gd name="connsiteX52" fmla="*/ 2531739 w 5646974"/>
                <a:gd name="connsiteY52" fmla="*/ 358529 h 6483075"/>
                <a:gd name="connsiteX53" fmla="*/ 2259988 w 5646974"/>
                <a:gd name="connsiteY53" fmla="*/ 385289 h 6483075"/>
                <a:gd name="connsiteX54" fmla="*/ 1740670 w 5646974"/>
                <a:gd name="connsiteY54" fmla="*/ 553917 h 6483075"/>
                <a:gd name="connsiteX55" fmla="*/ 1264124 w 5646974"/>
                <a:gd name="connsiteY55" fmla="*/ 853549 h 6483075"/>
                <a:gd name="connsiteX56" fmla="*/ 823074 w 5646974"/>
                <a:gd name="connsiteY56" fmla="*/ 1234136 h 6483075"/>
                <a:gd name="connsiteX57" fmla="*/ 715694 w 5646974"/>
                <a:gd name="connsiteY57" fmla="*/ 1336252 h 6483075"/>
                <a:gd name="connsiteX58" fmla="*/ 606859 w 5646974"/>
                <a:gd name="connsiteY58" fmla="*/ 1440945 h 6483075"/>
                <a:gd name="connsiteX59" fmla="*/ 382023 w 5646974"/>
                <a:gd name="connsiteY59" fmla="*/ 1646074 h 6483075"/>
                <a:gd name="connsiteX60" fmla="*/ 158531 w 5646974"/>
                <a:gd name="connsiteY60" fmla="*/ 1843813 h 6483075"/>
                <a:gd name="connsiteX61" fmla="*/ 0 w 5646974"/>
                <a:gd name="connsiteY61" fmla="*/ 1991775 h 6483075"/>
                <a:gd name="connsiteX62" fmla="*/ 0 w 5646974"/>
                <a:gd name="connsiteY62" fmla="*/ 1074740 h 6483075"/>
                <a:gd name="connsiteX63" fmla="*/ 113897 w 5646974"/>
                <a:gd name="connsiteY63" fmla="*/ 949410 h 6483075"/>
                <a:gd name="connsiteX64" fmla="*/ 2405773 w 5646974"/>
                <a:gd name="connsiteY64" fmla="*/ 0 h 6483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5646974" h="6483075">
                  <a:moveTo>
                    <a:pt x="2405773" y="0"/>
                  </a:moveTo>
                  <a:cubicBezTo>
                    <a:pt x="4195841" y="0"/>
                    <a:pt x="5646974" y="1451246"/>
                    <a:pt x="5646974" y="3241538"/>
                  </a:cubicBezTo>
                  <a:cubicBezTo>
                    <a:pt x="5646974" y="5031830"/>
                    <a:pt x="4195841" y="6483075"/>
                    <a:pt x="2405773" y="6483075"/>
                  </a:cubicBezTo>
                  <a:cubicBezTo>
                    <a:pt x="1510739" y="6483075"/>
                    <a:pt x="700439" y="6120264"/>
                    <a:pt x="113897" y="5533666"/>
                  </a:cubicBezTo>
                  <a:lnTo>
                    <a:pt x="0" y="5408336"/>
                  </a:lnTo>
                  <a:lnTo>
                    <a:pt x="0" y="4983659"/>
                  </a:lnTo>
                  <a:lnTo>
                    <a:pt x="155731" y="5176047"/>
                  </a:lnTo>
                  <a:cubicBezTo>
                    <a:pt x="417742" y="5469073"/>
                    <a:pt x="741224" y="5704211"/>
                    <a:pt x="1093706" y="5866903"/>
                  </a:cubicBezTo>
                  <a:cubicBezTo>
                    <a:pt x="1269947" y="5948418"/>
                    <a:pt x="1453018" y="6013137"/>
                    <a:pt x="1639673" y="6059940"/>
                  </a:cubicBezTo>
                  <a:lnTo>
                    <a:pt x="1709990" y="6076287"/>
                  </a:lnTo>
                  <a:cubicBezTo>
                    <a:pt x="1733504" y="6081550"/>
                    <a:pt x="1756570" y="6088156"/>
                    <a:pt x="1780307" y="6091963"/>
                  </a:cubicBezTo>
                  <a:lnTo>
                    <a:pt x="1851072" y="6105176"/>
                  </a:lnTo>
                  <a:lnTo>
                    <a:pt x="1886455" y="6111782"/>
                  </a:lnTo>
                  <a:cubicBezTo>
                    <a:pt x="1898212" y="6114021"/>
                    <a:pt x="1909969" y="6116373"/>
                    <a:pt x="1921949" y="6117716"/>
                  </a:cubicBezTo>
                  <a:cubicBezTo>
                    <a:pt x="1969425" y="6124323"/>
                    <a:pt x="2016676" y="6131489"/>
                    <a:pt x="2064152" y="6137647"/>
                  </a:cubicBezTo>
                  <a:cubicBezTo>
                    <a:pt x="2111851" y="6141790"/>
                    <a:pt x="2159438" y="6146381"/>
                    <a:pt x="2206914" y="6151195"/>
                  </a:cubicBezTo>
                  <a:lnTo>
                    <a:pt x="2350011" y="6158250"/>
                  </a:lnTo>
                  <a:cubicBezTo>
                    <a:pt x="2397711" y="6159593"/>
                    <a:pt x="2445410" y="6159146"/>
                    <a:pt x="2493109" y="6159705"/>
                  </a:cubicBezTo>
                  <a:cubicBezTo>
                    <a:pt x="2589068" y="6158137"/>
                    <a:pt x="2685922" y="6154666"/>
                    <a:pt x="2781321" y="6147277"/>
                  </a:cubicBezTo>
                  <a:cubicBezTo>
                    <a:pt x="2972566" y="6132944"/>
                    <a:pt x="3161348" y="6105288"/>
                    <a:pt x="3345091" y="6060276"/>
                  </a:cubicBezTo>
                  <a:cubicBezTo>
                    <a:pt x="3528834" y="6015375"/>
                    <a:pt x="3707539" y="5952785"/>
                    <a:pt x="3878853" y="5871718"/>
                  </a:cubicBezTo>
                  <a:cubicBezTo>
                    <a:pt x="4050167" y="5790428"/>
                    <a:pt x="4213084" y="5689318"/>
                    <a:pt x="4367267" y="5573093"/>
                  </a:cubicBezTo>
                  <a:lnTo>
                    <a:pt x="4424484" y="5528529"/>
                  </a:lnTo>
                  <a:cubicBezTo>
                    <a:pt x="4443631" y="5513637"/>
                    <a:pt x="4463113" y="5499193"/>
                    <a:pt x="4481252" y="5483069"/>
                  </a:cubicBezTo>
                  <a:lnTo>
                    <a:pt x="4536790" y="5435818"/>
                  </a:lnTo>
                  <a:cubicBezTo>
                    <a:pt x="4555265" y="5419918"/>
                    <a:pt x="4574188" y="5404466"/>
                    <a:pt x="4591543" y="5387671"/>
                  </a:cubicBezTo>
                  <a:cubicBezTo>
                    <a:pt x="4662980" y="5321944"/>
                    <a:pt x="4733074" y="5254650"/>
                    <a:pt x="4794209" y="5181198"/>
                  </a:cubicBezTo>
                  <a:cubicBezTo>
                    <a:pt x="4857808" y="5109089"/>
                    <a:pt x="4910434" y="5029926"/>
                    <a:pt x="4956678" y="4945836"/>
                  </a:cubicBezTo>
                  <a:cubicBezTo>
                    <a:pt x="4967651" y="4924450"/>
                    <a:pt x="4978624" y="4903064"/>
                    <a:pt x="4989262" y="4881453"/>
                  </a:cubicBezTo>
                  <a:lnTo>
                    <a:pt x="5017814" y="4814607"/>
                  </a:lnTo>
                  <a:cubicBezTo>
                    <a:pt x="5027891" y="4792549"/>
                    <a:pt x="5035393" y="4769035"/>
                    <a:pt x="5044127" y="4746193"/>
                  </a:cubicBezTo>
                  <a:cubicBezTo>
                    <a:pt x="5052636" y="4723128"/>
                    <a:pt x="5061146" y="4700174"/>
                    <a:pt x="5068425" y="4676436"/>
                  </a:cubicBezTo>
                  <a:cubicBezTo>
                    <a:pt x="5099552" y="4582717"/>
                    <a:pt x="5126985" y="4486422"/>
                    <a:pt x="5154641" y="4390352"/>
                  </a:cubicBezTo>
                  <a:lnTo>
                    <a:pt x="5196854" y="4246134"/>
                  </a:lnTo>
                  <a:lnTo>
                    <a:pt x="5240299" y="4102140"/>
                  </a:lnTo>
                  <a:cubicBezTo>
                    <a:pt x="5299195" y="3910560"/>
                    <a:pt x="5364697" y="3721330"/>
                    <a:pt x="5432440" y="3532884"/>
                  </a:cubicBezTo>
                  <a:cubicBezTo>
                    <a:pt x="5500294" y="3346902"/>
                    <a:pt x="5533549" y="3148714"/>
                    <a:pt x="5528846" y="2951647"/>
                  </a:cubicBezTo>
                  <a:cubicBezTo>
                    <a:pt x="5526831" y="2853113"/>
                    <a:pt x="5515409" y="2755027"/>
                    <a:pt x="5495927" y="2658733"/>
                  </a:cubicBezTo>
                  <a:cubicBezTo>
                    <a:pt x="5491112" y="2634659"/>
                    <a:pt x="5486297" y="2610585"/>
                    <a:pt x="5480027" y="2586848"/>
                  </a:cubicBezTo>
                  <a:cubicBezTo>
                    <a:pt x="5474205" y="2562998"/>
                    <a:pt x="5468718" y="2539036"/>
                    <a:pt x="5461328" y="2515635"/>
                  </a:cubicBezTo>
                  <a:cubicBezTo>
                    <a:pt x="5454386" y="2492009"/>
                    <a:pt x="5447668" y="2468495"/>
                    <a:pt x="5439605" y="2445317"/>
                  </a:cubicBezTo>
                  <a:cubicBezTo>
                    <a:pt x="5431879" y="2422028"/>
                    <a:pt x="5424378" y="2398738"/>
                    <a:pt x="5415532" y="2375896"/>
                  </a:cubicBezTo>
                  <a:cubicBezTo>
                    <a:pt x="5347790" y="2191817"/>
                    <a:pt x="5254071" y="2018599"/>
                    <a:pt x="5144564" y="1857138"/>
                  </a:cubicBezTo>
                  <a:cubicBezTo>
                    <a:pt x="5034946" y="1695565"/>
                    <a:pt x="4909762" y="1545301"/>
                    <a:pt x="4774838" y="1405450"/>
                  </a:cubicBezTo>
                  <a:cubicBezTo>
                    <a:pt x="4638907" y="1265040"/>
                    <a:pt x="4496145" y="1132131"/>
                    <a:pt x="4345769" y="1012323"/>
                  </a:cubicBezTo>
                  <a:cubicBezTo>
                    <a:pt x="4270749" y="952195"/>
                    <a:pt x="4194273" y="894642"/>
                    <a:pt x="4115334" y="841344"/>
                  </a:cubicBezTo>
                  <a:cubicBezTo>
                    <a:pt x="4037067" y="787263"/>
                    <a:pt x="3956336" y="737548"/>
                    <a:pt x="3874038" y="691528"/>
                  </a:cubicBezTo>
                  <a:cubicBezTo>
                    <a:pt x="3709554" y="599712"/>
                    <a:pt x="3537792" y="523349"/>
                    <a:pt x="3359535" y="468819"/>
                  </a:cubicBezTo>
                  <a:cubicBezTo>
                    <a:pt x="3181278" y="414514"/>
                    <a:pt x="2997311" y="380699"/>
                    <a:pt x="2811105" y="366031"/>
                  </a:cubicBezTo>
                  <a:cubicBezTo>
                    <a:pt x="2787703" y="364575"/>
                    <a:pt x="2764525" y="362448"/>
                    <a:pt x="2741124" y="361440"/>
                  </a:cubicBezTo>
                  <a:lnTo>
                    <a:pt x="2671030" y="358417"/>
                  </a:lnTo>
                  <a:lnTo>
                    <a:pt x="2600713" y="357521"/>
                  </a:lnTo>
                  <a:cubicBezTo>
                    <a:pt x="2577087" y="356961"/>
                    <a:pt x="2554805" y="358305"/>
                    <a:pt x="2531739" y="358529"/>
                  </a:cubicBezTo>
                  <a:cubicBezTo>
                    <a:pt x="2440259" y="360992"/>
                    <a:pt x="2349564" y="370285"/>
                    <a:pt x="2259988" y="385289"/>
                  </a:cubicBezTo>
                  <a:cubicBezTo>
                    <a:pt x="2080723" y="415521"/>
                    <a:pt x="1906945" y="473634"/>
                    <a:pt x="1740670" y="553917"/>
                  </a:cubicBezTo>
                  <a:cubicBezTo>
                    <a:pt x="1574506" y="634647"/>
                    <a:pt x="1415844" y="737100"/>
                    <a:pt x="1264124" y="853549"/>
                  </a:cubicBezTo>
                  <a:cubicBezTo>
                    <a:pt x="1112181" y="969886"/>
                    <a:pt x="966508" y="1099212"/>
                    <a:pt x="823074" y="1234136"/>
                  </a:cubicBezTo>
                  <a:cubicBezTo>
                    <a:pt x="787131" y="1267951"/>
                    <a:pt x="751413" y="1301990"/>
                    <a:pt x="715694" y="1336252"/>
                  </a:cubicBezTo>
                  <a:lnTo>
                    <a:pt x="606859" y="1440945"/>
                  </a:lnTo>
                  <a:cubicBezTo>
                    <a:pt x="532623" y="1511374"/>
                    <a:pt x="457267" y="1579452"/>
                    <a:pt x="382023" y="1646074"/>
                  </a:cubicBezTo>
                  <a:lnTo>
                    <a:pt x="158531" y="1843813"/>
                  </a:lnTo>
                  <a:lnTo>
                    <a:pt x="0" y="1991775"/>
                  </a:lnTo>
                  <a:lnTo>
                    <a:pt x="0" y="1074740"/>
                  </a:lnTo>
                  <a:lnTo>
                    <a:pt x="113897" y="949410"/>
                  </a:lnTo>
                  <a:cubicBezTo>
                    <a:pt x="700439" y="362812"/>
                    <a:pt x="1510739" y="0"/>
                    <a:pt x="2405773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663BCDF-D183-B5DF-5344-A98A33094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2023236"/>
            <a:ext cx="3659777" cy="2820908"/>
          </a:xfrm>
        </p:spPr>
        <p:txBody>
          <a:bodyPr>
            <a:normAutofit/>
          </a:bodyPr>
          <a:lstStyle/>
          <a:p>
            <a:r>
              <a:rPr lang="en-GB" sz="3400">
                <a:solidFill>
                  <a:schemeClr val="tx2"/>
                </a:solidFill>
              </a:rPr>
              <a:t>Why we need DesiredCapabilities</a:t>
            </a:r>
            <a:endParaRPr lang="en-IN" sz="3400">
              <a:solidFill>
                <a:schemeClr val="tx2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FA5FB32-BF89-ADFD-B2E7-119CA813A2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3013923"/>
              </p:ext>
            </p:extLst>
          </p:nvPr>
        </p:nvGraphicFramePr>
        <p:xfrm>
          <a:off x="6091238" y="955653"/>
          <a:ext cx="5115491" cy="49478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115461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B59EF8-D317-F5B0-D034-D8662C7E2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96" y="435428"/>
            <a:ext cx="10579608" cy="1188720"/>
          </a:xfrm>
        </p:spPr>
        <p:txBody>
          <a:bodyPr>
            <a:normAutofit/>
          </a:bodyPr>
          <a:lstStyle/>
          <a:p>
            <a:r>
              <a:rPr lang="en-GB" sz="4000" dirty="0">
                <a:solidFill>
                  <a:schemeClr val="tx2"/>
                </a:solidFill>
              </a:rPr>
              <a:t>Properties in DesiredCapabilities</a:t>
            </a:r>
            <a:endParaRPr lang="en-IN" sz="4000" dirty="0">
              <a:solidFill>
                <a:schemeClr val="tx2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441F8D5-EBCE-4FB9-91A9-3425971C1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262397" y="134260"/>
            <a:ext cx="3142400" cy="2716805"/>
            <a:chOff x="-305" y="-4155"/>
            <a:chExt cx="2514948" cy="2174333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A5E80E2-35F9-41F3-A2B8-A2F17D956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88BDEEE-0C30-49F3-8D05-B062EF890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21E0C27-19E6-45DC-B154-493480207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3A55340-18E0-4A23-B406-BD1221643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8701F99-7E4C-4B92-A4B5-307CDFB7A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5047906"/>
            <a:ext cx="2412221" cy="1810094"/>
            <a:chOff x="-305" y="-1"/>
            <a:chExt cx="3832880" cy="2876136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41E616B-C319-43C1-9A9C-A2074B2E8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C86BD2B-CA73-48DF-9CC8-0152EA6B1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9C1AA9D-3FCF-4B84-94D1-51F0E1517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D7CE92F-1DE7-4252-A62C-77ACF8C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11961D-0877-ADE4-6BFE-EDA5696621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9278895"/>
              </p:ext>
            </p:extLst>
          </p:nvPr>
        </p:nvGraphicFramePr>
        <p:xfrm>
          <a:off x="1130374" y="2543633"/>
          <a:ext cx="9931252" cy="3566164"/>
        </p:xfrm>
        <a:graphic>
          <a:graphicData uri="http://schemas.openxmlformats.org/drawingml/2006/table">
            <a:tbl>
              <a:tblPr/>
              <a:tblGrid>
                <a:gridCol w="3785879">
                  <a:extLst>
                    <a:ext uri="{9D8B030D-6E8A-4147-A177-3AD203B41FA5}">
                      <a16:colId xmlns:a16="http://schemas.microsoft.com/office/drawing/2014/main" val="123730856"/>
                    </a:ext>
                  </a:extLst>
                </a:gridCol>
                <a:gridCol w="6145373">
                  <a:extLst>
                    <a:ext uri="{9D8B030D-6E8A-4147-A177-3AD203B41FA5}">
                      <a16:colId xmlns:a16="http://schemas.microsoft.com/office/drawing/2014/main" val="2956060913"/>
                    </a:ext>
                  </a:extLst>
                </a:gridCol>
              </a:tblGrid>
              <a:tr h="50945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Capability</a:t>
                      </a:r>
                      <a:endParaRPr lang="en-IN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363" marR="15363" marT="153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7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Description</a:t>
                      </a:r>
                      <a:endParaRPr lang="en-IN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363" marR="15363" marT="153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102710"/>
                  </a:ext>
                </a:extLst>
              </a:tr>
              <a:tr h="5094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browserName</a:t>
                      </a:r>
                      <a:endParaRPr lang="en-IN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363" marR="15363" marT="153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Name of the browser (e.g., Chrome, Firefox)</a:t>
                      </a:r>
                      <a:endParaRPr lang="en-GB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363" marR="15363" marT="153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4659543"/>
                  </a:ext>
                </a:extLst>
              </a:tr>
              <a:tr h="5094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version</a:t>
                      </a:r>
                      <a:endParaRPr lang="en-IN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363" marR="15363" marT="153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Browser version</a:t>
                      </a:r>
                      <a:endParaRPr lang="en-IN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363" marR="15363" marT="153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6360217"/>
                  </a:ext>
                </a:extLst>
              </a:tr>
              <a:tr h="5094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platform</a:t>
                      </a:r>
                      <a:endParaRPr lang="en-IN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363" marR="15363" marT="153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2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OS platform (Windows, Linux, etc.)</a:t>
                      </a:r>
                      <a:endParaRPr lang="pt-BR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363" marR="15363" marT="153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0046981"/>
                  </a:ext>
                </a:extLst>
              </a:tr>
              <a:tr h="5094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acceptSslCerts</a:t>
                      </a:r>
                      <a:endParaRPr lang="en-IN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363" marR="15363" marT="153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Accept insecure SSL certificates</a:t>
                      </a:r>
                      <a:endParaRPr lang="en-IN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363" marR="15363" marT="153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277525"/>
                  </a:ext>
                </a:extLst>
              </a:tr>
              <a:tr h="5094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headless</a:t>
                      </a:r>
                      <a:endParaRPr lang="en-IN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363" marR="15363" marT="153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7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Run browser in headless mode</a:t>
                      </a:r>
                      <a:endParaRPr lang="en-GB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363" marR="15363" marT="153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603042"/>
                  </a:ext>
                </a:extLst>
              </a:tr>
              <a:tr h="50945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4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deviceName</a:t>
                      </a:r>
                      <a:endParaRPr lang="en-IN" sz="44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363" marR="15363" marT="153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7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Mobile device name (Appium)</a:t>
                      </a:r>
                      <a:endParaRPr lang="en-IN" sz="44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5363" marR="15363" marT="153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1539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382992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7C4728-5CC3-52EF-5B5D-543BC9C84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252" y="170602"/>
            <a:ext cx="5919643" cy="1454051"/>
          </a:xfrm>
        </p:spPr>
        <p:txBody>
          <a:bodyPr>
            <a:normAutofit/>
          </a:bodyPr>
          <a:lstStyle/>
          <a:p>
            <a:r>
              <a:rPr lang="en-GB" sz="3600" dirty="0">
                <a:solidFill>
                  <a:schemeClr val="tx2"/>
                </a:solidFill>
              </a:rPr>
              <a:t>Options Class in Selenium</a:t>
            </a:r>
            <a:endParaRPr lang="en-IN" sz="3600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21546-5ABC-BE19-34DC-C9D682F46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287" y="2038310"/>
            <a:ext cx="6217495" cy="4033547"/>
          </a:xfrm>
        </p:spPr>
        <p:txBody>
          <a:bodyPr anchor="ctr">
            <a:noAutofit/>
          </a:bodyPr>
          <a:lstStyle/>
          <a:p>
            <a:r>
              <a:rPr lang="en-GB" sz="2400" dirty="0">
                <a:solidFill>
                  <a:schemeClr val="tx2"/>
                </a:solidFill>
              </a:rPr>
              <a:t>Options classes allow you to configure browser-specific settings</a:t>
            </a:r>
          </a:p>
          <a:p>
            <a:r>
              <a:rPr lang="en-GB" sz="2400" dirty="0">
                <a:solidFill>
                  <a:schemeClr val="tx2"/>
                </a:solidFill>
              </a:rPr>
              <a:t>Replaces DesiredCapabilities in Selenium 4</a:t>
            </a:r>
          </a:p>
          <a:p>
            <a:r>
              <a:rPr lang="en-GB" sz="2400" dirty="0">
                <a:solidFill>
                  <a:schemeClr val="tx2"/>
                </a:solidFill>
              </a:rPr>
              <a:t>Used to set arguments, preferences, extensions, and capabilities</a:t>
            </a:r>
          </a:p>
          <a:p>
            <a:r>
              <a:rPr lang="en-GB" sz="2400" dirty="0">
                <a:solidFill>
                  <a:schemeClr val="tx2"/>
                </a:solidFill>
              </a:rPr>
              <a:t>Examples: ChromeOptions, FirefoxOptions, EdgeOptions</a:t>
            </a:r>
          </a:p>
          <a:p>
            <a:r>
              <a:rPr lang="en-GB" sz="2400" dirty="0">
                <a:solidFill>
                  <a:schemeClr val="tx2"/>
                </a:solidFill>
              </a:rPr>
              <a:t>Why use options:</a:t>
            </a:r>
            <a:endParaRPr lang="en-IN" sz="2400" dirty="0">
              <a:solidFill>
                <a:schemeClr val="tx2"/>
              </a:solidFill>
            </a:endParaRPr>
          </a:p>
          <a:p>
            <a:pPr lvl="1"/>
            <a:r>
              <a:rPr lang="en-GB" dirty="0">
                <a:solidFill>
                  <a:schemeClr val="tx2"/>
                </a:solidFill>
              </a:rPr>
              <a:t>Launch browser in headless or incognito mode</a:t>
            </a:r>
          </a:p>
          <a:p>
            <a:pPr lvl="1"/>
            <a:r>
              <a:rPr lang="en-GB" dirty="0">
                <a:solidFill>
                  <a:schemeClr val="tx2"/>
                </a:solidFill>
              </a:rPr>
              <a:t>Disable extensions or pop-ups </a:t>
            </a:r>
          </a:p>
          <a:p>
            <a:pPr lvl="1"/>
            <a:r>
              <a:rPr lang="en-GB" dirty="0">
                <a:solidFill>
                  <a:schemeClr val="tx2"/>
                </a:solidFill>
              </a:rPr>
              <a:t>Set download paths or proxy settings</a:t>
            </a:r>
          </a:p>
          <a:p>
            <a:pPr lvl="1"/>
            <a:r>
              <a:rPr lang="en-GB" dirty="0">
                <a:solidFill>
                  <a:schemeClr val="tx2"/>
                </a:solidFill>
              </a:rPr>
              <a:t>Add custom capabilities for Selenium Grid or cloud platforms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Single gear">
            <a:extLst>
              <a:ext uri="{FF2B5EF4-FFF2-40B4-BE49-F238E27FC236}">
                <a16:creationId xmlns:a16="http://schemas.microsoft.com/office/drawing/2014/main" id="{63E8B365-5ADD-40CD-0ABA-FA66DD5059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2782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613BEA-E51C-5C1B-07CA-7D946612D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chemeClr val="tx2"/>
                </a:solidFill>
              </a:rPr>
              <a:t>Common Arguments in Options</a:t>
            </a:r>
            <a:endParaRPr lang="en-IN" sz="4000">
              <a:solidFill>
                <a:schemeClr val="tx2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6566969-F813-4CC5-B3E9-363D85B55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881264" y="-5116"/>
            <a:ext cx="3318648" cy="2490264"/>
            <a:chOff x="-305" y="-1"/>
            <a:chExt cx="3832880" cy="287613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8CF66C-45E2-456B-92B0-9E97A331D1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65D590E-D70D-4D25-B853-D5208F2AA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231501E-3F84-4705-A001-13995FA68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2617E4-47FD-4C38-8F70-93BF9B125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217D733-97B6-4C43-AF0C-5E3CB0EA1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07887"/>
            <a:ext cx="2605762" cy="2252847"/>
            <a:chOff x="-305" y="-4155"/>
            <a:chExt cx="2514948" cy="2174333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D288266-7E76-4D4A-BAAC-E233FA013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697F88A-8624-4BA2-AF06-E6C3A52F0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CA77163-C052-481C-9DCF-68C23ACAB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2B425B5-0A0E-4B85-B718-E5DA73431A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CFE6836-12CB-168D-790A-7CD13995AC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2518925"/>
              </p:ext>
            </p:extLst>
          </p:nvPr>
        </p:nvGraphicFramePr>
        <p:xfrm>
          <a:off x="1036320" y="2671184"/>
          <a:ext cx="10119361" cy="33444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39441">
                  <a:extLst>
                    <a:ext uri="{9D8B030D-6E8A-4147-A177-3AD203B41FA5}">
                      <a16:colId xmlns:a16="http://schemas.microsoft.com/office/drawing/2014/main" val="3456086939"/>
                    </a:ext>
                  </a:extLst>
                </a:gridCol>
                <a:gridCol w="5479920">
                  <a:extLst>
                    <a:ext uri="{9D8B030D-6E8A-4147-A177-3AD203B41FA5}">
                      <a16:colId xmlns:a16="http://schemas.microsoft.com/office/drawing/2014/main" val="2384357143"/>
                    </a:ext>
                  </a:extLst>
                </a:gridCol>
              </a:tblGrid>
              <a:tr h="55740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900" u="none" strike="noStrike">
                          <a:effectLst/>
                        </a:rPr>
                        <a:t>Argument</a:t>
                      </a:r>
                      <a:endParaRPr lang="en-IN" sz="2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810" marR="16810" marT="1681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900" u="none" strike="noStrike">
                          <a:effectLst/>
                        </a:rPr>
                        <a:t>Description</a:t>
                      </a:r>
                      <a:endParaRPr lang="en-IN" sz="2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810" marR="16810" marT="16810" marB="0" anchor="ctr"/>
                </a:tc>
                <a:extLst>
                  <a:ext uri="{0D108BD9-81ED-4DB2-BD59-A6C34878D82A}">
                    <a16:rowId xmlns:a16="http://schemas.microsoft.com/office/drawing/2014/main" val="3320424146"/>
                  </a:ext>
                </a:extLst>
              </a:tr>
              <a:tr h="557406">
                <a:tc>
                  <a:txBody>
                    <a:bodyPr/>
                    <a:lstStyle/>
                    <a:p>
                      <a:pPr algn="l" fontAlgn="ctr"/>
                      <a:r>
                        <a:rPr lang="en-IN" sz="2600" u="none" strike="noStrike">
                          <a:effectLst/>
                        </a:rPr>
                        <a:t>--headless</a:t>
                      </a:r>
                      <a:endParaRPr lang="en-IN" sz="26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6810" marR="16810" marT="168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900" u="none" strike="noStrike">
                          <a:effectLst/>
                        </a:rPr>
                        <a:t>Run browser without GUI</a:t>
                      </a:r>
                      <a:endParaRPr lang="en-IN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810" marR="16810" marT="16810" marB="0" anchor="ctr"/>
                </a:tc>
                <a:extLst>
                  <a:ext uri="{0D108BD9-81ED-4DB2-BD59-A6C34878D82A}">
                    <a16:rowId xmlns:a16="http://schemas.microsoft.com/office/drawing/2014/main" val="720580694"/>
                  </a:ext>
                </a:extLst>
              </a:tr>
              <a:tr h="557406">
                <a:tc>
                  <a:txBody>
                    <a:bodyPr/>
                    <a:lstStyle/>
                    <a:p>
                      <a:pPr algn="l" fontAlgn="ctr"/>
                      <a:r>
                        <a:rPr lang="en-IN" sz="2600" u="none" strike="noStrike">
                          <a:effectLst/>
                        </a:rPr>
                        <a:t>--incognito</a:t>
                      </a:r>
                      <a:endParaRPr lang="en-IN" sz="26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6810" marR="16810" marT="168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900" u="none" strike="noStrike">
                          <a:effectLst/>
                        </a:rPr>
                        <a:t>Launch in private mode</a:t>
                      </a:r>
                      <a:endParaRPr lang="en-IN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810" marR="16810" marT="16810" marB="0" anchor="ctr"/>
                </a:tc>
                <a:extLst>
                  <a:ext uri="{0D108BD9-81ED-4DB2-BD59-A6C34878D82A}">
                    <a16:rowId xmlns:a16="http://schemas.microsoft.com/office/drawing/2014/main" val="1914622739"/>
                  </a:ext>
                </a:extLst>
              </a:tr>
              <a:tr h="557406">
                <a:tc>
                  <a:txBody>
                    <a:bodyPr/>
                    <a:lstStyle/>
                    <a:p>
                      <a:pPr algn="l" fontAlgn="ctr"/>
                      <a:r>
                        <a:rPr lang="en-IN" sz="2600" u="none" strike="noStrike">
                          <a:effectLst/>
                        </a:rPr>
                        <a:t>--start-maximized</a:t>
                      </a:r>
                      <a:endParaRPr lang="en-IN" sz="26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6810" marR="16810" marT="168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2900" u="none" strike="noStrike">
                          <a:effectLst/>
                        </a:rPr>
                        <a:t>Open browser in full screen</a:t>
                      </a:r>
                      <a:endParaRPr lang="en-GB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810" marR="16810" marT="16810" marB="0" anchor="ctr"/>
                </a:tc>
                <a:extLst>
                  <a:ext uri="{0D108BD9-81ED-4DB2-BD59-A6C34878D82A}">
                    <a16:rowId xmlns:a16="http://schemas.microsoft.com/office/drawing/2014/main" val="2765135475"/>
                  </a:ext>
                </a:extLst>
              </a:tr>
              <a:tr h="557406">
                <a:tc>
                  <a:txBody>
                    <a:bodyPr/>
                    <a:lstStyle/>
                    <a:p>
                      <a:pPr algn="l" fontAlgn="ctr"/>
                      <a:r>
                        <a:rPr lang="en-IN" sz="2600" u="none" strike="noStrike">
                          <a:effectLst/>
                        </a:rPr>
                        <a:t>--disable-extensions</a:t>
                      </a:r>
                      <a:endParaRPr lang="en-IN" sz="26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6810" marR="16810" marT="168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900" u="none" strike="noStrike">
                          <a:effectLst/>
                        </a:rPr>
                        <a:t>Disable installed extensions</a:t>
                      </a:r>
                      <a:endParaRPr lang="en-IN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810" marR="16810" marT="16810" marB="0" anchor="ctr"/>
                </a:tc>
                <a:extLst>
                  <a:ext uri="{0D108BD9-81ED-4DB2-BD59-A6C34878D82A}">
                    <a16:rowId xmlns:a16="http://schemas.microsoft.com/office/drawing/2014/main" val="551811506"/>
                  </a:ext>
                </a:extLst>
              </a:tr>
              <a:tr h="557406">
                <a:tc>
                  <a:txBody>
                    <a:bodyPr/>
                    <a:lstStyle/>
                    <a:p>
                      <a:pPr algn="l" fontAlgn="ctr"/>
                      <a:r>
                        <a:rPr lang="en-IN" sz="2600" u="none" strike="noStrike">
                          <a:effectLst/>
                        </a:rPr>
                        <a:t>--disable-popup-blocking</a:t>
                      </a:r>
                      <a:endParaRPr lang="en-IN" sz="2600" b="0" i="0" u="none" strike="noStrike">
                        <a:solidFill>
                          <a:srgbClr val="000000"/>
                        </a:solidFill>
                        <a:effectLst/>
                        <a:latin typeface="Arial Unicode MS" panose="020B0604020202020204"/>
                      </a:endParaRPr>
                    </a:p>
                  </a:txBody>
                  <a:tcPr marL="16810" marR="16810" marT="1681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2900" u="none" strike="noStrike">
                          <a:effectLst/>
                        </a:rPr>
                        <a:t>Prevent pop-up blocking</a:t>
                      </a:r>
                      <a:endParaRPr lang="en-IN" sz="2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6810" marR="16810" marT="16810" marB="0" anchor="ctr"/>
                </a:tc>
                <a:extLst>
                  <a:ext uri="{0D108BD9-81ED-4DB2-BD59-A6C34878D82A}">
                    <a16:rowId xmlns:a16="http://schemas.microsoft.com/office/drawing/2014/main" val="6663444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032520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Isosceles Triangle 26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FA97318-72F3-531F-378D-3DB3D3839F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264088"/>
              </p:ext>
            </p:extLst>
          </p:nvPr>
        </p:nvGraphicFramePr>
        <p:xfrm>
          <a:off x="757980" y="171688"/>
          <a:ext cx="11277599" cy="6626454"/>
        </p:xfrm>
        <a:graphic>
          <a:graphicData uri="http://schemas.openxmlformats.org/drawingml/2006/table">
            <a:tbl>
              <a:tblPr/>
              <a:tblGrid>
                <a:gridCol w="1935678">
                  <a:extLst>
                    <a:ext uri="{9D8B030D-6E8A-4147-A177-3AD203B41FA5}">
                      <a16:colId xmlns:a16="http://schemas.microsoft.com/office/drawing/2014/main" val="809763279"/>
                    </a:ext>
                  </a:extLst>
                </a:gridCol>
                <a:gridCol w="4129177">
                  <a:extLst>
                    <a:ext uri="{9D8B030D-6E8A-4147-A177-3AD203B41FA5}">
                      <a16:colId xmlns:a16="http://schemas.microsoft.com/office/drawing/2014/main" val="570478533"/>
                    </a:ext>
                  </a:extLst>
                </a:gridCol>
                <a:gridCol w="5212744">
                  <a:extLst>
                    <a:ext uri="{9D8B030D-6E8A-4147-A177-3AD203B41FA5}">
                      <a16:colId xmlns:a16="http://schemas.microsoft.com/office/drawing/2014/main" val="3101187251"/>
                    </a:ext>
                  </a:extLst>
                </a:gridCol>
              </a:tblGrid>
              <a:tr h="28179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Option Type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Option Name / Method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Description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308238"/>
                  </a:ext>
                </a:extLst>
              </a:tr>
              <a:tr h="281791"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Browser Arguments</a:t>
                      </a:r>
                      <a:endParaRPr lang="en-IN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9967" marR="109967" marT="54984" marB="54984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addArguments("--headless")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Launch browser in headless mode (no GUI)</a:t>
                      </a:r>
                      <a:endParaRPr lang="en-GB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0657100"/>
                  </a:ext>
                </a:extLst>
              </a:tr>
              <a:tr h="28179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addArguments("--incognito")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Open browser in incognito/private mode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46331"/>
                  </a:ext>
                </a:extLst>
              </a:tr>
              <a:tr h="28179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addArguments("--start-maximized")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Start browser maximized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2520040"/>
                  </a:ext>
                </a:extLst>
              </a:tr>
              <a:tr h="28179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addArguments("--disable-extensions")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Disable all browser extensions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8883"/>
                  </a:ext>
                </a:extLst>
              </a:tr>
              <a:tr h="28179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addArguments("--disable-popup-blocking")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Prevent pop-up blocking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4049434"/>
                  </a:ext>
                </a:extLst>
              </a:tr>
              <a:tr h="28179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addArguments("--remote-allow-origins=*")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Allow remote origins (useful for ChromeDriver v111+)</a:t>
                      </a:r>
                      <a:endParaRPr lang="en-GB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0006959"/>
                  </a:ext>
                </a:extLst>
              </a:tr>
              <a:tr h="2817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Preferences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setExperimentalOption("prefs", prefsMap)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Set browser preferences like download path, notification settings</a:t>
                      </a:r>
                      <a:endParaRPr lang="en-GB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6172255"/>
                  </a:ext>
                </a:extLst>
              </a:tr>
              <a:tr h="2817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Extensions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addExtensions(File)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Add browser extensions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8896849"/>
                  </a:ext>
                </a:extLst>
              </a:tr>
              <a:tr h="2817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Binary Path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setBinary("/path/to/browser")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Specify custom browser binary location</a:t>
                      </a:r>
                      <a:endParaRPr lang="en-GB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3946259"/>
                  </a:ext>
                </a:extLst>
              </a:tr>
              <a:tr h="2817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Capabilities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setCapability(key, value)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Add custom capabilities (e.g., proxy, SSL certs)</a:t>
                      </a:r>
                      <a:endParaRPr lang="en-GB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942076"/>
                  </a:ext>
                </a:extLst>
              </a:tr>
              <a:tr h="2817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Page Load Strategy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setPageLoadStrategy(PageLoadStrategy.EAGER)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Control how long WebDriver waits for page load</a:t>
                      </a:r>
                      <a:endParaRPr lang="en-GB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938899"/>
                  </a:ext>
                </a:extLst>
              </a:tr>
              <a:tr h="2817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SSL Certificates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setAcceptInsecureCerts(true)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Accept invalid or self-signed SSL certificates</a:t>
                      </a:r>
                      <a:endParaRPr lang="en-GB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121750"/>
                  </a:ext>
                </a:extLst>
              </a:tr>
              <a:tr h="2817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Unhandled Prompts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setUnhandledPromptBehaviour(...)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Define behavior for unexpected alerts (dismiss, accept, etc.)</a:t>
                      </a:r>
                      <a:endParaRPr lang="en-GB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7654412"/>
                  </a:ext>
                </a:extLst>
              </a:tr>
              <a:tr h="2817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Timeouts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setImplicitWaitTimeout(Duration)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Set implicit wait timeout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1453647"/>
                  </a:ext>
                </a:extLst>
              </a:tr>
              <a:tr h="2817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setPageLoadTimeout(Duration)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Set page load timeout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9103080"/>
                  </a:ext>
                </a:extLst>
              </a:tr>
              <a:tr h="2817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setScriptTimeout(Duration)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Set timeout for executing scripts</a:t>
                      </a:r>
                      <a:endParaRPr lang="en-GB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6986011"/>
                  </a:ext>
                </a:extLst>
              </a:tr>
              <a:tr h="2817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Platform Name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setPlatformName("Windows")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Specify OS platform (useful for remote execution)</a:t>
                      </a:r>
                      <a:endParaRPr lang="en-GB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3661571"/>
                  </a:ext>
                </a:extLst>
              </a:tr>
              <a:tr h="2817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Browser Version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setBrowserVersion("latest")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Specify browser version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6835994"/>
                  </a:ext>
                </a:extLst>
              </a:tr>
              <a:tr h="2817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Window Rect Support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setCapability("setWindowRect", true)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Enable window resizing and positioning</a:t>
                      </a:r>
                      <a:endParaRPr lang="en-GB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6171070"/>
                  </a:ext>
                </a:extLst>
              </a:tr>
              <a:tr h="2817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File Interactability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setCapability("strictFileInteractability", true)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Enable strict checks for file input elements</a:t>
                      </a:r>
                      <a:endParaRPr lang="en-GB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198470"/>
                  </a:ext>
                </a:extLst>
              </a:tr>
              <a:tr h="2817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Proxy Settings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 Unicode MS" panose="020B0604020202020204" pitchFamily="34" charset="-128"/>
                        </a:rPr>
                        <a:t>setCapability("proxy", proxyObject)</a:t>
                      </a:r>
                      <a:endParaRPr lang="en-IN" sz="1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Configure proxy server</a:t>
                      </a:r>
                      <a:endParaRPr lang="en-IN" sz="1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37" marR="7637" marT="76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01965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274704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658B53-6923-0030-4B78-0784DD29B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r>
              <a:rPr lang="en-GB" sz="4000">
                <a:solidFill>
                  <a:schemeClr val="tx2"/>
                </a:solidFill>
              </a:rPr>
              <a:t>Selenium 3 vs Selenium 4</a:t>
            </a:r>
            <a:endParaRPr lang="en-IN" sz="40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441F8D5-EBCE-4FB9-91A9-3425971C1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262397" y="134260"/>
            <a:ext cx="3142400" cy="2716805"/>
            <a:chOff x="-305" y="-4155"/>
            <a:chExt cx="2514948" cy="217433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5E80E2-35F9-41F3-A2B8-A2F17D956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88BDEEE-0C30-49F3-8D05-B062EF890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21E0C27-19E6-45DC-B154-493480207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3A55340-18E0-4A23-B406-BD1221643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8701F99-7E4C-4B92-A4B5-307CDFB7A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5047906"/>
            <a:ext cx="2412221" cy="1810094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41E616B-C319-43C1-9A9C-A2074B2E8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C86BD2B-CA73-48DF-9CC8-0152EA6B1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9C1AA9D-3FCF-4B84-94D1-51F0E1517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D7CE92F-1DE7-4252-A62C-77ACF8C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D9363A7-A781-3597-0960-9D52463714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9964191"/>
              </p:ext>
            </p:extLst>
          </p:nvPr>
        </p:nvGraphicFramePr>
        <p:xfrm>
          <a:off x="1036320" y="2706638"/>
          <a:ext cx="10119361" cy="3240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266">
                  <a:extLst>
                    <a:ext uri="{9D8B030D-6E8A-4147-A177-3AD203B41FA5}">
                      <a16:colId xmlns:a16="http://schemas.microsoft.com/office/drawing/2014/main" val="837540973"/>
                    </a:ext>
                  </a:extLst>
                </a:gridCol>
                <a:gridCol w="3617739">
                  <a:extLst>
                    <a:ext uri="{9D8B030D-6E8A-4147-A177-3AD203B41FA5}">
                      <a16:colId xmlns:a16="http://schemas.microsoft.com/office/drawing/2014/main" val="4018994370"/>
                    </a:ext>
                  </a:extLst>
                </a:gridCol>
                <a:gridCol w="2901356">
                  <a:extLst>
                    <a:ext uri="{9D8B030D-6E8A-4147-A177-3AD203B41FA5}">
                      <a16:colId xmlns:a16="http://schemas.microsoft.com/office/drawing/2014/main" val="904702765"/>
                    </a:ext>
                  </a:extLst>
                </a:gridCol>
              </a:tblGrid>
              <a:tr h="579398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000" u="none" strike="noStrike">
                          <a:effectLst/>
                        </a:rPr>
                        <a:t>Feature</a:t>
                      </a:r>
                      <a:endParaRPr lang="en-IN" sz="3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473" marR="17473" marT="1747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000" u="none" strike="noStrike">
                          <a:effectLst/>
                        </a:rPr>
                        <a:t>DesiredCapabilities</a:t>
                      </a:r>
                      <a:endParaRPr lang="en-IN" sz="3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473" marR="17473" marT="1747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3000" u="none" strike="noStrike">
                          <a:effectLst/>
                        </a:rPr>
                        <a:t>Options Class</a:t>
                      </a:r>
                      <a:endParaRPr lang="en-IN" sz="30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473" marR="17473" marT="17473" marB="0" anchor="ctr"/>
                </a:tc>
                <a:extLst>
                  <a:ext uri="{0D108BD9-81ED-4DB2-BD59-A6C34878D82A}">
                    <a16:rowId xmlns:a16="http://schemas.microsoft.com/office/drawing/2014/main" val="3496382949"/>
                  </a:ext>
                </a:extLst>
              </a:tr>
              <a:tr h="1040679">
                <a:tc>
                  <a:txBody>
                    <a:bodyPr/>
                    <a:lstStyle/>
                    <a:p>
                      <a:pPr algn="l" fontAlgn="ctr"/>
                      <a:r>
                        <a:rPr lang="en-IN" sz="3000" u="none" strike="noStrike">
                          <a:effectLst/>
                        </a:rPr>
                        <a:t>Deprecated in Selenium 4</a:t>
                      </a:r>
                      <a:endParaRPr lang="en-IN" sz="3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473" marR="17473" marT="1747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000" u="none" strike="noStrike">
                          <a:effectLst/>
                        </a:rPr>
                        <a:t>✅ Yes</a:t>
                      </a:r>
                      <a:endParaRPr lang="en-IN" sz="3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473" marR="17473" marT="1747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000" u="none" strike="noStrike">
                          <a:effectLst/>
                        </a:rPr>
                        <a:t>❌ No</a:t>
                      </a:r>
                      <a:endParaRPr lang="en-IN" sz="3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473" marR="17473" marT="17473" marB="0" anchor="ctr"/>
                </a:tc>
                <a:extLst>
                  <a:ext uri="{0D108BD9-81ED-4DB2-BD59-A6C34878D82A}">
                    <a16:rowId xmlns:a16="http://schemas.microsoft.com/office/drawing/2014/main" val="631891267"/>
                  </a:ext>
                </a:extLst>
              </a:tr>
              <a:tr h="1040679">
                <a:tc>
                  <a:txBody>
                    <a:bodyPr/>
                    <a:lstStyle/>
                    <a:p>
                      <a:pPr algn="l" fontAlgn="ctr"/>
                      <a:r>
                        <a:rPr lang="en-IN" sz="3000" u="none" strike="noStrike">
                          <a:effectLst/>
                        </a:rPr>
                        <a:t>Browser-specific config</a:t>
                      </a:r>
                      <a:endParaRPr lang="en-IN" sz="3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473" marR="17473" marT="1747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000" u="none" strike="noStrike">
                          <a:effectLst/>
                        </a:rPr>
                        <a:t>✅ Limited</a:t>
                      </a:r>
                      <a:endParaRPr lang="en-IN" sz="3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473" marR="17473" marT="1747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000" u="none" strike="noStrike">
                          <a:effectLst/>
                        </a:rPr>
                        <a:t>✅ Recommended</a:t>
                      </a:r>
                      <a:endParaRPr lang="en-IN" sz="3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473" marR="17473" marT="17473" marB="0" anchor="ctr"/>
                </a:tc>
                <a:extLst>
                  <a:ext uri="{0D108BD9-81ED-4DB2-BD59-A6C34878D82A}">
                    <a16:rowId xmlns:a16="http://schemas.microsoft.com/office/drawing/2014/main" val="187179719"/>
                  </a:ext>
                </a:extLst>
              </a:tr>
              <a:tr h="579398">
                <a:tc>
                  <a:txBody>
                    <a:bodyPr/>
                    <a:lstStyle/>
                    <a:p>
                      <a:pPr algn="l" fontAlgn="ctr"/>
                      <a:r>
                        <a:rPr lang="en-IN" sz="3000" u="none" strike="noStrike">
                          <a:effectLst/>
                        </a:rPr>
                        <a:t>Merge with Options</a:t>
                      </a:r>
                      <a:endParaRPr lang="en-IN" sz="3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473" marR="17473" marT="1747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000" u="none" strike="noStrike">
                          <a:effectLst/>
                        </a:rPr>
                        <a:t>✅ Supported</a:t>
                      </a:r>
                      <a:endParaRPr lang="en-IN" sz="3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473" marR="17473" marT="17473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3000" u="none" strike="noStrike">
                          <a:effectLst/>
                        </a:rPr>
                        <a:t>✅ Supported</a:t>
                      </a:r>
                      <a:endParaRPr lang="en-IN" sz="3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7473" marR="17473" marT="17473" marB="0" anchor="ctr"/>
                </a:tc>
                <a:extLst>
                  <a:ext uri="{0D108BD9-81ED-4DB2-BD59-A6C34878D82A}">
                    <a16:rowId xmlns:a16="http://schemas.microsoft.com/office/drawing/2014/main" val="2774734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5882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11081</TotalTime>
  <Words>7032</Words>
  <Application>Microsoft Office PowerPoint</Application>
  <PresentationFormat>Widescreen</PresentationFormat>
  <Paragraphs>1191</Paragraphs>
  <Slides>95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106" baseType="lpstr">
      <vt:lpstr>-apple-system</vt:lpstr>
      <vt:lpstr>Aptos</vt:lpstr>
      <vt:lpstr>Aptos Display</vt:lpstr>
      <vt:lpstr>Aptos Narrow</vt:lpstr>
      <vt:lpstr>Arial</vt:lpstr>
      <vt:lpstr>Arial Unicode MS</vt:lpstr>
      <vt:lpstr>Calibri</vt:lpstr>
      <vt:lpstr>Menlo</vt:lpstr>
      <vt:lpstr>Neue Haas Grotesk Text Pro</vt:lpstr>
      <vt:lpstr>Rockwell</vt:lpstr>
      <vt:lpstr>Office Theme</vt:lpstr>
      <vt:lpstr>Test Automation</vt:lpstr>
      <vt:lpstr>Automation Testing</vt:lpstr>
      <vt:lpstr>Objectives of Automation Testing</vt:lpstr>
      <vt:lpstr>Tools for Automation</vt:lpstr>
      <vt:lpstr>When to Automate</vt:lpstr>
      <vt:lpstr>Selenium</vt:lpstr>
      <vt:lpstr>Why Selenium?</vt:lpstr>
      <vt:lpstr>Evolution of Selenium</vt:lpstr>
      <vt:lpstr>PowerPoint Presentation</vt:lpstr>
      <vt:lpstr>PowerPoint Presentation</vt:lpstr>
      <vt:lpstr>PowerPoint Presentation</vt:lpstr>
      <vt:lpstr>Components of Selenium</vt:lpstr>
      <vt:lpstr>Components of Selenium</vt:lpstr>
      <vt:lpstr>PowerPoint Presentation</vt:lpstr>
      <vt:lpstr>Selenium Supported Languages</vt:lpstr>
      <vt:lpstr>Cross Browser Compatibility</vt:lpstr>
      <vt:lpstr>Cross Platform Compatibility</vt:lpstr>
      <vt:lpstr>Selenium WebDriver</vt:lpstr>
      <vt:lpstr>How Selenium WebDriver works</vt:lpstr>
      <vt:lpstr>Setting Up Eclipse, JDK, and Selenium Webdriver</vt:lpstr>
      <vt:lpstr>Setting up Eclipse, Selenium Webdriver</vt:lpstr>
      <vt:lpstr>Create Your First Selenium Project</vt:lpstr>
      <vt:lpstr>PowerPoint Presentation</vt:lpstr>
      <vt:lpstr>WebDriver API Methods</vt:lpstr>
      <vt:lpstr>Browser Window Methods</vt:lpstr>
      <vt:lpstr>Navigation Methods</vt:lpstr>
      <vt:lpstr>WebElement Interaction Methods</vt:lpstr>
      <vt:lpstr>Window &amp; Frame Handling Methods</vt:lpstr>
      <vt:lpstr>Locators in Selenium</vt:lpstr>
      <vt:lpstr>Types of Selenium Locators</vt:lpstr>
      <vt:lpstr>Which Locators to Use</vt:lpstr>
      <vt:lpstr>PowerPoint Presentation</vt:lpstr>
      <vt:lpstr>Locators - XPATH</vt:lpstr>
      <vt:lpstr>Xpath Syntax </vt:lpstr>
      <vt:lpstr>XPath Components</vt:lpstr>
      <vt:lpstr>Predicates (Filters)</vt:lpstr>
      <vt:lpstr>Functions</vt:lpstr>
      <vt:lpstr>Axes (DOM Navigation)</vt:lpstr>
      <vt:lpstr>Wildcards and Node Types</vt:lpstr>
      <vt:lpstr>Locating Web Elements using CSS Selector</vt:lpstr>
      <vt:lpstr>Basic CSS Selectors</vt:lpstr>
      <vt:lpstr>Substring Matching Selectors</vt:lpstr>
      <vt:lpstr>Relational Selectors</vt:lpstr>
      <vt:lpstr>Other Selectors</vt:lpstr>
      <vt:lpstr>Locating using multiple selectors</vt:lpstr>
      <vt:lpstr>Handling Dropdowns in Selenium</vt:lpstr>
      <vt:lpstr>Standard HTML Dropdowns</vt:lpstr>
      <vt:lpstr>PowerPoint Presentation</vt:lpstr>
      <vt:lpstr>Handling Custom Dropdowns</vt:lpstr>
      <vt:lpstr>Using JavaScriptExecutor</vt:lpstr>
      <vt:lpstr>Using Actions Class</vt:lpstr>
      <vt:lpstr>JavaScriptExecutor</vt:lpstr>
      <vt:lpstr>JavaScriptExecutor Syntax &amp; Methods</vt:lpstr>
      <vt:lpstr>When to Use</vt:lpstr>
      <vt:lpstr>Actions Class</vt:lpstr>
      <vt:lpstr>Actions Class Methods – Mouse operations</vt:lpstr>
      <vt:lpstr>Actions Class Methods – Keyboard Operations</vt:lpstr>
      <vt:lpstr>Drag and Drop Actions in Selenium</vt:lpstr>
      <vt:lpstr>Drag and Drop Actions in Selenium</vt:lpstr>
      <vt:lpstr>Handling Checkboxes in Selenium</vt:lpstr>
      <vt:lpstr>Handling Multiple Checkboxes</vt:lpstr>
      <vt:lpstr>Handling Frames in Selenium</vt:lpstr>
      <vt:lpstr>Why handle frames</vt:lpstr>
      <vt:lpstr>Switching to Frame in Selenium</vt:lpstr>
      <vt:lpstr>Examples</vt:lpstr>
      <vt:lpstr>Handling windows in Selenium</vt:lpstr>
      <vt:lpstr>switchTo().window Methods</vt:lpstr>
      <vt:lpstr>Switching between Windows</vt:lpstr>
      <vt:lpstr>Handling Tabs in Selenium</vt:lpstr>
      <vt:lpstr>Handling Alerts in Selenium</vt:lpstr>
      <vt:lpstr>switchTo().alert() methods</vt:lpstr>
      <vt:lpstr>Examples</vt:lpstr>
      <vt:lpstr>PowerPoint Presentation</vt:lpstr>
      <vt:lpstr>Waits in Selenium</vt:lpstr>
      <vt:lpstr>Implicit wait</vt:lpstr>
      <vt:lpstr>Explicit wait</vt:lpstr>
      <vt:lpstr>PowerPoint Presentation</vt:lpstr>
      <vt:lpstr>Fluent wait</vt:lpstr>
      <vt:lpstr>Fluent Wait Parameters</vt:lpstr>
      <vt:lpstr>Cookies Handling in Selenium</vt:lpstr>
      <vt:lpstr>Cookies methods</vt:lpstr>
      <vt:lpstr>Examples</vt:lpstr>
      <vt:lpstr>Examples</vt:lpstr>
      <vt:lpstr>Taking Screenshots in Selenium</vt:lpstr>
      <vt:lpstr>Examples</vt:lpstr>
      <vt:lpstr>Handling Shadow DOM in Selenium</vt:lpstr>
      <vt:lpstr>How to Handle Shadow DOM</vt:lpstr>
      <vt:lpstr>PowerPoint Presentation</vt:lpstr>
      <vt:lpstr>DesiredCapabilities in Selenium</vt:lpstr>
      <vt:lpstr>Why we need DesiredCapabilities</vt:lpstr>
      <vt:lpstr>Properties in DesiredCapabilities</vt:lpstr>
      <vt:lpstr>Options Class in Selenium</vt:lpstr>
      <vt:lpstr>Common Arguments in Options</vt:lpstr>
      <vt:lpstr>PowerPoint Presentation</vt:lpstr>
      <vt:lpstr>Selenium 3 vs Selenium 4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Kalyanakumar, Arun (Cognizant)</dc:creator>
  <cp:lastModifiedBy>Kalyanakumar, Arun (Cognizant)</cp:lastModifiedBy>
  <cp:revision>319</cp:revision>
  <dcterms:created xsi:type="dcterms:W3CDTF">2025-05-29T03:48:58Z</dcterms:created>
  <dcterms:modified xsi:type="dcterms:W3CDTF">2026-01-02T03:59:57Z</dcterms:modified>
</cp:coreProperties>
</file>